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פתיחה: שאלו את הילדים מה לדעתם מכונית צריכה כדי לקפוץ ולהסתובב באוויר.</a:t>
            </a:r>
          </a:p>
          <a:p/>
          <a:p>
            <a:r>
              <a:t>מקורות לבדיקה: https://www.cnn.com/2026/10/16/world/video/tesla-unveils-what-it-says-is-a-flying-car ; https://www.statesman.com/business/article/tesla-roadster-mcgregor-flying-car-musk-spacex-22480443.php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מקורות: https://www.cnn.com/2026/10/16/world/video/tesla-unveils-what-it-says-is-a-flying-car (הקפיצה והמומחה), https://www.statesman.com/business/article/tesla-roadster-mcgregor-flying-car-musk-spacex-22480443.php (התהפכות על הרמפה). 'ללא נהג' מופיע במקורות משניים בלבד (Wikipedia ו-Tech Insider), יש לאמת.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הסרטון הוא אנימציה המבוססת על תיאורי ההדגמה, לא צילום של ההדגמה.</a:t>
            </a:r>
          </a:p>
          <a:p>
            <a:r>
              <a:t>מאווררים מתחת לרכב ואחיזה על הרמפה: לפי טסלה, כמתואר ב-https://www.statesman.com/business/article/tesla-roadster-mcgregor-flying-car-musk-spacex-22480443.php .</a:t>
            </a:r>
          </a:p>
          <a:p>
            <a:r>
              <a:t>סילוני הגז: https://aviationweek.com/aerospace/emerging-technologies/tesla-demos-flying-roadster-powered-spacex-cold-gas-thrusters . מקורות שונים מדווחים על 10 פתחים (מוסק), על 4 מאחור ועוד 6 בגרסת Rocket, ועל 4 סילונים בלבד. לכן לא פירטנו את המספר בשקף.</a:t>
            </a:r>
          </a:p>
          <a:p>
            <a:r>
              <a:t>הזמן 0-60 של 0.81 שנייה הוא מספר של טסלה ו-Aviation Week, והמשפט 'פחות משנייה' הוא של מוסק. אלה טענות של החברה בלבד, ולא נכללו בשקף.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מקורות: https://www.cnn.com/2026/10/16/world/video/tesla-unveils-what-it-says-is-a-flying-car (FAA, 2028), https://www.statesman.com/business/article/tesla-roadster-mcgregor-flying-car-musk-spacex-22480443.php (הזמנות ללא הבטחה, מומחה לחוק), https://www.nbcnews.com/tech/tech-news/elon-musk-shows-flying-tesla-roadster-years-delays-rcna603905 (ההיסטוריה של העיכובים).</a:t>
            </a:r>
          </a:p>
          <a:p>
            <a:r>
              <a:t>לפני ההצגה: בדקו את עדכוני ההשקה באתר טסלה, כי מועדים אלה עלולים להשתנות.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סיום: תנו לכל ילד לענות בקצרה. אפשר לחבר לשאלה את הפער בין הדגמה למוצר זמין, מהשקף על מתי נקבל אותה.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5000" b="1" lang="he-IL" altLang="en-US">
                <a:solidFill>
                  <a:srgbClr val="1B3A6B"/>
                </a:solidFill>
                <a:latin typeface="Arial"/>
              </a:rPr>
              <a:t>טסלה רודסטר: הרכב שקפץ באוויר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0" lang="he-IL" altLang="en-US">
                <a:solidFill>
                  <a:srgbClr val="1B3A6B"/>
                </a:solidFill>
                <a:latin typeface="Arial"/>
              </a:rPr>
              <a:t>הדגמה מ-15 באוקטובר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lang="he-IL" altLang="en-US">
                <a:solidFill>
                  <a:srgbClr val="FF8C28"/>
                </a:solidFill>
                <a:latin typeface="Arial"/>
              </a:rPr>
              <a:t>האם מכונית יכולה לטפס על רמפה, להסתובב באוויר ולנחות על הגלגלים?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lang="he-IL" altLang="en-US">
                <a:solidFill>
                  <a:srgbClr val="222233"/>
                </a:solidFill>
                <a:latin typeface="Arial"/>
              </a:rPr>
              <a:t>מצגת לכיתה ו׳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מה ראינו בהדגמה?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הרכב נסע במעלה רמפה מעוגלת, עד שהתהפך עם הגג כלפי מטה.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אחר כך קפץ מקצה הרמפה, התהפך באוויר ונחת על הגלגלים.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ההדגמה נעשתה ללא נהג, באתר הבדיקות של SpaceX בטקסס.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מומחה שדיבר עם CNN אמר שזו יותר קפיצה מאשר טיסה מתמשכת.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איך זה עובד?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מאווררים מתחת לרכב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יניקה שמחזיקה את הרכב על הרמפה, לפי טסלה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סילוני גז קרים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דחיפה קטנה שעוזרת לקפוץ ולהסתובב, בשיתוף SpaceX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עדיין לא מפורט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מספר הסילונים ומיקומם מדווחים שונה בין מקורות</a:t>
            </a:r>
          </a:p>
        </p:txBody>
      </p:sp>
      <p:pic>
        <p:nvPicPr>
          <p:cNvPr id="6" name="roadster-demo-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2160" y="1554480"/>
            <a:ext cx="5760720" cy="3240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4932044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800" b="0" lang="he-IL" altLang="en-US">
                <a:solidFill>
                  <a:srgbClr val="222233"/>
                </a:solidFill>
                <a:latin typeface="Arial"/>
              </a:rPr>
              <a:t>אנימציה שממחישה את ההדגמה. לא צילום מקורי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מתי נקבל אותה?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ייצור ב-2028?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מוסק אמר שהייצור ללקוחות יתחיל ב-2028. זו תוכנית, לא הבטחה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עוד אין מחיר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עדיין לא פורסם מחיר לרכב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אישור רשמי חסר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הרשות האמריקאית לתעופה (FAA) עדיין לא אישרה את הרכב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840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לא בטוח שייסע בכבישים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מומחה לחוק אמר שזו מכונית חד-פעמית שלא תגיע לכבישים ב-2028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הדגמה היא לא מוצר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שאלו שאלות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מה נבדק, ומה עוד לא?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בדקו מקורות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לפני שמאמינים לכותרת, מחפשים את הפרטים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8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חלמו, ותבחנו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חלום טוב גם צריך בדיקות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1200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222233"/>
                </a:solidFill>
                <a:latin typeface="Arial"/>
              </a:rPr>
              <a:t>שאלה לדיון</a:t>
            </a:r>
          </a:p>
          <a:p>
            <a:pPr algn="r" rtl="1"/>
            <a:r>
              <a:rPr sz="2000" b="0" lang="he-IL" altLang="en-US">
                <a:solidFill>
                  <a:srgbClr val="222233"/>
                </a:solidFill>
                <a:latin typeface="Arial"/>
              </a:rPr>
              <a:t>מה חשוב לבדוק לפני שקונים מוצר חדש?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