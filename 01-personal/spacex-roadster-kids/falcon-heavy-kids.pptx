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פתיחה: שאלו את הילדים למה לדעתם שולחים מכונית לחלל, לפני שמספרים להם את התשובה.</a:t>
            </a:r>
          </a:p>
          <a:p/>
          <a:p>
            <a:r>
              <a:t>מקורות לבדיקה: https://www.pressreader.com/usa/albuquerque-journal/20180207/281595240984804 ; https://planeandpilotmag.com/spacex-launches-falcon-heavy-rocket/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מספר המנועים (כ-27) והכינוי 'החזקה ביותר שפועלת' מבוססים על מקור משני בלבד: https://weatherboy.com/?p=4675 . יש לאמת מול אתר SpaceX לפני ההצגה.</a:t>
            </a:r>
          </a:p>
          <a:p>
            <a:r>
              <a:t>תאריך השיגור ואתר השיגור: https://planeandpilotmag.com/spacex-launches-falcon-heavy-rocket/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הציגו את הסרטון (כ-36 שניות). הסרטון הוא אנימציה המבוססת על מה שהמקורות מתארים, לא צילום אמיתי.</a:t>
            </a:r>
          </a:p>
          <a:p>
            <a:r>
              <a:t>מקורות: https://www.nbcchicago.com/news/national-international/spacex-falcon-heavy-first-launch/2041756/ (המשקל והמכונית, וציטוט של מאסק שמשקל פלדה או בטון 'נשמע משעמם').</a:t>
            </a:r>
          </a:p>
          <a:p>
            <a:r>
              <a:t>שידור חי: אותו מקור מתאר מיליוני צופים ברשת.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שני הבוסטרים הצדדיים נחתו במתחמים Landing Zone 1 ו-2 בקייפ קנדי: https://thedailyworld.com/?p=16224 , https://lunarcabin.com/Rocket_Launches/falconheavydemo_1.html .</a:t>
            </a:r>
          </a:p>
          <a:p>
            <a:r>
              <a:t>הבוסטר המרכזי התכוון לספינה הימית 'Of Course I Still Love You' ופספס בכ-100 מטר: https://thedailyworld.com/?p=16224 .</a:t>
            </a:r>
          </a:p>
          <a:p>
            <a:r>
              <a:t>המסלול של המכונית: https://orbitcodex.com/operations/demo-flight-1-maiden-flight-falcon-heavy .</a:t>
            </a:r>
          </a:p>
          <a:p>
            <a:r>
              <a:t>לא אומת ולכן לא הופיע בשקף: מוזיקה שהתנגנה במכונית, ולוח מעגל עם טקסט על המכונית.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סיום: תנו לכל ילד לענות בקצרה. אפשר לחלק כרטיסי כתיבה ולאסוף את התשובות לשיעור הבא.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6000" b="1" lang="he-IL" altLang="en-US">
                <a:solidFill>
                  <a:srgbClr val="1B3A6B"/>
                </a:solidFill>
                <a:latin typeface="Arial"/>
              </a:rPr>
              <a:t>מכונית בחלל!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0" lang="he-IL" altLang="en-US">
                <a:solidFill>
                  <a:srgbClr val="1B3A6B"/>
                </a:solidFill>
                <a:latin typeface="Arial"/>
              </a:rPr>
              <a:t>הטיסה הראשונה של Falcon Heavy,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lang="he-IL" altLang="en-US">
                <a:solidFill>
                  <a:srgbClr val="FF8C28"/>
                </a:solidFill>
                <a:latin typeface="Arial"/>
              </a:rPr>
              <a:t>למה שמישהו ישלח מכונית לחלל?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lang="he-IL" altLang="en-US">
                <a:solidFill>
                  <a:srgbClr val="222233"/>
                </a:solidFill>
                <a:latin typeface="Arial"/>
              </a:rPr>
              <a:t>מצגת לכיתה ו׳  |  SpaceX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מה שוגר לחלל?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הרקטה: Falcon Heavy, שלושה בוסטרים שעובדים ביחד, עם כ-27 מנועים.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באותו זמן זו הייתה הרקטה החזקה ביותר שפועלת בעולם.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המטען: מכונית Tesla Roadster אדומה, עם בובה בשם Starman בחליפת חלל.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הטיסה יצאה ב-6 בפברואר 2018 מאתר השיגור 39A בפלורידה.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איך הכינו את הטיסה?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משקל במקום מטען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במקום מטען רגיל בחרו מכונית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Starman בחליפה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בובה בחליפת חלל שתוכננה ב-SpaceX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שידור חי לעולם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מיליוני אנשים צפו בטיסה בשידור חי</a:t>
            </a:r>
          </a:p>
        </p:txBody>
      </p:sp>
      <p:pic>
        <p:nvPicPr>
          <p:cNvPr id="6" name="falcon-heavy-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2160" y="1554480"/>
            <a:ext cx="5760720" cy="3240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4932044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800" b="0" lang="he-IL" altLang="en-US">
                <a:solidFill>
                  <a:srgbClr val="222233"/>
                </a:solidFill>
                <a:latin typeface="Arial"/>
              </a:rPr>
              <a:t>סרטון קצר: שלוש רקטות, שני בוסטרים שחוזרים, והמכונית בחלל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מה קרה בטיסה?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שני בוסטרים נחתו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הבוסטרים הצדדיים חזרו ונחתו על הקרקע, ליד השיגור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המרכזי החטיא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הבוסטר המרכזי פספס את הספינה הימית ונפל לים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שימוש חוזר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בוסטרים שחוזרים אפשר להשתמש שוב, וזה חוסך כסף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840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המכונית בחלל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היא הגיעה למסלול מעבר למאדים, ולא בדיוק למה שתוכנן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גם מהחסרונות לומדים!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שאלו שאלות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כל שאלה טובה, גם אם נראית קטנה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כשלון הוא שיעור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גם הבוסטר שפספס למד את המהנדסים הרבה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8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חלמו בגדול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חלום גדול מתחיל מצעד קטן אחד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1200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222233"/>
                </a:solidFill>
                <a:latin typeface="Arial"/>
              </a:rPr>
              <a:t>שאלה לדיון</a:t>
            </a:r>
          </a:p>
          <a:p>
            <a:pPr algn="r" rtl="1"/>
            <a:r>
              <a:rPr sz="2000" b="0" lang="he-IL" altLang="en-US">
                <a:solidFill>
                  <a:srgbClr val="222233"/>
                </a:solidFill>
                <a:latin typeface="Arial"/>
              </a:rPr>
              <a:t>אם הייתם שולחים משהו לחלל, מה זה היה ולמה?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