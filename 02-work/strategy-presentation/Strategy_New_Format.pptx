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4"/>
  </p:sldMasterIdLst>
  <p:notesMasterIdLst>
    <p:notesMasterId r:id="rId28"/>
  </p:notesMasterIdLst>
  <p:sldIdLst>
    <p:sldId id="258" r:id="rId5"/>
    <p:sldId id="257" r:id="rId6"/>
    <p:sldId id="311" r:id="rId7"/>
    <p:sldId id="318" r:id="rId8"/>
    <p:sldId id="319" r:id="rId9"/>
    <p:sldId id="345" r:id="rId10"/>
    <p:sldId id="355" r:id="rId11"/>
    <p:sldId id="361" r:id="rId12"/>
    <p:sldId id="356" r:id="rId13"/>
    <p:sldId id="362" r:id="rId14"/>
    <p:sldId id="275" r:id="rId15"/>
    <p:sldId id="342" r:id="rId16"/>
    <p:sldId id="279" r:id="rId17"/>
    <p:sldId id="284" r:id="rId18"/>
    <p:sldId id="286" r:id="rId19"/>
    <p:sldId id="290" r:id="rId20"/>
    <p:sldId id="347" r:id="rId21"/>
    <p:sldId id="305" r:id="rId22"/>
    <p:sldId id="306" r:id="rId23"/>
    <p:sldId id="299" r:id="rId24"/>
    <p:sldId id="360" r:id="rId25"/>
    <p:sldId id="280" r:id="rId26"/>
    <p:sldId id="307" r:id="rId2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227A56D1-6038-8F48-8336-DD9B09A5377B}">
          <p14:sldIdLst>
            <p14:sldId id="258"/>
          </p14:sldIdLst>
        </p14:section>
        <p14:section name="Agenda" id="{822399A4-C711-4945-AC01-0FF6D8B31E41}">
          <p14:sldIdLst>
            <p14:sldId id="257"/>
          </p14:sldIdLst>
        </p14:section>
        <p14:section name="Dividers" id="{29DAFA8F-9685-254C-BDAD-542B38ACA8CF}">
          <p14:sldIdLst>
            <p14:sldId id="311"/>
          </p14:sldIdLst>
        </p14:section>
        <p14:section name="Side title" id="{B3C97FC7-FF1C-0F4A-9495-16FA3F835E8B}">
          <p14:sldIdLst>
            <p14:sldId id="318"/>
            <p14:sldId id="319"/>
            <p14:sldId id="345"/>
          </p14:sldIdLst>
        </p14:section>
        <p14:section name="Upper Title" id="{4F936D72-895D-F54D-B386-F86F18A1217C}">
          <p14:sldIdLst>
            <p14:sldId id="355"/>
            <p14:sldId id="361"/>
            <p14:sldId id="356"/>
            <p14:sldId id="362"/>
            <p14:sldId id="275"/>
          </p14:sldIdLst>
        </p14:section>
        <p14:section name="Images" id="{BF6B7975-84D9-42F6-B4D0-9D9500BEBD35}">
          <p14:sldIdLst>
            <p14:sldId id="342"/>
          </p14:sldIdLst>
        </p14:section>
        <p14:section name="CHART" id="{297E5F7E-B869-D247-9C73-91DC1BD8D49E}">
          <p14:sldIdLst>
            <p14:sldId id="279"/>
          </p14:sldIdLst>
        </p14:section>
        <p14:section name="POWER NO" id="{DA76C4E1-AE28-2441-930B-22C1B930BBA1}">
          <p14:sldIdLst>
            <p14:sldId id="284"/>
            <p14:sldId id="286"/>
          </p14:sldIdLst>
        </p14:section>
        <p14:section name="Boxes with icons" id="{1CFA0CAB-C8C1-0046-B491-A456E619B22D}">
          <p14:sldIdLst>
            <p14:sldId id="290"/>
          </p14:sldIdLst>
        </p14:section>
        <p14:section name="Image Background" id="{C702EF08-8E40-8D4D-BED2-333A15AF60AE}">
          <p14:sldIdLst/>
        </p14:section>
        <p14:section name="World map" id="{430B9264-E249-4041-BEE5-2EBBA689320B}">
          <p14:sldIdLst>
            <p14:sldId id="347"/>
          </p14:sldIdLst>
        </p14:section>
        <p14:section name="Timeline" id="{5B3DC232-A572-2F40-94F6-E3A69069E51C}">
          <p14:sldIdLst>
            <p14:sldId id="305"/>
            <p14:sldId id="306"/>
          </p14:sldIdLst>
        </p14:section>
        <p14:section name="Thank you" id="{FA7D4400-155E-FE4F-8FA8-EAF4AA263129}">
          <p14:sldIdLst>
            <p14:sldId id="299"/>
          </p14:sldIdLst>
        </p14:section>
        <p14:section name="Assetes" id="{C30CEBAD-7C60-8548-9ADE-856594E15803}">
          <p14:sldIdLst>
            <p14:sldId id="360"/>
            <p14:sldId id="280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D32"/>
    <a:srgbClr val="BDC7F5"/>
    <a:srgbClr val="403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68" d="100"/>
          <a:sy n="168" d="100"/>
        </p:scale>
        <p:origin x="664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ver, Nesi" userId="f0b10392-936b-464b-8246-942839c7e500" providerId="ADAL" clId="{2C75765E-97EF-4590-A5F9-DDA3A8BFFBA6}"/>
    <pc:docChg chg="undo custSel addSld delSld addSection delSection modSection">
      <pc:chgData name="Haver, Nesi" userId="f0b10392-936b-464b-8246-942839c7e500" providerId="ADAL" clId="{2C75765E-97EF-4590-A5F9-DDA3A8BFFBA6}" dt="2026-03-06T14:26:52.981" v="21" actId="17851"/>
      <pc:docMkLst>
        <pc:docMk/>
      </pc:docMkLst>
      <pc:sldChg chg="del">
        <pc:chgData name="Haver, Nesi" userId="f0b10392-936b-464b-8246-942839c7e500" providerId="ADAL" clId="{2C75765E-97EF-4590-A5F9-DDA3A8BFFBA6}" dt="2026-03-06T14:22:34.626" v="0" actId="47"/>
        <pc:sldMkLst>
          <pc:docMk/>
          <pc:sldMk cId="4009536283" sldId="256"/>
        </pc:sldMkLst>
      </pc:sldChg>
      <pc:sldChg chg="del">
        <pc:chgData name="Haver, Nesi" userId="f0b10392-936b-464b-8246-942839c7e500" providerId="ADAL" clId="{2C75765E-97EF-4590-A5F9-DDA3A8BFFBA6}" dt="2026-03-06T14:22:34.626" v="0" actId="47"/>
        <pc:sldMkLst>
          <pc:docMk/>
          <pc:sldMk cId="3688116407" sldId="259"/>
        </pc:sldMkLst>
      </pc:sldChg>
      <pc:sldChg chg="del">
        <pc:chgData name="Haver, Nesi" userId="f0b10392-936b-464b-8246-942839c7e500" providerId="ADAL" clId="{2C75765E-97EF-4590-A5F9-DDA3A8BFFBA6}" dt="2026-03-06T14:22:34.626" v="0" actId="47"/>
        <pc:sldMkLst>
          <pc:docMk/>
          <pc:sldMk cId="3905597064" sldId="262"/>
        </pc:sldMkLst>
      </pc:sldChg>
      <pc:sldChg chg="del">
        <pc:chgData name="Haver, Nesi" userId="f0b10392-936b-464b-8246-942839c7e500" providerId="ADAL" clId="{2C75765E-97EF-4590-A5F9-DDA3A8BFFBA6}" dt="2026-03-06T14:24:31.014" v="7" actId="47"/>
        <pc:sldMkLst>
          <pc:docMk/>
          <pc:sldMk cId="2056630031" sldId="281"/>
        </pc:sldMkLst>
      </pc:sldChg>
      <pc:sldChg chg="del">
        <pc:chgData name="Haver, Nesi" userId="f0b10392-936b-464b-8246-942839c7e500" providerId="ADAL" clId="{2C75765E-97EF-4590-A5F9-DDA3A8BFFBA6}" dt="2026-03-06T14:24:42.388" v="8" actId="47"/>
        <pc:sldMkLst>
          <pc:docMk/>
          <pc:sldMk cId="3388040165" sldId="282"/>
        </pc:sldMkLst>
      </pc:sldChg>
      <pc:sldChg chg="del">
        <pc:chgData name="Haver, Nesi" userId="f0b10392-936b-464b-8246-942839c7e500" providerId="ADAL" clId="{2C75765E-97EF-4590-A5F9-DDA3A8BFFBA6}" dt="2026-03-06T14:24:42.388" v="8" actId="47"/>
        <pc:sldMkLst>
          <pc:docMk/>
          <pc:sldMk cId="289706088" sldId="283"/>
        </pc:sldMkLst>
      </pc:sldChg>
      <pc:sldChg chg="del">
        <pc:chgData name="Haver, Nesi" userId="f0b10392-936b-464b-8246-942839c7e500" providerId="ADAL" clId="{2C75765E-97EF-4590-A5F9-DDA3A8BFFBA6}" dt="2026-03-06T14:24:45.101" v="9" actId="47"/>
        <pc:sldMkLst>
          <pc:docMk/>
          <pc:sldMk cId="2815718490" sldId="285"/>
        </pc:sldMkLst>
      </pc:sldChg>
      <pc:sldChg chg="del">
        <pc:chgData name="Haver, Nesi" userId="f0b10392-936b-464b-8246-942839c7e500" providerId="ADAL" clId="{2C75765E-97EF-4590-A5F9-DDA3A8BFFBA6}" dt="2026-03-06T14:24:53.828" v="10" actId="47"/>
        <pc:sldMkLst>
          <pc:docMk/>
          <pc:sldMk cId="3133927523" sldId="289"/>
        </pc:sldMkLst>
      </pc:sldChg>
      <pc:sldChg chg="del">
        <pc:chgData name="Haver, Nesi" userId="f0b10392-936b-464b-8246-942839c7e500" providerId="ADAL" clId="{2C75765E-97EF-4590-A5F9-DDA3A8BFFBA6}" dt="2026-03-06T14:26:05.009" v="12" actId="47"/>
        <pc:sldMkLst>
          <pc:docMk/>
          <pc:sldMk cId="706346210" sldId="291"/>
        </pc:sldMkLst>
      </pc:sldChg>
      <pc:sldChg chg="del">
        <pc:chgData name="Haver, Nesi" userId="f0b10392-936b-464b-8246-942839c7e500" providerId="ADAL" clId="{2C75765E-97EF-4590-A5F9-DDA3A8BFFBA6}" dt="2026-03-06T14:26:05.009" v="12" actId="47"/>
        <pc:sldMkLst>
          <pc:docMk/>
          <pc:sldMk cId="2437681927" sldId="293"/>
        </pc:sldMkLst>
      </pc:sldChg>
      <pc:sldChg chg="del">
        <pc:chgData name="Haver, Nesi" userId="f0b10392-936b-464b-8246-942839c7e500" providerId="ADAL" clId="{2C75765E-97EF-4590-A5F9-DDA3A8BFFBA6}" dt="2026-03-06T14:25:12.050" v="11" actId="47"/>
        <pc:sldMkLst>
          <pc:docMk/>
          <pc:sldMk cId="1634821472" sldId="298"/>
        </pc:sldMkLst>
      </pc:sldChg>
      <pc:sldChg chg="del">
        <pc:chgData name="Haver, Nesi" userId="f0b10392-936b-464b-8246-942839c7e500" providerId="ADAL" clId="{2C75765E-97EF-4590-A5F9-DDA3A8BFFBA6}" dt="2026-03-06T14:26:16.311" v="13" actId="47"/>
        <pc:sldMkLst>
          <pc:docMk/>
          <pc:sldMk cId="3375518391" sldId="301"/>
        </pc:sldMkLst>
      </pc:sldChg>
      <pc:sldChg chg="del">
        <pc:chgData name="Haver, Nesi" userId="f0b10392-936b-464b-8246-942839c7e500" providerId="ADAL" clId="{2C75765E-97EF-4590-A5F9-DDA3A8BFFBA6}" dt="2026-03-06T14:26:05.009" v="12" actId="47"/>
        <pc:sldMkLst>
          <pc:docMk/>
          <pc:sldMk cId="2945695262" sldId="303"/>
        </pc:sldMkLst>
      </pc:sldChg>
      <pc:sldChg chg="del">
        <pc:chgData name="Haver, Nesi" userId="f0b10392-936b-464b-8246-942839c7e500" providerId="ADAL" clId="{2C75765E-97EF-4590-A5F9-DDA3A8BFFBA6}" dt="2026-03-06T14:26:27.490" v="14" actId="47"/>
        <pc:sldMkLst>
          <pc:docMk/>
          <pc:sldMk cId="152966986" sldId="308"/>
        </pc:sldMkLst>
      </pc:sldChg>
      <pc:sldChg chg="del">
        <pc:chgData name="Haver, Nesi" userId="f0b10392-936b-464b-8246-942839c7e500" providerId="ADAL" clId="{2C75765E-97EF-4590-A5F9-DDA3A8BFFBA6}" dt="2026-03-06T14:23:41.382" v="1" actId="47"/>
        <pc:sldMkLst>
          <pc:docMk/>
          <pc:sldMk cId="3283479918" sldId="309"/>
        </pc:sldMkLst>
      </pc:sldChg>
      <pc:sldChg chg="del">
        <pc:chgData name="Haver, Nesi" userId="f0b10392-936b-464b-8246-942839c7e500" providerId="ADAL" clId="{2C75765E-97EF-4590-A5F9-DDA3A8BFFBA6}" dt="2026-03-06T14:23:41.382" v="1" actId="47"/>
        <pc:sldMkLst>
          <pc:docMk/>
          <pc:sldMk cId="3897276850" sldId="310"/>
        </pc:sldMkLst>
      </pc:sldChg>
      <pc:sldChg chg="del">
        <pc:chgData name="Haver, Nesi" userId="f0b10392-936b-464b-8246-942839c7e500" providerId="ADAL" clId="{2C75765E-97EF-4590-A5F9-DDA3A8BFFBA6}" dt="2026-03-06T14:26:32.806" v="15" actId="47"/>
        <pc:sldMkLst>
          <pc:docMk/>
          <pc:sldMk cId="3758910003" sldId="317"/>
        </pc:sldMkLst>
      </pc:sldChg>
      <pc:sldChg chg="del">
        <pc:chgData name="Haver, Nesi" userId="f0b10392-936b-464b-8246-942839c7e500" providerId="ADAL" clId="{2C75765E-97EF-4590-A5F9-DDA3A8BFFBA6}" dt="2026-03-06T14:23:51.136" v="2" actId="47"/>
        <pc:sldMkLst>
          <pc:docMk/>
          <pc:sldMk cId="2700218310" sldId="329"/>
        </pc:sldMkLst>
      </pc:sldChg>
      <pc:sldChg chg="del">
        <pc:chgData name="Haver, Nesi" userId="f0b10392-936b-464b-8246-942839c7e500" providerId="ADAL" clId="{2C75765E-97EF-4590-A5F9-DDA3A8BFFBA6}" dt="2026-03-06T14:23:51.136" v="2" actId="47"/>
        <pc:sldMkLst>
          <pc:docMk/>
          <pc:sldMk cId="3356767662" sldId="334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1951360174" sldId="340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1754916072" sldId="341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2580878260" sldId="343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3457513648" sldId="344"/>
        </pc:sldMkLst>
      </pc:sldChg>
      <pc:sldChg chg="add del">
        <pc:chgData name="Haver, Nesi" userId="f0b10392-936b-464b-8246-942839c7e500" providerId="ADAL" clId="{2C75765E-97EF-4590-A5F9-DDA3A8BFFBA6}" dt="2026-03-06T14:23:56.693" v="4" actId="47"/>
        <pc:sldMkLst>
          <pc:docMk/>
          <pc:sldMk cId="1334813118" sldId="345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947536107" sldId="348"/>
        </pc:sldMkLst>
      </pc:sldChg>
      <pc:sldChg chg="del">
        <pc:chgData name="Haver, Nesi" userId="f0b10392-936b-464b-8246-942839c7e500" providerId="ADAL" clId="{2C75765E-97EF-4590-A5F9-DDA3A8BFFBA6}" dt="2026-03-06T14:24:31.014" v="7" actId="47"/>
        <pc:sldMkLst>
          <pc:docMk/>
          <pc:sldMk cId="1899755673" sldId="349"/>
        </pc:sldMkLst>
      </pc:sldChg>
      <pc:sldChg chg="del">
        <pc:chgData name="Haver, Nesi" userId="f0b10392-936b-464b-8246-942839c7e500" providerId="ADAL" clId="{2C75765E-97EF-4590-A5F9-DDA3A8BFFBA6}" dt="2026-03-06T14:24:22.408" v="6" actId="47"/>
        <pc:sldMkLst>
          <pc:docMk/>
          <pc:sldMk cId="1878170048" sldId="350"/>
        </pc:sldMkLst>
      </pc:sldChg>
      <pc:sldChg chg="del">
        <pc:chgData name="Haver, Nesi" userId="f0b10392-936b-464b-8246-942839c7e500" providerId="ADAL" clId="{2C75765E-97EF-4590-A5F9-DDA3A8BFFBA6}" dt="2026-03-06T14:24:42.388" v="8" actId="47"/>
        <pc:sldMkLst>
          <pc:docMk/>
          <pc:sldMk cId="2905711535" sldId="351"/>
        </pc:sldMkLst>
      </pc:sldChg>
      <pc:sldChg chg="del">
        <pc:chgData name="Haver, Nesi" userId="f0b10392-936b-464b-8246-942839c7e500" providerId="ADAL" clId="{2C75765E-97EF-4590-A5F9-DDA3A8BFFBA6}" dt="2026-03-06T14:24:03.590" v="5" actId="47"/>
        <pc:sldMkLst>
          <pc:docMk/>
          <pc:sldMk cId="1011795567" sldId="357"/>
        </pc:sldMkLst>
      </pc:sldChg>
      <pc:sldChg chg="del">
        <pc:chgData name="Haver, Nesi" userId="f0b10392-936b-464b-8246-942839c7e500" providerId="ADAL" clId="{2C75765E-97EF-4590-A5F9-DDA3A8BFFBA6}" dt="2026-03-06T14:24:03.590" v="5" actId="47"/>
        <pc:sldMkLst>
          <pc:docMk/>
          <pc:sldMk cId="3135335055" sldId="359"/>
        </pc:sldMkLst>
      </pc:sldChg>
      <pc:sldChg chg="del">
        <pc:chgData name="Haver, Nesi" userId="f0b10392-936b-464b-8246-942839c7e500" providerId="ADAL" clId="{2C75765E-97EF-4590-A5F9-DDA3A8BFFBA6}" dt="2026-03-06T14:25:12.050" v="11" actId="47"/>
        <pc:sldMkLst>
          <pc:docMk/>
          <pc:sldMk cId="3650088144" sldId="362"/>
        </pc:sldMkLst>
      </pc:sldChg>
      <pc:sldMasterChg chg="delSldLayout">
        <pc:chgData name="Haver, Nesi" userId="f0b10392-936b-464b-8246-942839c7e500" providerId="ADAL" clId="{2C75765E-97EF-4590-A5F9-DDA3A8BFFBA6}" dt="2026-03-06T14:26:32.806" v="15" actId="47"/>
        <pc:sldMasterMkLst>
          <pc:docMk/>
          <pc:sldMasterMk cId="2767925382" sldId="2147483664"/>
        </pc:sldMasterMkLst>
        <pc:sldLayoutChg chg="del">
          <pc:chgData name="Haver, Nesi" userId="f0b10392-936b-464b-8246-942839c7e500" providerId="ADAL" clId="{2C75765E-97EF-4590-A5F9-DDA3A8BFFBA6}" dt="2026-03-06T14:22:34.626" v="0" actId="47"/>
          <pc:sldLayoutMkLst>
            <pc:docMk/>
            <pc:sldMasterMk cId="2767925382" sldId="2147483664"/>
            <pc:sldLayoutMk cId="2074263035" sldId="2147483802"/>
          </pc:sldLayoutMkLst>
        </pc:sldLayoutChg>
        <pc:sldLayoutChg chg="del">
          <pc:chgData name="Haver, Nesi" userId="f0b10392-936b-464b-8246-942839c7e500" providerId="ADAL" clId="{2C75765E-97EF-4590-A5F9-DDA3A8BFFBA6}" dt="2026-03-06T14:22:34.626" v="0" actId="47"/>
          <pc:sldLayoutMkLst>
            <pc:docMk/>
            <pc:sldMasterMk cId="2767925382" sldId="2147483664"/>
            <pc:sldLayoutMk cId="2005755324" sldId="2147483804"/>
          </pc:sldLayoutMkLst>
        </pc:sldLayoutChg>
        <pc:sldLayoutChg chg="del">
          <pc:chgData name="Haver, Nesi" userId="f0b10392-936b-464b-8246-942839c7e500" providerId="ADAL" clId="{2C75765E-97EF-4590-A5F9-DDA3A8BFFBA6}" dt="2026-03-06T14:23:41.382" v="1" actId="47"/>
          <pc:sldLayoutMkLst>
            <pc:docMk/>
            <pc:sldMasterMk cId="2767925382" sldId="2147483664"/>
            <pc:sldLayoutMk cId="1646059353" sldId="2147483806"/>
          </pc:sldLayoutMkLst>
        </pc:sldLayoutChg>
        <pc:sldLayoutChg chg="del">
          <pc:chgData name="Haver, Nesi" userId="f0b10392-936b-464b-8246-942839c7e500" providerId="ADAL" clId="{2C75765E-97EF-4590-A5F9-DDA3A8BFFBA6}" dt="2026-03-06T14:23:41.382" v="1" actId="47"/>
          <pc:sldLayoutMkLst>
            <pc:docMk/>
            <pc:sldMasterMk cId="2767925382" sldId="2147483664"/>
            <pc:sldLayoutMk cId="3180924866" sldId="2147483807"/>
          </pc:sldLayoutMkLst>
        </pc:sldLayoutChg>
        <pc:sldLayoutChg chg="del">
          <pc:chgData name="Haver, Nesi" userId="f0b10392-936b-464b-8246-942839c7e500" providerId="ADAL" clId="{2C75765E-97EF-4590-A5F9-DDA3A8BFFBA6}" dt="2026-03-06T14:26:32.806" v="15" actId="47"/>
          <pc:sldLayoutMkLst>
            <pc:docMk/>
            <pc:sldMasterMk cId="2767925382" sldId="2147483664"/>
            <pc:sldLayoutMk cId="3603256472" sldId="2147483813"/>
          </pc:sldLayoutMkLst>
        </pc:sldLayoutChg>
        <pc:sldLayoutChg chg="del">
          <pc:chgData name="Haver, Nesi" userId="f0b10392-936b-464b-8246-942839c7e500" providerId="ADAL" clId="{2C75765E-97EF-4590-A5F9-DDA3A8BFFBA6}" dt="2026-03-06T14:26:16.311" v="13" actId="47"/>
          <pc:sldLayoutMkLst>
            <pc:docMk/>
            <pc:sldMasterMk cId="2767925382" sldId="2147483664"/>
            <pc:sldLayoutMk cId="853948437" sldId="2147483815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6C-49CD-9E4C-A239BB8191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6C-49CD-9E4C-A239BB8191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16C-49CD-9E4C-A239BB8191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90442656"/>
        <c:axId val="990447456"/>
      </c:barChart>
      <c:catAx>
        <c:axId val="990442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447456"/>
        <c:crosses val="autoZero"/>
        <c:auto val="1"/>
        <c:lblAlgn val="ctr"/>
        <c:lblOffset val="100"/>
        <c:noMultiLvlLbl val="0"/>
      </c:catAx>
      <c:valAx>
        <c:axId val="990447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44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70616-68AF-A940-9235-6051B03E57CA}" type="datetimeFigureOut">
              <a:t>03/06/2026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17CDD-1886-BA40-8FD9-A47E154EBD0B}" type="slidenum"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25901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2929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D152-2EFB-6638-9E2F-0BCE1B75A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54AF3-9231-AD25-167A-0C9678644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78DE4-2392-B3BC-0949-E0DF6D32F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3470-FB0E-3E36-48E6-07613DBAB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5215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A41BE-9AC2-9F09-1DBF-14E9D556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CE194-9715-5631-5DA1-330345CF2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36C347-AA40-126A-9462-FB2CD98CE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C747B-0119-E730-0B8E-E8E7AFA17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9920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1396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E44E-37C6-0272-CF6E-5496186F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5817A-5E7A-3E25-1FD6-132520A3C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915CB-07C1-DAF3-D4E6-E9A7676FC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E5A12-BCD0-15D6-BC10-269E227DD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7CDD-1886-BA40-8FD9-A47E154EBD0B}" type="slidenum">
              <a:rPr lang="en-DE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0675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29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29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29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29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29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 - BRAND COL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1C14DA-378E-9CCD-5D35-E90EFF865F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34515" y="5773275"/>
            <a:ext cx="4920942" cy="712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Speaker’s name </a:t>
            </a:r>
          </a:p>
          <a:p>
            <a:pPr lvl="0"/>
            <a:r>
              <a:rPr lang="en-US" dirty="0"/>
              <a:t>Title of the speaker </a:t>
            </a:r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E8174-77A2-661B-ED82-2981EDAF5D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312" y="2196193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the </a:t>
            </a:r>
            <a:br>
              <a:rPr lang="he-IL" dirty="0"/>
            </a:br>
            <a:r>
              <a:rPr lang="he-IL" dirty="0"/>
              <a:t>title of the presentation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C9014A-9A29-E2F6-ABDF-8C3F8105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312" y="4583793"/>
            <a:ext cx="6208855" cy="4165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A6A6FE-E24F-719B-FF52-04492BCC06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DBDE52-B545-ED08-B72A-602A4BA198BF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723171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r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6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BE8756-8A9F-857F-1B91-4F9E5FBB3905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B8A5AA7-8C67-E771-E7B9-C8A48C7F193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8845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genda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D0A4B-F671-1CCB-6AC7-FEA37FB3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A0F87C-C07F-8AE6-9771-5272486DE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6962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4BE8756-8A9F-857F-1B91-4F9E5FBB3905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B8A5AA7-8C67-E771-E7B9-C8A48C7F193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4264386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- Solid BG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5C11F52-1938-3C1B-69B0-AB9201733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262" y="5895202"/>
            <a:ext cx="1884768" cy="4839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885" y="2953599"/>
            <a:ext cx="4920943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he-IL" dirty="0"/>
              <a:t>This is a divi</a:t>
            </a:r>
            <a:r>
              <a:rPr lang="en-US" dirty="0"/>
              <a:t>d</a:t>
            </a:r>
            <a:r>
              <a:rPr lang="he-IL" dirty="0"/>
              <a:t>er slide title here</a:t>
            </a:r>
            <a:r>
              <a:rPr lang="en-US" dirty="0"/>
              <a:t> title here</a:t>
            </a:r>
            <a:endParaRPr lang="en-DE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FEC38A9-26D0-6F99-31E1-09B880E4B4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884" y="2412141"/>
            <a:ext cx="1461947" cy="8747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buNone/>
              <a:defRPr sz="7200" b="0">
                <a:solidFill>
                  <a:srgbClr val="BDC7F5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02</a:t>
            </a:r>
            <a:endParaRPr lang="en-D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A7989B9-E1DD-3D83-9E7B-EE6CE57C2D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97C9A8-F1BB-5167-A687-A60C405FA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8979E9-CD6A-6F22-DEEB-D835475E6A4C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65239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C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D884-2D77-81FC-2E1C-7DA55E65BA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922713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1">
              <a:alpha val="3022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rgbClr val="BDC7F5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DC034CA-3872-630A-BFFE-44B52340B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491922-BDD0-25A1-3E67-D50CCE1F96A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164BBC-8D0C-F9C7-BCE3-0665B4EFFA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02825" y="3528464"/>
            <a:ext cx="1854200" cy="1101725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solidFill>
                  <a:schemeClr val="bg1"/>
                </a:solidFill>
                <a:latin typeface="+mn-lt"/>
              </a:defRPr>
            </a:lvl1pPr>
            <a:lvl2pPr marL="396000" indent="-2160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solidFill>
                  <a:schemeClr val="bg1"/>
                </a:solidFill>
                <a:latin typeface="+mn-lt"/>
              </a:defRPr>
            </a:lvl2pPr>
            <a:lvl3pPr marL="612000" indent="-216000">
              <a:buClr>
                <a:schemeClr val="accent4"/>
              </a:buClr>
              <a:buFont typeface="Aptos" panose="020B0004020202020204" pitchFamily="34" charset="0"/>
              <a:buChar char="→"/>
              <a:defRPr sz="12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EE3B9B-D936-FBA6-A3D3-ECF73CF89C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096" y="2082853"/>
            <a:ext cx="3255510" cy="3578113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1pPr>
            <a:lvl2pPr marL="36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540000" indent="-180000">
              <a:buClr>
                <a:schemeClr val="accent4"/>
              </a:buClr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4732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CREEN -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2">
              <a:alpha val="55000"/>
            </a:schemeClr>
          </a:solidFill>
          <a:ln w="9525">
            <a:solidFill>
              <a:srgbClr val="403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421E0-BFD1-546F-3967-A67121B22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2EEE14F-68BC-0C1A-0CA9-9BD23AB27D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922713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F20B8E2-C081-3E39-5AC4-D08A2E4001C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902825" y="3528464"/>
            <a:ext cx="1854200" cy="1101725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100">
                <a:solidFill>
                  <a:schemeClr val="tx1"/>
                </a:solidFill>
                <a:latin typeface="+mn-lt"/>
              </a:defRPr>
            </a:lvl1pPr>
            <a:lvl2pPr marL="324000" indent="-144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2pPr>
            <a:lvl3pPr marL="504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200"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ADCE2A-2560-05B7-AE10-32E2E049B9B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096" y="2082853"/>
            <a:ext cx="3255510" cy="3578113"/>
          </a:xfrm>
          <a:prstGeom prst="rect">
            <a:avLst/>
          </a:prstGeom>
        </p:spPr>
        <p:txBody>
          <a:bodyPr/>
          <a:lstStyle>
            <a:lvl1pPr marL="18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1pPr>
            <a:lvl2pPr marL="360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400">
                <a:latin typeface="+mn-lt"/>
              </a:defRPr>
            </a:lvl2pPr>
            <a:lvl3pPr marL="576000" indent="-180000">
              <a:buClr>
                <a:schemeClr val="accent5">
                  <a:lumMod val="50000"/>
                </a:schemeClr>
              </a:buClr>
              <a:buFont typeface="Aptos" panose="020B0004020202020204" pitchFamily="34" charset="0"/>
              <a:buChar char="→"/>
              <a:defRPr sz="1200">
                <a:latin typeface="+mn-lt"/>
              </a:defRPr>
            </a:lvl3pPr>
            <a:lvl4pPr marL="16002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4pPr>
            <a:lvl5pPr marL="2057400" indent="-228600">
              <a:buClr>
                <a:schemeClr val="accent4"/>
              </a:buClr>
              <a:buFont typeface="Aptos" panose="020B0004020202020204" pitchFamily="34" charset="0"/>
              <a:buChar char="→"/>
              <a:defRPr sz="11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230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01">
    <p:bg>
      <p:bgPr>
        <a:solidFill>
          <a:srgbClr val="4035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6661C15-085A-D2D7-2CE6-A71EF577F0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563" r="1756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EBE500B-B8A4-D9BE-1A77-EFAB67A071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992"/>
          <a:stretch>
            <a:fillRect/>
          </a:stretch>
        </p:blipFill>
        <p:spPr>
          <a:xfrm>
            <a:off x="0" y="0"/>
            <a:ext cx="4054208" cy="6858000"/>
          </a:xfrm>
          <a:custGeom>
            <a:avLst/>
            <a:gdLst>
              <a:gd name="connsiteX0" fmla="*/ 0 w 4054208"/>
              <a:gd name="connsiteY0" fmla="*/ 0 h 6858000"/>
              <a:gd name="connsiteX1" fmla="*/ 4054208 w 4054208"/>
              <a:gd name="connsiteY1" fmla="*/ 0 h 6858000"/>
              <a:gd name="connsiteX2" fmla="*/ 4054208 w 4054208"/>
              <a:gd name="connsiteY2" fmla="*/ 6858000 h 6858000"/>
              <a:gd name="connsiteX3" fmla="*/ 0 w 405420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4208" h="6858000">
                <a:moveTo>
                  <a:pt x="0" y="0"/>
                </a:moveTo>
                <a:lnTo>
                  <a:pt x="4054208" y="0"/>
                </a:lnTo>
                <a:lnTo>
                  <a:pt x="40542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F8E5-E77B-0AD9-988E-167E3DB960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016578" y="1671464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the slide</a:t>
            </a:r>
            <a:endParaRPr lang="en-DE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589B3A-318C-6C8C-00E6-5CE4B37C27D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0016578" y="1152276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DB1C50-48F4-6941-B163-CE81A5789BC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016578" y="4047887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5F5DF16-756A-D2ED-B659-7AC638C1231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0016578" y="3528699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D3FD480-68C1-22F1-7C9D-0E3B1B972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63EC526-BFFF-4BA9-F37C-1E46BE9EEAD1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478260A-FDA9-827C-1B12-84B7111CD0B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0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FB7C9-E8C6-1BF0-833E-0917604800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08A730-7487-E769-D85B-42ABEE51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D68CBD-4AF9-9DA7-A2A4-1A076D99766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22433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 -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2B384BF-F62D-9BC5-8C1E-291F7C3FAF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1B03C9E-7BCC-DA69-A381-B42FB04D1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0545C-6D4F-E40E-0AD8-7DFCCD26DD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97326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DARK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2CA5C7-5B3C-253A-E6F4-F744CA79B1EF}"/>
              </a:ext>
            </a:extLst>
          </p:cNvPr>
          <p:cNvCxnSpPr/>
          <p:nvPr userDrawn="1"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29A8870-030D-A196-A964-3CD76713C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5D2F911-A518-782D-ED27-BF74B1D04A3B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0D057E-CAD3-3400-BB69-95F13C33DC0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2BF325-2B27-9069-602A-4FA202743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14150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WER NO WiTH ICON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77D2BB-CE02-C818-5E27-F8045883A22F}"/>
              </a:ext>
            </a:extLst>
          </p:cNvPr>
          <p:cNvCxnSpPr/>
          <p:nvPr userDrawn="1"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19E7379-B820-61AB-8E10-2BDFB2F1462F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07BF3E-4972-1B2B-4BFC-6209EC78EB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090D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5845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5C4DA-E755-E9CA-4335-D928DEAE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2116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0A1396-01AD-7F81-4EBF-70BB95EBFB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FE2E81-E38E-0FF5-36A1-014B9F24D5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59527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6F692-5D91-5D25-5CDD-A3386FB1A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4944533" cy="6857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5764775-EA26-2EFB-76A2-959543015D0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D244B6B-F246-A9CB-C034-3AB155D8A6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804057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26F692-5D91-5D25-5CDD-A3386FB1A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4944533" cy="6857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E8824CE-FA18-8933-966E-FB2499E8EA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65180F-02D2-B8FD-8FA2-897AEC13B1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6345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43C4561-3AAB-14EF-C44F-E0E56D01B1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9A7DD28-7799-6E47-C876-4A6C69DFF5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8912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EBF6C2-7851-584D-D566-62DE8289DA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36585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ADC6C-865B-66EA-B50B-7DECB5DE8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92349" y="292605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956DCF-166D-F80B-DFFF-8564297DCB1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92349" y="240686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D137B0B9-640C-EAAA-66B8-668885A93A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56762" y="893858"/>
            <a:ext cx="4279900" cy="4816475"/>
          </a:xfrm>
          <a:prstGeom prst="round1Rect">
            <a:avLst>
              <a:gd name="adj" fmla="val 11249"/>
            </a:avLst>
          </a:prstGeom>
          <a:solidFill>
            <a:srgbClr val="EDEDED">
              <a:alpha val="72349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2D5F-A280-2F87-16E5-274FCDF2B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58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IDE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91D596-FBF3-BF06-B7D2-66155A8654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63572756-5259-90FA-1183-65FAD6BEBC3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08635" y="414407"/>
            <a:ext cx="3522722" cy="2673294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4C8451AC-6E14-A2A6-E10E-D2D9F971F10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35" y="3422706"/>
            <a:ext cx="3522722" cy="2673294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4153E1-6060-93DD-5E55-105C76096BB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14644" y="1434968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C74D88E-48D7-B65A-AB86-B1931B0250D4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614644" y="4323942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EC429AD-D532-B287-40EF-5797D5557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902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 userDrawn="1"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B2B328-E44B-6331-954C-A6B92F5763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48317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 userDrawn="1"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3596-D695-4391-59BB-D5FD191053F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892349" y="292605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C6FD75-46E7-AFC8-4173-916D8DF746E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892349" y="240686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F5C2B852-BC29-29F7-4F35-87E60F36F1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56762" y="893858"/>
            <a:ext cx="4279900" cy="4816475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8860664-9195-4C3A-C4E4-AEB12D268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83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3BC070B-A7DA-3C02-8994-CCBEF22F4139}"/>
              </a:ext>
            </a:extLst>
          </p:cNvPr>
          <p:cNvSpPr/>
          <p:nvPr userDrawn="1"/>
        </p:nvSpPr>
        <p:spPr>
          <a:xfrm>
            <a:off x="1" y="0"/>
            <a:ext cx="4942477" cy="6858000"/>
          </a:xfrm>
          <a:custGeom>
            <a:avLst/>
            <a:gdLst>
              <a:gd name="connsiteX0" fmla="*/ 0 w 4942477"/>
              <a:gd name="connsiteY0" fmla="*/ 0 h 6858000"/>
              <a:gd name="connsiteX1" fmla="*/ 3657400 w 4942477"/>
              <a:gd name="connsiteY1" fmla="*/ 0 h 6858000"/>
              <a:gd name="connsiteX2" fmla="*/ 3657400 w 4942477"/>
              <a:gd name="connsiteY2" fmla="*/ 5568201 h 6858000"/>
              <a:gd name="connsiteX3" fmla="*/ 4811040 w 4942477"/>
              <a:gd name="connsiteY3" fmla="*/ 6850961 h 6858000"/>
              <a:gd name="connsiteX4" fmla="*/ 4942477 w 4942477"/>
              <a:gd name="connsiteY4" fmla="*/ 6858000 h 6858000"/>
              <a:gd name="connsiteX5" fmla="*/ 1 w 494247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42477" h="6858000">
                <a:moveTo>
                  <a:pt x="0" y="0"/>
                </a:moveTo>
                <a:lnTo>
                  <a:pt x="3657400" y="0"/>
                </a:lnTo>
                <a:lnTo>
                  <a:pt x="3657400" y="5568201"/>
                </a:lnTo>
                <a:cubicBezTo>
                  <a:pt x="3657400" y="6234720"/>
                  <a:pt x="4162749" y="6783176"/>
                  <a:pt x="4811040" y="6850961"/>
                </a:cubicBezTo>
                <a:lnTo>
                  <a:pt x="4942477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1C1FF-644B-4BB4-8D44-3F32B2D859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69D685C6-D359-FD73-B868-896FBF3C67A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08635" y="414407"/>
            <a:ext cx="3522722" cy="2673294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A3C5D756-1FB1-B10C-A243-63EC7B4E97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35" y="3422706"/>
            <a:ext cx="3522722" cy="2673294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9DEFA0C-33AB-FFA4-0B0B-34FC874E26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14644" y="1434968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B99FFBD-EC54-4EF9-A29E-00DD3FDBDA6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614644" y="4323942"/>
            <a:ext cx="1826507" cy="87091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1312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69" userDrawn="1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IDE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76E3635-CDEA-FE23-F7EE-B0FB248153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944533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6480" y="1820901"/>
            <a:ext cx="3023075" cy="2036996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</a:t>
            </a:r>
            <a:endParaRPr lang="en-DE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C957A260-0361-F89F-8B22-AE8A20B4F0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6480" y="4214441"/>
            <a:ext cx="2631190" cy="9584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000" b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r>
              <a:rPr lang="he-IL" dirty="0">
                <a:effectLst/>
              </a:rPr>
              <a:t> </a:t>
            </a:r>
            <a:r>
              <a:rPr lang="en-GB" dirty="0">
                <a:effectLst/>
              </a:rPr>
              <a:t>I am a subtitle</a:t>
            </a:r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64C66-B923-0CA7-EB95-44496C391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F9190C9-A19D-FFD6-7E5D-630B69A3260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EB7ECB-EFC1-DA7B-03E1-58B4C30E1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683368-6387-7421-794D-0B3DAC7E5A7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28020" y="1074386"/>
            <a:ext cx="6881209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777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842" userDrawn="1">
          <p15:clr>
            <a:srgbClr val="FBAE40"/>
          </p15:clr>
        </p15:guide>
        <p15:guide id="3" pos="229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OWER NO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7F3EEE5-4541-CC20-D9A3-4D81DF2F81EA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E1A56E-DE6D-F0E4-29F7-9DA1130949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0616A3-CF48-CCF6-F205-126C7A7B436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343342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2A182B5-8061-D3E8-71BD-CA0871722F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7C530C-9CAD-7F1C-FD87-97B1B87752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76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8F5FDD-72A9-2647-F815-C79DF46FAA7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281540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XES WITH ICONS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5E542-0FEE-4CC6-A197-9329D0DE6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0DF81F-00BE-E0F9-5374-1DD248E62095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7AAA75-65C5-BF73-B8FC-CA63D06B37FC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70FF53-412B-8278-7F5F-61A010B64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477D81-D7FD-211E-B3B0-A734EED91B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23168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Upper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F523E-3CBB-1846-E4DA-79A6891D6AB2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21EF2B-83F4-A696-1AF0-51501207D1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9AF027-3B08-0C8B-027B-06FA08F3D8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14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WITH ICONS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395E542-0FEE-4CC6-A197-9329D0DE6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0DF81F-00BE-E0F9-5374-1DD248E62095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7AAA75-65C5-BF73-B8FC-CA63D06B37FC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70FF53-412B-8278-7F5F-61A010B648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F2076F7-67D9-5318-83D3-4121F59EE20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0983529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POWER NO X4 - BRIGH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7F3EEE5-4541-CC20-D9A3-4D81DF2F81EA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E1A56E-DE6D-F0E4-29F7-9DA1130949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090D3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92B8F-5125-E74C-1963-D6189A7CCE2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923" y="1805765"/>
            <a:ext cx="11284496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5068775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92F9757-859E-9DD0-BC51-6F63F6B92C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0E6C14-F2D4-7517-04BE-CE07B65FD4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944658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281B6BA-3C3D-55B2-6445-B9E399DC8E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0EE546-70D7-3E8B-44F1-D71908E459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DA16E9F-F3E0-3593-E814-48F7C9FB0C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" y="-11638"/>
            <a:ext cx="12208424" cy="13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7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Upper tit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/>
          <a:p>
            <a:fld id="{EFA2350A-29EC-E546-BCCA-FF7831B45487}" type="slidenum">
              <a:t>‹#›</a:t>
            </a:fld>
            <a:endParaRPr lang="en-D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7CECA70D-44A7-DAD9-6729-7095A8EBC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390888-13B0-654C-90EA-20062E3BE3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0773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Upper title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B958F9A-EB30-FFEC-B30A-673A99250C0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6C2810-C3CD-612E-6D1A-1DB884F8966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523FE963-1784-5CBD-5F1D-34FC8D373D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938" y="1805765"/>
            <a:ext cx="4687888" cy="2789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D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D318630-82FB-06E6-7EB7-92A64F9746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54427" y="1805765"/>
            <a:ext cx="5642248" cy="4344104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32000" indent="-1800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648000" marR="0" indent="-1800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72856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+ SC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D884-2D77-81FC-2E1C-7DA55E65BA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1093639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1">
              <a:alpha val="30226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rgbClr val="BDC7F5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DC034CA-3872-630A-BFFE-44B52340B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491922-BDD0-25A1-3E67-D50CCE1F96A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3101814-6D2A-BD6E-0FEB-09B05E1C794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96" y="2086712"/>
            <a:ext cx="3255511" cy="402314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bg1"/>
                </a:solidFill>
                <a:latin typeface="+mn-lt"/>
              </a:defRPr>
            </a:lvl2pPr>
            <a:lvl3pPr marL="756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bg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0BDBA9-D75C-FFE8-E1AB-9C5BAAE2D16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855230" y="3742984"/>
            <a:ext cx="1790688" cy="1924571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4"/>
              </a:buClr>
              <a:buSzPct val="100000"/>
              <a:buFont typeface="Aptos" panose="020B0004020202020204" pitchFamily="34" charset="0"/>
              <a:buChar char="→"/>
              <a:defRPr sz="1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SzPct val="7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  <a:latin typeface="+mn-lt"/>
              </a:defRPr>
            </a:lvl2pPr>
            <a:lvl3pPr marL="527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3813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ap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4365416-9BB7-7346-22FE-46B7AD0F53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9488" y="408205"/>
            <a:ext cx="9433024" cy="114280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 of the</a:t>
            </a:r>
            <a:endParaRPr lang="en-DE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FB7C9-E8C6-1BF0-833E-0917604800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779" y="1810943"/>
            <a:ext cx="7892441" cy="4228093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08A730-7487-E769-D85B-42ABEE51B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AD68CBD-4AF9-9DA7-A2A4-1A076D997667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9915257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MELINE - DARK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62CA5C7-5B3C-253A-E6F4-F744CA79B1EF}"/>
              </a:ext>
            </a:extLst>
          </p:cNvPr>
          <p:cNvCxnSpPr/>
          <p:nvPr userDrawn="1"/>
        </p:nvCxnSpPr>
        <p:spPr>
          <a:xfrm>
            <a:off x="0" y="4094570"/>
            <a:ext cx="12192000" cy="0"/>
          </a:xfrm>
          <a:prstGeom prst="line">
            <a:avLst/>
          </a:prstGeom>
          <a:ln>
            <a:solidFill>
              <a:srgbClr val="BDC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29A8870-030D-A196-A964-3CD76713C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5D2F911-A518-782D-ED27-BF74B1D04A3B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60D057E-CAD3-3400-BB69-95F13C33DC0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2BF325-2B27-9069-602A-4FA202743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526061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9570" y="2243262"/>
            <a:ext cx="6213074" cy="3753346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4DEF07-3C54-48F2-E4CD-71E9664C10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08185" y="376592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C3DFCC2-85EA-93BF-D947-13DEF353DA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8185" y="324673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A4C692D-3DD0-0021-40AA-DE8BFE5E5CA9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80D1D2-05B4-4D67-7C49-F53255A356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ED2372-E213-181C-BE34-6EAC23D8D325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6724597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75B57B1C-F3D8-6F66-4767-E1A629F004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882" y="6286447"/>
            <a:ext cx="868152" cy="222904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519570" y="2243262"/>
            <a:ext cx="6213074" cy="3753346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9634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4DEF07-3C54-48F2-E4CD-71E9664C10E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208185" y="3765923"/>
            <a:ext cx="1942812" cy="132085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C3DFCC2-85EA-93BF-D947-13DEF353DA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208185" y="3246735"/>
            <a:ext cx="1942812" cy="41182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Title over here</a:t>
            </a:r>
            <a:endParaRPr lang="en-DE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8F382B-73E5-24F8-43B9-F24886E50086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2B6CD5-F2DE-900D-4183-70A6BC8A2B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043513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46C4-2C82-10AC-D455-B2AEB47A99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7667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03D9323E-3B52-A92B-FF0E-AB1C432637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2792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63DFAA-07C6-9D39-A082-974E51723AA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327871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3D68A15-C295-931A-D748-F969A201556B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9797742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A4020495-BF79-F06D-5405-BE3AC499E6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5325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E6E746C-F0ED-F8B1-4ECC-9C09BF6873BF}"/>
              </a:ext>
            </a:extLst>
          </p:cNvPr>
          <p:cNvSpPr/>
          <p:nvPr userDrawn="1"/>
        </p:nvSpPr>
        <p:spPr>
          <a:xfrm rot="10800000" flipH="1">
            <a:off x="695325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6" name="Round Single Corner of Rectangle 16">
            <a:extLst>
              <a:ext uri="{FF2B5EF4-FFF2-40B4-BE49-F238E27FC236}">
                <a16:creationId xmlns:a16="http://schemas.microsoft.com/office/drawing/2014/main" id="{C98E3AA7-58EC-3526-BC8C-43C68D2944CA}"/>
              </a:ext>
            </a:extLst>
          </p:cNvPr>
          <p:cNvSpPr/>
          <p:nvPr userDrawn="1"/>
        </p:nvSpPr>
        <p:spPr>
          <a:xfrm rot="10800000" flipH="1">
            <a:off x="695326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2669E16B-1D44-FD82-15AB-1603C7DDF9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21650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12DB21-13EA-83E5-604A-46D47BF308F7}"/>
              </a:ext>
            </a:extLst>
          </p:cNvPr>
          <p:cNvSpPr/>
          <p:nvPr userDrawn="1"/>
        </p:nvSpPr>
        <p:spPr>
          <a:xfrm rot="10800000" flipH="1">
            <a:off x="4521650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1" name="Round Single Corner of Rectangle 16">
            <a:extLst>
              <a:ext uri="{FF2B5EF4-FFF2-40B4-BE49-F238E27FC236}">
                <a16:creationId xmlns:a16="http://schemas.microsoft.com/office/drawing/2014/main" id="{F3211873-D9E4-6902-B2B7-D14A13121339}"/>
              </a:ext>
            </a:extLst>
          </p:cNvPr>
          <p:cNvSpPr/>
          <p:nvPr userDrawn="1"/>
        </p:nvSpPr>
        <p:spPr>
          <a:xfrm rot="10800000" flipH="1">
            <a:off x="4521651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C3E9162E-34C8-C39B-D98F-6E8F469F9B4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347525" y="2153710"/>
            <a:ext cx="3148699" cy="3253085"/>
          </a:xfrm>
          <a:prstGeom prst="rect">
            <a:avLst/>
          </a:prstGeom>
          <a:solidFill>
            <a:srgbClr val="EDEDED">
              <a:alpha val="9634"/>
            </a:srgbClr>
          </a:solidFill>
          <a:ln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 dirty="0"/>
              <a:t>Add Image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1ADF1E8-52C0-DE38-B181-13334CBAB0C2}"/>
              </a:ext>
            </a:extLst>
          </p:cNvPr>
          <p:cNvSpPr/>
          <p:nvPr userDrawn="1"/>
        </p:nvSpPr>
        <p:spPr>
          <a:xfrm rot="10800000" flipH="1">
            <a:off x="8347525" y="5406795"/>
            <a:ext cx="3148699" cy="452547"/>
          </a:xfrm>
          <a:custGeom>
            <a:avLst/>
            <a:gdLst>
              <a:gd name="connsiteX0" fmla="*/ 0 w 3852000"/>
              <a:gd name="connsiteY0" fmla="*/ 553629 h 553629"/>
              <a:gd name="connsiteX1" fmla="*/ 3852000 w 3852000"/>
              <a:gd name="connsiteY1" fmla="*/ 553629 h 553629"/>
              <a:gd name="connsiteX2" fmla="*/ 3852000 w 3852000"/>
              <a:gd name="connsiteY2" fmla="*/ 535505 h 553629"/>
              <a:gd name="connsiteX3" fmla="*/ 3316495 w 3852000"/>
              <a:gd name="connsiteY3" fmla="*/ 0 h 553629"/>
              <a:gd name="connsiteX4" fmla="*/ 0 w 3852000"/>
              <a:gd name="connsiteY4" fmla="*/ 0 h 553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2000" h="553629">
                <a:moveTo>
                  <a:pt x="0" y="553629"/>
                </a:moveTo>
                <a:lnTo>
                  <a:pt x="3852000" y="553629"/>
                </a:lnTo>
                <a:lnTo>
                  <a:pt x="3852000" y="535505"/>
                </a:lnTo>
                <a:cubicBezTo>
                  <a:pt x="3852000" y="239754"/>
                  <a:pt x="3612246" y="0"/>
                  <a:pt x="331649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24" name="Round Single Corner of Rectangle 16">
            <a:extLst>
              <a:ext uri="{FF2B5EF4-FFF2-40B4-BE49-F238E27FC236}">
                <a16:creationId xmlns:a16="http://schemas.microsoft.com/office/drawing/2014/main" id="{767A28A7-F25B-D080-8DD8-1F812CDAE858}"/>
              </a:ext>
            </a:extLst>
          </p:cNvPr>
          <p:cNvSpPr/>
          <p:nvPr userDrawn="1"/>
        </p:nvSpPr>
        <p:spPr>
          <a:xfrm rot="10800000" flipH="1">
            <a:off x="8347526" y="2143871"/>
            <a:ext cx="3148698" cy="3715472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B4FE151-C287-D30C-0FFB-456226F162BA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9973233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IMAGES02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1D04DD-C2D2-66E8-CD3D-A0228140C56D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A14D1C-3D74-615E-3AA2-D217337D5E4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Round Single Corner of Rectangle 16">
            <a:extLst>
              <a:ext uri="{FF2B5EF4-FFF2-40B4-BE49-F238E27FC236}">
                <a16:creationId xmlns:a16="http://schemas.microsoft.com/office/drawing/2014/main" id="{C42E2C1A-5739-72D8-24DC-DFF147DB2BDC}"/>
              </a:ext>
            </a:extLst>
          </p:cNvPr>
          <p:cNvSpPr/>
          <p:nvPr userDrawn="1"/>
        </p:nvSpPr>
        <p:spPr>
          <a:xfrm rot="10800000" flipH="1" flipV="1">
            <a:off x="498650" y="1657512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3" name="Round Single Corner of Rectangle 16">
            <a:extLst>
              <a:ext uri="{FF2B5EF4-FFF2-40B4-BE49-F238E27FC236}">
                <a16:creationId xmlns:a16="http://schemas.microsoft.com/office/drawing/2014/main" id="{4BB812D2-82C0-7906-6A8D-3A56E0D94472}"/>
              </a:ext>
            </a:extLst>
          </p:cNvPr>
          <p:cNvSpPr/>
          <p:nvPr userDrawn="1"/>
        </p:nvSpPr>
        <p:spPr>
          <a:xfrm rot="10800000" flipH="1" flipV="1">
            <a:off x="4260712" y="165751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5" name="Round Single Corner of Rectangle 16">
            <a:extLst>
              <a:ext uri="{FF2B5EF4-FFF2-40B4-BE49-F238E27FC236}">
                <a16:creationId xmlns:a16="http://schemas.microsoft.com/office/drawing/2014/main" id="{29E03294-6DF9-33C8-E8D2-9E0B25ED7ADC}"/>
              </a:ext>
            </a:extLst>
          </p:cNvPr>
          <p:cNvSpPr/>
          <p:nvPr userDrawn="1"/>
        </p:nvSpPr>
        <p:spPr>
          <a:xfrm rot="10800000" flipH="1" flipV="1">
            <a:off x="8022774" y="165751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1" name="Round Single Corner of Rectangle 16">
            <a:extLst>
              <a:ext uri="{FF2B5EF4-FFF2-40B4-BE49-F238E27FC236}">
                <a16:creationId xmlns:a16="http://schemas.microsoft.com/office/drawing/2014/main" id="{B689EB8F-F6D9-5F71-687D-2F97D155A0B9}"/>
              </a:ext>
            </a:extLst>
          </p:cNvPr>
          <p:cNvSpPr/>
          <p:nvPr userDrawn="1"/>
        </p:nvSpPr>
        <p:spPr>
          <a:xfrm rot="10800000" flipH="1" flipV="1">
            <a:off x="498650" y="4162343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2" name="Round Single Corner of Rectangle 16">
            <a:extLst>
              <a:ext uri="{FF2B5EF4-FFF2-40B4-BE49-F238E27FC236}">
                <a16:creationId xmlns:a16="http://schemas.microsoft.com/office/drawing/2014/main" id="{F55852B4-32B2-7A61-DBEE-67046B9B2E07}"/>
              </a:ext>
            </a:extLst>
          </p:cNvPr>
          <p:cNvSpPr/>
          <p:nvPr userDrawn="1"/>
        </p:nvSpPr>
        <p:spPr>
          <a:xfrm rot="10800000" flipH="1" flipV="1">
            <a:off x="4260712" y="4162344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13" name="Round Single Corner of Rectangle 16">
            <a:extLst>
              <a:ext uri="{FF2B5EF4-FFF2-40B4-BE49-F238E27FC236}">
                <a16:creationId xmlns:a16="http://schemas.microsoft.com/office/drawing/2014/main" id="{02470BD3-675E-C971-DF8D-7B6B1B2FFD08}"/>
              </a:ext>
            </a:extLst>
          </p:cNvPr>
          <p:cNvSpPr/>
          <p:nvPr userDrawn="1"/>
        </p:nvSpPr>
        <p:spPr>
          <a:xfrm rot="10800000" flipH="1" flipV="1">
            <a:off x="8022774" y="4162344"/>
            <a:ext cx="3636000" cy="2076287"/>
          </a:xfrm>
          <a:prstGeom prst="round1Rect">
            <a:avLst>
              <a:gd name="adj" fmla="val 13902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DE">
              <a:solidFill>
                <a:schemeClr val="bg1"/>
              </a:solidFill>
            </a:endParaRPr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93B1C7C8-2F1B-91C9-9EA0-729C54183E1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174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2BCBFB75-53D6-6FE7-600B-B7DEFF9AACE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51188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24164E90-FD23-7489-FBFE-11BED2204FD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04038" y="16575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8" name="Picture Placeholder 15">
            <a:extLst>
              <a:ext uri="{FF2B5EF4-FFF2-40B4-BE49-F238E27FC236}">
                <a16:creationId xmlns:a16="http://schemas.microsoft.com/office/drawing/2014/main" id="{87754533-F598-17AD-BD73-F4F326B5A8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08174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39" name="Picture Placeholder 15">
            <a:extLst>
              <a:ext uri="{FF2B5EF4-FFF2-40B4-BE49-F238E27FC236}">
                <a16:creationId xmlns:a16="http://schemas.microsoft.com/office/drawing/2014/main" id="{5C890DB9-6B25-A005-95B9-C9A2A6A6CA2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51188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40" name="Picture Placeholder 15">
            <a:extLst>
              <a:ext uri="{FF2B5EF4-FFF2-40B4-BE49-F238E27FC236}">
                <a16:creationId xmlns:a16="http://schemas.microsoft.com/office/drawing/2014/main" id="{4CBFFF38-42E2-72F1-D112-C64AA77E614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04038" y="4172112"/>
            <a:ext cx="3636000" cy="2076287"/>
          </a:xfrm>
          <a:prstGeom prst="round1Rect">
            <a:avLst>
              <a:gd name="adj" fmla="val 1491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CEB3098-7B12-EB02-57F4-96ECA8D02CBF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18872171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46C4-2C82-10AC-D455-B2AEB47A99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7667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2253AEEF-B666-07B6-31AB-5A59FE9466D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18355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0" name="Picture Placeholder 15">
            <a:extLst>
              <a:ext uri="{FF2B5EF4-FFF2-40B4-BE49-F238E27FC236}">
                <a16:creationId xmlns:a16="http://schemas.microsoft.com/office/drawing/2014/main" id="{03D9323E-3B52-A92B-FF0E-AB1C432637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62792" y="2143871"/>
            <a:ext cx="3522722" cy="3479359"/>
          </a:xfrm>
          <a:prstGeom prst="round1Rect">
            <a:avLst>
              <a:gd name="adj" fmla="val 11249"/>
            </a:avLst>
          </a:prstGeom>
          <a:solidFill>
            <a:schemeClr val="bg1">
              <a:lumMod val="75000"/>
              <a:alpha val="18355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63DFAA-07C6-9D39-A082-974E51723AA0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10327871" y="3144498"/>
            <a:ext cx="1208148" cy="169996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buSzPct val="70000"/>
              <a:buFont typeface="Arial" panose="020B0604020202020204" pitchFamily="34" charset="0"/>
              <a:buNone/>
              <a:defRPr sz="11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/>
              <a:t>Sed ut perspiciatis unde omnis iste natus error sit voluptatem accusantium doloremque laudantium, totam rem aperiam, </a:t>
            </a:r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D85A9AD-C49F-E894-5D98-1E150C2B728F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09BF81-3384-B410-AE4D-05F4AEFC1B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399225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MAGES02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3D04C-19EB-E182-4D2F-685423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A2350A-29EC-E546-BCCA-FF7831B45487}" type="slidenum">
              <a:rPr lang="en-DE"/>
              <a:pPr/>
              <a:t>‹#›</a:t>
            </a:fld>
            <a:endParaRPr lang="en-DE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D85A9AD-C49F-E894-5D98-1E150C2B728F}"/>
              </a:ext>
            </a:extLst>
          </p:cNvPr>
          <p:cNvSpPr/>
          <p:nvPr userDrawn="1"/>
        </p:nvSpPr>
        <p:spPr>
          <a:xfrm>
            <a:off x="0" y="0"/>
            <a:ext cx="12179620" cy="1323658"/>
          </a:xfrm>
          <a:custGeom>
            <a:avLst/>
            <a:gdLst>
              <a:gd name="connsiteX0" fmla="*/ 0 w 12179620"/>
              <a:gd name="connsiteY0" fmla="*/ 0 h 1323658"/>
              <a:gd name="connsiteX1" fmla="*/ 12179620 w 12179620"/>
              <a:gd name="connsiteY1" fmla="*/ 0 h 1323658"/>
              <a:gd name="connsiteX2" fmla="*/ 12167683 w 12179620"/>
              <a:gd name="connsiteY2" fmla="*/ 118415 h 1323658"/>
              <a:gd name="connsiteX3" fmla="*/ 10688900 w 12179620"/>
              <a:gd name="connsiteY3" fmla="*/ 1323658 h 1323658"/>
              <a:gd name="connsiteX4" fmla="*/ 0 w 12179620"/>
              <a:gd name="connsiteY4" fmla="*/ 1323658 h 1323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79620" h="1323658">
                <a:moveTo>
                  <a:pt x="0" y="0"/>
                </a:moveTo>
                <a:lnTo>
                  <a:pt x="12179620" y="0"/>
                </a:lnTo>
                <a:lnTo>
                  <a:pt x="12167683" y="118415"/>
                </a:lnTo>
                <a:cubicBezTo>
                  <a:pt x="12026933" y="806246"/>
                  <a:pt x="11418340" y="1323658"/>
                  <a:pt x="10688900" y="1323658"/>
                </a:cubicBezTo>
                <a:lnTo>
                  <a:pt x="0" y="132365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09BF81-3384-B410-AE4D-05F4AEFC1B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2923" y="1"/>
            <a:ext cx="10780608" cy="9806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 dirty="0">
                <a:effectLst/>
              </a:rPr>
              <a:t>Here comes the title of the slide here comes the title</a:t>
            </a:r>
            <a:endParaRPr lang="en-DE" dirty="0"/>
          </a:p>
        </p:txBody>
      </p:sp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90C677DD-AB52-FFEB-B9D7-07A8C0F027F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7974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CC6EAAF8-0AFA-3BC3-E28D-8AB08FD4B9D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802002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  <p:sp>
        <p:nvSpPr>
          <p:cNvPr id="9" name="Picture Placeholder 15">
            <a:extLst>
              <a:ext uri="{FF2B5EF4-FFF2-40B4-BE49-F238E27FC236}">
                <a16:creationId xmlns:a16="http://schemas.microsoft.com/office/drawing/2014/main" id="{4D90B56C-15F0-0755-81D4-BA3210ECA3A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568531" y="2143871"/>
            <a:ext cx="2905495" cy="3479359"/>
          </a:xfrm>
          <a:prstGeom prst="round1Rect">
            <a:avLst>
              <a:gd name="adj" fmla="val 11249"/>
            </a:avLst>
          </a:prstGeom>
          <a:solidFill>
            <a:srgbClr val="EDEDED">
              <a:alpha val="9634"/>
            </a:srgb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r>
              <a:rPr lang="en-DE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19951191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SCREEN - Light">
    <p:bg>
      <p:bgPr>
        <a:solidFill>
          <a:srgbClr val="BDC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E039A2-B758-8913-CC63-FF7CB70B0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5799" y="0"/>
            <a:ext cx="52324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DF3E63-BC8C-70FB-3E23-26B5117267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096" y="588738"/>
            <a:ext cx="6156652" cy="98236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Here comes the title of slide here comes the title</a:t>
            </a:r>
            <a:endParaRPr lang="en-D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0950E-C996-7A70-253F-DEDAE5B6BFEC}"/>
              </a:ext>
            </a:extLst>
          </p:cNvPr>
          <p:cNvSpPr/>
          <p:nvPr userDrawn="1"/>
        </p:nvSpPr>
        <p:spPr>
          <a:xfrm>
            <a:off x="4572000" y="3150524"/>
            <a:ext cx="5020888" cy="2959331"/>
          </a:xfrm>
          <a:prstGeom prst="roundRect">
            <a:avLst>
              <a:gd name="adj" fmla="val 6610"/>
            </a:avLst>
          </a:prstGeom>
          <a:solidFill>
            <a:schemeClr val="bg2">
              <a:alpha val="55000"/>
            </a:schemeClr>
          </a:solidFill>
          <a:ln w="9525">
            <a:solidFill>
              <a:srgbClr val="40359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60C5915-03B7-576D-69E7-9F69FF5D122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791682" y="3329233"/>
            <a:ext cx="4581525" cy="2601913"/>
          </a:xfrm>
          <a:prstGeom prst="roundRect">
            <a:avLst>
              <a:gd name="adj" fmla="val 5804"/>
            </a:avLst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DE"/>
              <a:t>ADD SCREEN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9E340-2C59-864A-1F7B-152B738D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EFA2350A-29EC-E546-BCCA-FF7831B45487}" type="slidenum">
              <a:rPr lang="en-DE" smtClean="0"/>
              <a:pPr/>
              <a:t>‹#›</a:t>
            </a:fld>
            <a:endParaRPr lang="en-DE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106931A-A71D-046E-A002-361767A7AA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98080" y="1093639"/>
            <a:ext cx="4147838" cy="1691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0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DE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390B5D8-BD8E-BA2B-D876-31AEA8B7D7E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96" y="2086712"/>
            <a:ext cx="3255511" cy="402314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600">
                <a:solidFill>
                  <a:schemeClr val="tx1"/>
                </a:solidFill>
                <a:latin typeface="+mn-lt"/>
              </a:defRPr>
            </a:lvl2pPr>
            <a:lvl3pPr marL="756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tabLst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  <a:p>
            <a:pPr lvl="1"/>
            <a:r>
              <a:rPr lang="en-GB" dirty="0" err="1"/>
              <a:t>quae</a:t>
            </a:r>
            <a:r>
              <a:rPr lang="en-GB" dirty="0"/>
              <a:t> ab </a:t>
            </a:r>
            <a:r>
              <a:rPr lang="en-GB" dirty="0" err="1"/>
              <a:t>illo</a:t>
            </a:r>
            <a:r>
              <a:rPr lang="en-GB" dirty="0"/>
              <a:t> </a:t>
            </a:r>
            <a:r>
              <a:rPr lang="en-GB" dirty="0" err="1"/>
              <a:t>inventore</a:t>
            </a:r>
            <a:r>
              <a:rPr lang="en-GB" dirty="0"/>
              <a:t> </a:t>
            </a:r>
            <a:r>
              <a:rPr lang="en-GB" dirty="0" err="1"/>
              <a:t>veritatis</a:t>
            </a:r>
            <a:r>
              <a:rPr lang="en-GB" dirty="0"/>
              <a:t> et quasi </a:t>
            </a:r>
            <a:r>
              <a:rPr lang="en-GB" dirty="0" err="1"/>
              <a:t>architecto</a:t>
            </a:r>
            <a:r>
              <a:rPr lang="en-GB" dirty="0"/>
              <a:t> beatae vitae dicta sunt </a:t>
            </a:r>
            <a:r>
              <a:rPr lang="en-GB" dirty="0" err="1"/>
              <a:t>explicabo</a:t>
            </a:r>
            <a:r>
              <a:rPr lang="en-GB" dirty="0"/>
              <a:t>. Nemo </a:t>
            </a:r>
            <a:r>
              <a:rPr lang="en-GB" dirty="0" err="1"/>
              <a:t>enim</a:t>
            </a:r>
            <a:r>
              <a:rPr lang="en-GB" dirty="0"/>
              <a:t> </a:t>
            </a:r>
            <a:r>
              <a:rPr lang="en-GB" dirty="0" err="1"/>
              <a:t>ipsam</a:t>
            </a:r>
            <a:r>
              <a:rPr lang="en-GB" dirty="0"/>
              <a:t> </a:t>
            </a:r>
            <a:r>
              <a:rPr lang="en-GB" dirty="0" err="1"/>
              <a:t>voluptatem</a:t>
            </a:r>
            <a:r>
              <a:rPr lang="en-GB" dirty="0"/>
              <a:t> quia </a:t>
            </a:r>
            <a:r>
              <a:rPr lang="en-GB" dirty="0" err="1"/>
              <a:t>voluptas</a:t>
            </a:r>
            <a:r>
              <a:rPr lang="en-GB" dirty="0"/>
              <a:t> sit </a:t>
            </a:r>
            <a:r>
              <a:rPr lang="en-GB" dirty="0" err="1"/>
              <a:t>aspernatur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</a:t>
            </a:r>
            <a:r>
              <a:rPr lang="en-GB" dirty="0" err="1"/>
              <a:t>odit</a:t>
            </a:r>
            <a:r>
              <a:rPr lang="en-GB" dirty="0"/>
              <a:t> </a:t>
            </a:r>
            <a:r>
              <a:rPr lang="en-GB" dirty="0" err="1"/>
              <a:t>aut</a:t>
            </a:r>
            <a:r>
              <a:rPr lang="en-GB" dirty="0"/>
              <a:t> fugit, </a:t>
            </a:r>
            <a:r>
              <a:rPr lang="en-GB" dirty="0" err="1"/>
              <a:t>sed</a:t>
            </a:r>
            <a:r>
              <a:rPr lang="en-GB" dirty="0"/>
              <a:t> quia </a:t>
            </a:r>
            <a:r>
              <a:rPr lang="en-GB" dirty="0" err="1"/>
              <a:t>consequuntur</a:t>
            </a:r>
            <a:r>
              <a:rPr lang="en-GB" dirty="0"/>
              <a:t> </a:t>
            </a:r>
            <a:r>
              <a:rPr lang="en-GB" dirty="0" err="1"/>
              <a:t>magni</a:t>
            </a:r>
            <a:endParaRPr lang="en-GB" dirty="0"/>
          </a:p>
          <a:p>
            <a:pPr lvl="2"/>
            <a:r>
              <a:rPr lang="en-GB" dirty="0" err="1"/>
              <a:t>dolores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 qui ratione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sequi</a:t>
            </a:r>
            <a:r>
              <a:rPr lang="en-GB" dirty="0"/>
              <a:t> </a:t>
            </a:r>
            <a:r>
              <a:rPr lang="en-GB" dirty="0" err="1"/>
              <a:t>nesciunt</a:t>
            </a:r>
            <a:r>
              <a:rPr lang="en-GB" dirty="0"/>
              <a:t>. </a:t>
            </a:r>
            <a:r>
              <a:rPr lang="en-GB" dirty="0" err="1"/>
              <a:t>Neque</a:t>
            </a:r>
            <a:r>
              <a:rPr lang="en-GB" dirty="0"/>
              <a:t> porro </a:t>
            </a:r>
            <a:r>
              <a:rPr lang="en-GB" dirty="0" err="1"/>
              <a:t>quisquam</a:t>
            </a:r>
            <a:r>
              <a:rPr lang="en-GB" dirty="0"/>
              <a:t> </a:t>
            </a:r>
            <a:r>
              <a:rPr lang="en-GB" dirty="0" err="1"/>
              <a:t>est</a:t>
            </a:r>
            <a:r>
              <a:rPr lang="en-GB" dirty="0"/>
              <a:t>, qui </a:t>
            </a:r>
            <a:endParaRPr lang="he-IL" dirty="0"/>
          </a:p>
          <a:p>
            <a:pPr lvl="2"/>
            <a:endParaRPr lang="en-DE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AF368D-D009-435C-16ED-32526B4B02C3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9855230" y="3742984"/>
            <a:ext cx="1790688" cy="1924571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500"/>
              </a:spcBef>
              <a:buClr>
                <a:schemeClr val="accent5">
                  <a:lumMod val="50000"/>
                </a:schemeClr>
              </a:buClr>
              <a:buSzPct val="100000"/>
              <a:buFont typeface="Aptos" panose="020B0004020202020204" pitchFamily="34" charset="0"/>
              <a:buChar char="→"/>
              <a:defRPr sz="1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504000" indent="-228600">
              <a:spcBef>
                <a:spcPts val="500"/>
              </a:spcBef>
              <a:buSzPct val="70000"/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000">
                <a:solidFill>
                  <a:schemeClr val="tx1"/>
                </a:solidFill>
                <a:latin typeface="+mn-lt"/>
              </a:defRPr>
            </a:lvl2pPr>
            <a:lvl3pPr marL="527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Tx/>
              <a:buNone/>
              <a:tabLst/>
              <a:defRPr sz="10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2000"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GB" dirty="0"/>
              <a:t>Sed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perspiciatis</a:t>
            </a:r>
            <a:r>
              <a:rPr lang="en-GB" dirty="0"/>
              <a:t> </a:t>
            </a:r>
            <a:r>
              <a:rPr lang="en-GB" dirty="0" err="1"/>
              <a:t>unde</a:t>
            </a:r>
            <a:r>
              <a:rPr lang="en-GB" dirty="0"/>
              <a:t> </a:t>
            </a:r>
            <a:r>
              <a:rPr lang="en-GB" dirty="0" err="1"/>
              <a:t>omnis</a:t>
            </a:r>
            <a:r>
              <a:rPr lang="en-GB" dirty="0"/>
              <a:t> </a:t>
            </a:r>
            <a:r>
              <a:rPr lang="en-GB" dirty="0" err="1"/>
              <a:t>iste</a:t>
            </a:r>
            <a:r>
              <a:rPr lang="en-GB" dirty="0"/>
              <a:t> </a:t>
            </a:r>
            <a:r>
              <a:rPr lang="en-GB" dirty="0" err="1"/>
              <a:t>natus</a:t>
            </a:r>
            <a:r>
              <a:rPr lang="en-GB" dirty="0"/>
              <a:t> error sit </a:t>
            </a:r>
            <a:r>
              <a:rPr lang="en-GB" dirty="0" err="1"/>
              <a:t>voluptatem</a:t>
            </a:r>
            <a:r>
              <a:rPr lang="en-GB" dirty="0"/>
              <a:t> </a:t>
            </a:r>
            <a:r>
              <a:rPr lang="en-GB" dirty="0" err="1"/>
              <a:t>accusantium</a:t>
            </a:r>
            <a:r>
              <a:rPr lang="en-GB" dirty="0"/>
              <a:t> </a:t>
            </a:r>
            <a:r>
              <a:rPr lang="en-GB" dirty="0" err="1"/>
              <a:t>doloremque</a:t>
            </a:r>
            <a:r>
              <a:rPr lang="en-GB" dirty="0"/>
              <a:t> </a:t>
            </a:r>
            <a:r>
              <a:rPr lang="en-GB" dirty="0" err="1"/>
              <a:t>laudantium</a:t>
            </a:r>
            <a:r>
              <a:rPr lang="en-GB" dirty="0"/>
              <a:t>, </a:t>
            </a:r>
            <a:r>
              <a:rPr lang="en-GB" dirty="0" err="1"/>
              <a:t>totam</a:t>
            </a:r>
            <a:r>
              <a:rPr lang="en-GB" dirty="0"/>
              <a:t> rem </a:t>
            </a:r>
            <a:r>
              <a:rPr lang="en-GB" dirty="0" err="1"/>
              <a:t>aperiam</a:t>
            </a:r>
            <a:r>
              <a:rPr lang="en-GB" dirty="0"/>
              <a:t>, </a:t>
            </a:r>
            <a:r>
              <a:rPr lang="en-GB" dirty="0" err="1"/>
              <a:t>eaque</a:t>
            </a:r>
            <a:r>
              <a:rPr lang="en-GB" dirty="0"/>
              <a:t> </a:t>
            </a:r>
            <a:r>
              <a:rPr lang="en-GB" dirty="0" err="1"/>
              <a:t>ipsa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5216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2B064202-EF0F-63B2-3F11-F6DDBDB0B5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98444" y="2240462"/>
            <a:ext cx="6266946" cy="1003628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GB">
                <a:effectLst/>
              </a:rPr>
              <a:t>Thank you!</a:t>
            </a:r>
            <a:endParaRPr lang="en-D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47DD59-57E9-5B1B-F936-882309B34B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1084" y="5088067"/>
            <a:ext cx="1884768" cy="4839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E1BE199-CFCD-7475-9E43-561E53254947}"/>
              </a:ext>
            </a:extLst>
          </p:cNvPr>
          <p:cNvSpPr txBox="1">
            <a:spLocks/>
          </p:cNvSpPr>
          <p:nvPr userDrawn="1"/>
        </p:nvSpPr>
        <p:spPr>
          <a:xfrm>
            <a:off x="6863753" y="6145078"/>
            <a:ext cx="4920943" cy="347755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GB" sz="1600">
                <a:effectLst/>
              </a:rPr>
              <a:t>cognyte.com</a:t>
            </a:r>
            <a:endParaRPr lang="en-DE" sz="16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9B05142-84BE-3651-8D84-FEC96BE590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EDA131F-C9CE-12C8-7C34-502A37C9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539698-0B17-1617-F310-2C7B5B65CEE3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334837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6D91BAB-CAB1-5952-5DA8-77B4E4395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lvl1pPr algn="ctr">
              <a:defRPr sz="600" b="0" kern="120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</a:lstStyle>
          <a:p>
            <a:fld id="{EFA2350A-29EC-E546-BCCA-FF7831B4548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DB028F-FEA4-0B4D-9B58-2FCC45487A50}"/>
              </a:ext>
            </a:extLst>
          </p:cNvPr>
          <p:cNvSpPr txBox="1">
            <a:spLocks/>
          </p:cNvSpPr>
          <p:nvPr userDrawn="1"/>
        </p:nvSpPr>
        <p:spPr>
          <a:xfrm>
            <a:off x="535358" y="6492875"/>
            <a:ext cx="557893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ctr" defTabSz="1218960" rtl="0" eaLnBrk="1" latinLnBrk="0" hangingPunct="1">
              <a:defRPr sz="1200" kern="120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7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60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3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18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92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86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347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825" algn="l" defTabSz="121896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600" b="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|   Confidential and proprietary information of Cognyte.</a:t>
            </a:r>
          </a:p>
        </p:txBody>
      </p:sp>
    </p:spTree>
    <p:extLst>
      <p:ext uri="{BB962C8B-B14F-4D97-AF65-F5344CB8AC3E}">
        <p14:creationId xmlns:p14="http://schemas.microsoft.com/office/powerpoint/2010/main" val="276792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669" r:id="rId2"/>
    <p:sldLayoutId id="2147483680" r:id="rId3"/>
    <p:sldLayoutId id="2147483777" r:id="rId4"/>
    <p:sldLayoutId id="2147483808" r:id="rId5"/>
    <p:sldLayoutId id="2147483711" r:id="rId6"/>
    <p:sldLayoutId id="2147483835" r:id="rId7"/>
    <p:sldLayoutId id="2147483713" r:id="rId8"/>
    <p:sldLayoutId id="2147483719" r:id="rId9"/>
    <p:sldLayoutId id="2147483720" r:id="rId10"/>
    <p:sldLayoutId id="2147483721" r:id="rId11"/>
    <p:sldLayoutId id="2147483722" r:id="rId12"/>
    <p:sldLayoutId id="2147483675" r:id="rId13"/>
    <p:sldLayoutId id="2147483778" r:id="rId14"/>
    <p:sldLayoutId id="2147483779" r:id="rId15"/>
    <p:sldLayoutId id="2147483797" r:id="rId16"/>
    <p:sldLayoutId id="2147483780" r:id="rId17"/>
    <p:sldLayoutId id="2147483783" r:id="rId18"/>
    <p:sldLayoutId id="2147483860" r:id="rId19"/>
    <p:sldLayoutId id="2147483861" r:id="rId20"/>
    <p:sldLayoutId id="2147483781" r:id="rId21"/>
    <p:sldLayoutId id="2147483858" r:id="rId22"/>
    <p:sldLayoutId id="2147483859" r:id="rId23"/>
    <p:sldLayoutId id="2147483785" r:id="rId24"/>
    <p:sldLayoutId id="2147483852" r:id="rId25"/>
    <p:sldLayoutId id="2147483853" r:id="rId26"/>
    <p:sldLayoutId id="2147483855" r:id="rId27"/>
    <p:sldLayoutId id="2147483849" r:id="rId28"/>
    <p:sldLayoutId id="2147483854" r:id="rId29"/>
    <p:sldLayoutId id="2147483708" r:id="rId30"/>
    <p:sldLayoutId id="2147483762" r:id="rId31"/>
    <p:sldLayoutId id="2147483817" r:id="rId32"/>
    <p:sldLayoutId id="2147483818" r:id="rId33"/>
    <p:sldLayoutId id="2147483819" r:id="rId34"/>
    <p:sldLayoutId id="2147483822" r:id="rId35"/>
    <p:sldLayoutId id="2147483770" r:id="rId36"/>
    <p:sldLayoutId id="2147483774" r:id="rId37"/>
    <p:sldLayoutId id="2147483775" r:id="rId38"/>
    <p:sldLayoutId id="2147483831" r:id="rId39"/>
    <p:sldLayoutId id="2147483832" r:id="rId40"/>
    <p:sldLayoutId id="2147483833" r:id="rId41"/>
    <p:sldLayoutId id="2147483846" r:id="rId42"/>
    <p:sldLayoutId id="2147483848" r:id="rId43"/>
    <p:sldLayoutId id="2147483834" r:id="rId44"/>
    <p:sldLayoutId id="2147483847" r:id="rId45"/>
    <p:sldLayoutId id="2147483837" r:id="rId46"/>
    <p:sldLayoutId id="2147483814" r:id="rId4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3940" userDrawn="1">
          <p15:clr>
            <a:srgbClr val="F26B43"/>
          </p15:clr>
        </p15:guide>
        <p15:guide id="4" pos="7242" userDrawn="1">
          <p15:clr>
            <a:srgbClr val="F26B43"/>
          </p15:clr>
        </p15:guide>
        <p15:guide id="5" pos="23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9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66.png"/><Relationship Id="rId3" Type="http://schemas.openxmlformats.org/officeDocument/2006/relationships/image" Target="../media/image46.png"/><Relationship Id="rId7" Type="http://schemas.openxmlformats.org/officeDocument/2006/relationships/image" Target="../media/image60.png"/><Relationship Id="rId12" Type="http://schemas.openxmlformats.org/officeDocument/2006/relationships/image" Target="../media/image6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9.sv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svg"/><Relationship Id="rId4" Type="http://schemas.openxmlformats.org/officeDocument/2006/relationships/image" Target="../media/image47.svg"/><Relationship Id="rId9" Type="http://schemas.openxmlformats.org/officeDocument/2006/relationships/image" Target="../media/image62.png"/><Relationship Id="rId14" Type="http://schemas.openxmlformats.org/officeDocument/2006/relationships/image" Target="../media/image6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13" Type="http://schemas.openxmlformats.org/officeDocument/2006/relationships/image" Target="../media/image76.png"/><Relationship Id="rId3" Type="http://schemas.openxmlformats.org/officeDocument/2006/relationships/image" Target="../media/image46.png"/><Relationship Id="rId7" Type="http://schemas.openxmlformats.org/officeDocument/2006/relationships/image" Target="../media/image70.png"/><Relationship Id="rId12" Type="http://schemas.openxmlformats.org/officeDocument/2006/relationships/image" Target="../media/image7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69.sv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svg"/><Relationship Id="rId4" Type="http://schemas.openxmlformats.org/officeDocument/2006/relationships/image" Target="../media/image47.svg"/><Relationship Id="rId9" Type="http://schemas.openxmlformats.org/officeDocument/2006/relationships/image" Target="../media/image72.png"/><Relationship Id="rId14" Type="http://schemas.openxmlformats.org/officeDocument/2006/relationships/image" Target="../media/image77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49.svg"/><Relationship Id="rId3" Type="http://schemas.openxmlformats.org/officeDocument/2006/relationships/image" Target="../media/image33.svg"/><Relationship Id="rId7" Type="http://schemas.openxmlformats.org/officeDocument/2006/relationships/image" Target="../media/image79.svg"/><Relationship Id="rId12" Type="http://schemas.openxmlformats.org/officeDocument/2006/relationships/image" Target="../media/image4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8.png"/><Relationship Id="rId11" Type="http://schemas.openxmlformats.org/officeDocument/2006/relationships/image" Target="../media/image83.svg"/><Relationship Id="rId5" Type="http://schemas.openxmlformats.org/officeDocument/2006/relationships/image" Target="../media/image47.svg"/><Relationship Id="rId15" Type="http://schemas.openxmlformats.org/officeDocument/2006/relationships/image" Target="../media/image85.svg"/><Relationship Id="rId10" Type="http://schemas.openxmlformats.org/officeDocument/2006/relationships/image" Target="../media/image82.png"/><Relationship Id="rId4" Type="http://schemas.openxmlformats.org/officeDocument/2006/relationships/image" Target="../media/image46.png"/><Relationship Id="rId9" Type="http://schemas.openxmlformats.org/officeDocument/2006/relationships/image" Target="../media/image81.svg"/><Relationship Id="rId14" Type="http://schemas.openxmlformats.org/officeDocument/2006/relationships/image" Target="../media/image8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3ECA-E495-B61D-B2C7-BA58EA7A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AD95B9-D032-B714-2410-553037B581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PDM  03/2026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E67175-151A-C826-908D-79CFEF4CE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56" y="1168924"/>
            <a:ext cx="3563332" cy="1614350"/>
          </a:xfrm>
        </p:spPr>
        <p:txBody>
          <a:bodyPr/>
          <a:lstStyle/>
          <a:p>
            <a:r>
              <a:rPr lang="en-US" sz="3200" b="1" dirty="0"/>
              <a:t>Enigma 22.14 </a:t>
            </a: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Project Strategy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405760-CBFB-FC86-C05F-61091A8ED8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58" y="3088741"/>
            <a:ext cx="6208855" cy="416568"/>
          </a:xfrm>
        </p:spPr>
        <p:txBody>
          <a:bodyPr/>
          <a:lstStyle/>
          <a:p>
            <a:r>
              <a:rPr lang="en-US" dirty="0"/>
              <a:t>Opening Session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E2854C0-ACF2-6401-2441-348976143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298" y="5826816"/>
            <a:ext cx="248045" cy="20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2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C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291CA-41C2-BA58-F763-6501E707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11915" y="6247029"/>
            <a:ext cx="825846" cy="365125"/>
          </a:xfrm>
        </p:spPr>
        <p:txBody>
          <a:bodyPr/>
          <a:lstStyle/>
          <a:p>
            <a:fld id="{EFA2350A-29EC-E546-BCCA-FF7831B45487}" type="slidenum">
              <a:rPr lang="en-DE"/>
              <a:t>2</a:t>
            </a:fld>
            <a:endParaRPr lang="en-DE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E687D6-5C4F-65C5-5349-678D05A48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691317"/>
              </p:ext>
            </p:extLst>
          </p:nvPr>
        </p:nvGraphicFramePr>
        <p:xfrm>
          <a:off x="7058341" y="880293"/>
          <a:ext cx="4118093" cy="5097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5230">
                  <a:extLst>
                    <a:ext uri="{9D8B030D-6E8A-4147-A177-3AD203B41FA5}">
                      <a16:colId xmlns:a16="http://schemas.microsoft.com/office/drawing/2014/main" val="791369806"/>
                    </a:ext>
                  </a:extLst>
                </a:gridCol>
                <a:gridCol w="3332863">
                  <a:extLst>
                    <a:ext uri="{9D8B030D-6E8A-4147-A177-3AD203B41FA5}">
                      <a16:colId xmlns:a16="http://schemas.microsoft.com/office/drawing/2014/main" val="2835075047"/>
                    </a:ext>
                  </a:extLst>
                </a:gridCol>
              </a:tblGrid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01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  <a:ea typeface="+mj-ea"/>
                          <a:cs typeface="+mj-cs"/>
                        </a:rPr>
                        <a:t>Project Scope</a:t>
                      </a:r>
                      <a:endParaRPr lang="en-DE" sz="1400" b="1" kern="120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  <a:ea typeface="+mj-ea"/>
                        <a:cs typeface="+mj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359220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02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  <a:ea typeface="+mj-ea"/>
                          <a:cs typeface="+mj-cs"/>
                        </a:rPr>
                        <a:t>PO Information</a:t>
                      </a:r>
                      <a:endParaRPr lang="en-DE" sz="1400" b="1" kern="120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  <a:ea typeface="+mj-ea"/>
                        <a:cs typeface="+mj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074651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03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  <a:ea typeface="+mj-ea"/>
                          <a:cs typeface="+mj-cs"/>
                        </a:rPr>
                        <a:t>High-level plan </a:t>
                      </a:r>
                      <a:endParaRPr lang="en-DE" sz="1400" b="1" kern="120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  <a:ea typeface="+mj-ea"/>
                        <a:cs typeface="+mj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56084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04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  <a:ea typeface="+mj-ea"/>
                          <a:cs typeface="+mj-cs"/>
                        </a:rPr>
                        <a:t>Assumption </a:t>
                      </a:r>
                      <a:endParaRPr lang="en-DE" sz="1400" b="1" kern="120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  <a:ea typeface="+mj-ea"/>
                        <a:cs typeface="+mj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417626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05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  <a:ea typeface="+mj-ea"/>
                          <a:cs typeface="+mj-cs"/>
                        </a:rPr>
                        <a:t>Full kit </a:t>
                      </a:r>
                      <a:endParaRPr lang="en-DE" sz="1400" b="1" kern="120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  <a:ea typeface="+mj-ea"/>
                        <a:cs typeface="+mj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243270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06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  <a:ea typeface="+mj-ea"/>
                          <a:cs typeface="+mj-cs"/>
                        </a:rPr>
                        <a:t>Project Risks </a:t>
                      </a:r>
                      <a:endParaRPr lang="en-DE" sz="1400" b="1" kern="120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  <a:ea typeface="+mj-ea"/>
                        <a:cs typeface="+mj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491867"/>
                  </a:ext>
                </a:extLst>
              </a:tr>
              <a:tr h="728202">
                <a:tc>
                  <a:txBody>
                    <a:bodyPr/>
                    <a:lstStyle/>
                    <a:p>
                      <a:r>
                        <a:rPr lang="en-DE" sz="3200" b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</a:rPr>
                        <a:t>07</a:t>
                      </a:r>
                      <a:endParaRPr lang="en-DE" sz="1600" b="0">
                        <a:solidFill>
                          <a:srgbClr val="403592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rgbClr val="403592"/>
                          </a:solidFill>
                          <a:latin typeface="Century Gothic" panose="020B0502020202020204" pitchFamily="34" charset="0"/>
                          <a:ea typeface="+mj-ea"/>
                          <a:cs typeface="+mj-cs"/>
                        </a:rPr>
                        <a:t>Action items</a:t>
                      </a:r>
                      <a:endParaRPr lang="en-DE" sz="1400" b="1" kern="1200" dirty="0">
                        <a:solidFill>
                          <a:srgbClr val="403592"/>
                        </a:solidFill>
                        <a:latin typeface="Century Gothic" panose="020B0502020202020204" pitchFamily="34" charset="0"/>
                        <a:ea typeface="+mj-ea"/>
                        <a:cs typeface="+mj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solidFill>
                        <a:srgbClr val="40359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72494"/>
                  </a:ext>
                </a:extLst>
              </a:tr>
            </a:tbl>
          </a:graphicData>
        </a:graphic>
      </p:graphicFrame>
      <p:sp>
        <p:nvSpPr>
          <p:cNvPr id="11" name="Title 3">
            <a:extLst>
              <a:ext uri="{FF2B5EF4-FFF2-40B4-BE49-F238E27FC236}">
                <a16:creationId xmlns:a16="http://schemas.microsoft.com/office/drawing/2014/main" id="{46582E9E-C23B-DF9D-4D08-3EC87ED48AF7}"/>
              </a:ext>
            </a:extLst>
          </p:cNvPr>
          <p:cNvSpPr txBox="1">
            <a:spLocks/>
          </p:cNvSpPr>
          <p:nvPr/>
        </p:nvSpPr>
        <p:spPr>
          <a:xfrm>
            <a:off x="569343" y="2235200"/>
            <a:ext cx="5435350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>
              <a:lnSpc>
                <a:spcPct val="80000"/>
              </a:lnSpc>
            </a:pPr>
            <a:r>
              <a:rPr lang="en-US" sz="9400" dirty="0">
                <a:solidFill>
                  <a:srgbClr val="403592"/>
                </a:solidFill>
                <a:latin typeface="Century Gothic" panose="020B0502020202020204" pitchFamily="34" charset="0"/>
              </a:rPr>
              <a:t>Agenda</a:t>
            </a:r>
            <a:endParaRPr lang="en-DE" sz="9400" dirty="0">
              <a:solidFill>
                <a:srgbClr val="403592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764D640-E3D6-1155-952C-A65A537DBDE3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50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6EFE8-321D-AC9F-B897-FA061448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950B7D-0630-83D8-F454-231FD598D9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68928D-E819-2801-2095-173D2A0279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63913EF-B46C-3D5A-EEFE-734DBFCB7B26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3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470D-9801-D762-B02E-C5A663B64D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Scope per phase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1A71E-B6E0-1FCC-2FB1-A7614A9AA0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480" y="3988198"/>
            <a:ext cx="2631190" cy="9584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3BBB0-E540-AD8A-8AB7-31737AEE9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4F371E5-2DE4-5136-864D-55485C809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6D50FC-2F26-A027-B745-FC35BBE14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5078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E1BFE-3C08-7C04-0DFF-BAA2049AAF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2D71D-D2E9-F9FF-17ED-658D660242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4080" y="613994"/>
            <a:ext cx="6881208" cy="2690370"/>
          </a:xfrm>
        </p:spPr>
        <p:txBody>
          <a:bodyPr/>
          <a:lstStyle/>
          <a:p>
            <a:r>
              <a:rPr dirty="0"/>
              <a:t>Project Type: ARR project/Scratch installation/Upgrade</a:t>
            </a:r>
            <a:br>
              <a:rPr dirty="0"/>
            </a:br>
            <a:r>
              <a:rPr dirty="0"/>
              <a:t>Phases</a:t>
            </a:r>
            <a:br>
              <a:rPr dirty="0"/>
            </a:br>
            <a:r>
              <a:rPr dirty="0"/>
              <a:t>Ph1 – Based version: xxx</a:t>
            </a:r>
            <a:br>
              <a:rPr dirty="0"/>
            </a:br>
            <a:r>
              <a:rPr dirty="0"/>
              <a:t>HW readiness </a:t>
            </a:r>
            <a:br>
              <a:rPr dirty="0"/>
            </a:br>
            <a:r>
              <a:rPr dirty="0"/>
              <a:t>Ph2 – Based Version: xxx</a:t>
            </a:r>
            <a:br>
              <a:rPr dirty="0"/>
            </a:br>
            <a:r>
              <a:rPr dirty="0"/>
              <a:t>Contractual Milestones</a:t>
            </a:r>
            <a:br>
              <a:rPr dirty="0"/>
            </a:br>
            <a:r>
              <a:rPr dirty="0"/>
              <a:t>HW delivery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9E551-7106-DF21-3EED-FCDBAEA4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28F13-234A-7799-4888-64062CB6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4080" y="3167137"/>
            <a:ext cx="6881209" cy="434410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B9330C4-F8A6-AF91-A648-A87A4E0A9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8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32DE-7061-767C-F3D0-2147674E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068431-5628-5273-ED07-9A77377FE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DA4448-E5E6-CA25-1A8B-F425E2647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Assumptions:</a:t>
            </a:r>
            <a:br/>
            <a:r>
              <a:t>Current HW supports X2 features performance</a:t>
            </a:r>
            <a:br/>
            <a:r>
              <a:t>Should be approved by BD team + SRE (11/2)</a:t>
            </a:r>
            <a:br/>
            <a:r>
              <a:t>VR on Barium move from SAU to MDE has no limiting issues</a:t>
            </a:r>
            <a:br/>
            <a:r>
              <a:t>Check if VR can work with profile on SAU in parallel to profile on MDE (Stanimir)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C89C3-F3E2-D0D3-E7C5-25C66E6A5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299EF8-6F37-549A-FF58-A43CCC62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EC33B5D-6450-B683-B5B6-DC0517D62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1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54E4-CCD3-50B7-1002-199E4F1E1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FC8140-0947-0A2D-CCEA-99BF7E96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E22C1B-11EC-82B0-5898-728C9686FF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HLP/Contractual Milestones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94718-3213-404A-B63E-4C214C2FE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Type: ARR project/Scratch installation/Upgrade</a:t>
            </a:r>
          </a:p>
          <a:p>
            <a:r>
              <a:rPr lang="en-US" dirty="0"/>
              <a:t>Phases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Ph1 – Based version: xxx</a:t>
            </a:r>
          </a:p>
          <a:p>
            <a:pPr lvl="2"/>
            <a:r>
              <a:rPr lang="en-US" dirty="0">
                <a:latin typeface="Aptos" panose="020B0004020202020204" pitchFamily="34" charset="0"/>
              </a:rPr>
              <a:t>HW readiness 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Ph2 – Based Version: xxx</a:t>
            </a:r>
          </a:p>
          <a:p>
            <a:r>
              <a:rPr lang="en-US" dirty="0"/>
              <a:t>Contractual Milestones</a:t>
            </a:r>
          </a:p>
          <a:p>
            <a:pPr lvl="1"/>
            <a:r>
              <a:rPr lang="en-US" dirty="0">
                <a:latin typeface="Aptos" panose="020B0004020202020204" pitchFamily="34" charset="0"/>
              </a:rPr>
              <a:t>HW delivery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856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9203-74FA-F258-4C7C-1626A852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61D228-A720-7A59-8BD9-92DC0F97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C1541C-4A9D-64DD-2160-55860FED7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FD8682-49F7-7234-BFD6-4D30A559B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65331"/>
              </p:ext>
            </p:extLst>
          </p:nvPr>
        </p:nvGraphicFramePr>
        <p:xfrm>
          <a:off x="412922" y="1805765"/>
          <a:ext cx="11284496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21124">
                  <a:extLst>
                    <a:ext uri="{9D8B030D-6E8A-4147-A177-3AD203B41FA5}">
                      <a16:colId xmlns:a16="http://schemas.microsoft.com/office/drawing/2014/main" val="3404607808"/>
                    </a:ext>
                  </a:extLst>
                </a:gridCol>
                <a:gridCol w="2821124">
                  <a:extLst>
                    <a:ext uri="{9D8B030D-6E8A-4147-A177-3AD203B41FA5}">
                      <a16:colId xmlns:a16="http://schemas.microsoft.com/office/drawing/2014/main" val="2901175421"/>
                    </a:ext>
                  </a:extLst>
                </a:gridCol>
                <a:gridCol w="2821124">
                  <a:extLst>
                    <a:ext uri="{9D8B030D-6E8A-4147-A177-3AD203B41FA5}">
                      <a16:colId xmlns:a16="http://schemas.microsoft.com/office/drawing/2014/main" val="1131049921"/>
                    </a:ext>
                  </a:extLst>
                </a:gridCol>
                <a:gridCol w="2821124">
                  <a:extLst>
                    <a:ext uri="{9D8B030D-6E8A-4147-A177-3AD203B41FA5}">
                      <a16:colId xmlns:a16="http://schemas.microsoft.com/office/drawing/2014/main" val="4238201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68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93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61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7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94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06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BA93-857C-DA51-7588-D08FC918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B1BC67-40AD-21C8-9CF4-4FD1A899C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68BDA2-3158-0BD2-605F-319091EFDB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Preliminary Risks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6BA7BF-D14B-2DE0-A1AD-948142A4E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884495"/>
              </p:ext>
            </p:extLst>
          </p:nvPr>
        </p:nvGraphicFramePr>
        <p:xfrm>
          <a:off x="412750" y="1804987"/>
          <a:ext cx="11283948" cy="343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625">
                  <a:extLst>
                    <a:ext uri="{9D8B030D-6E8A-4147-A177-3AD203B41FA5}">
                      <a16:colId xmlns:a16="http://schemas.microsoft.com/office/drawing/2014/main" val="1667323417"/>
                    </a:ext>
                  </a:extLst>
                </a:gridCol>
                <a:gridCol w="3127691">
                  <a:extLst>
                    <a:ext uri="{9D8B030D-6E8A-4147-A177-3AD203B41FA5}">
                      <a16:colId xmlns:a16="http://schemas.microsoft.com/office/drawing/2014/main" val="2184602847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3009195733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87654314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67883921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95414815"/>
                    </a:ext>
                  </a:extLst>
                </a:gridCol>
              </a:tblGrid>
              <a:tr h="429539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Severity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Mitigation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 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Comments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936075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913243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15723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0937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15802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49824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517056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77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208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4EEF-738E-7A38-5607-91D53195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F7546-1486-8560-11D7-ABD07588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ED77B1-57F9-84E1-7E17-C4FFDF37E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Full Kit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F5D566-9803-1192-4F8F-EE5FF15506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538338"/>
              </p:ext>
            </p:extLst>
          </p:nvPr>
        </p:nvGraphicFramePr>
        <p:xfrm>
          <a:off x="412750" y="1804987"/>
          <a:ext cx="11283948" cy="343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625">
                  <a:extLst>
                    <a:ext uri="{9D8B030D-6E8A-4147-A177-3AD203B41FA5}">
                      <a16:colId xmlns:a16="http://schemas.microsoft.com/office/drawing/2014/main" val="1667323417"/>
                    </a:ext>
                  </a:extLst>
                </a:gridCol>
                <a:gridCol w="3127691">
                  <a:extLst>
                    <a:ext uri="{9D8B030D-6E8A-4147-A177-3AD203B41FA5}">
                      <a16:colId xmlns:a16="http://schemas.microsoft.com/office/drawing/2014/main" val="2184602847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3009195733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87654314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67883921"/>
                    </a:ext>
                  </a:extLst>
                </a:gridCol>
                <a:gridCol w="1880658">
                  <a:extLst>
                    <a:ext uri="{9D8B030D-6E8A-4147-A177-3AD203B41FA5}">
                      <a16:colId xmlns:a16="http://schemas.microsoft.com/office/drawing/2014/main" val="4095414815"/>
                    </a:ext>
                  </a:extLst>
                </a:gridCol>
              </a:tblGrid>
              <a:tr h="429539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936075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913243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15723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909370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515802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849824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517056"/>
                  </a:ext>
                </a:extLst>
              </a:tr>
              <a:tr h="429539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77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87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537FB-47A3-5A47-B7F9-03EB255F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A8112-8C57-177F-8FEF-BF4F9E23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11</a:t>
            </a:fld>
            <a:endParaRPr lang="en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48E0F8E-3FF0-D3A9-FF2F-ED1EE96F4C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B9A04B2-6372-4FAC-0A28-C009B88D2D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90C63C-99B5-5C5A-7284-AA37AA16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02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84D2B-C61E-8B12-82A0-F125E1B5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 smtClean="0"/>
              <a:pPr/>
              <a:t>12</a:t>
            </a:fld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AFCA7B-45FD-162C-19D5-AEA842A1B9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29D73F-62E8-BC57-717B-D2C8DE4D0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AFE9D-9FE2-0E25-A111-B0FBD7FA61A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C0D59B3-2E4E-3F8D-8091-F3BF16625A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06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CC40B-5712-3E9F-9878-DD32B41A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E42697-F5E8-B632-D31D-C1BBEFE7B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D89722-8D3C-6CC7-17B6-5E1D5C8491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D77016-53C5-5F9B-54A6-B0FA10AC8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13</a:t>
            </a:fld>
            <a:endParaRPr lang="en-DE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B6E6CE-E33A-ECB4-3A81-BDB370EC1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472568"/>
              </p:ext>
            </p:extLst>
          </p:nvPr>
        </p:nvGraphicFramePr>
        <p:xfrm>
          <a:off x="4582160" y="1286514"/>
          <a:ext cx="6914512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28628">
                  <a:extLst>
                    <a:ext uri="{9D8B030D-6E8A-4147-A177-3AD203B41FA5}">
                      <a16:colId xmlns:a16="http://schemas.microsoft.com/office/drawing/2014/main" val="3404607808"/>
                    </a:ext>
                  </a:extLst>
                </a:gridCol>
                <a:gridCol w="1728628">
                  <a:extLst>
                    <a:ext uri="{9D8B030D-6E8A-4147-A177-3AD203B41FA5}">
                      <a16:colId xmlns:a16="http://schemas.microsoft.com/office/drawing/2014/main" val="2901175421"/>
                    </a:ext>
                  </a:extLst>
                </a:gridCol>
                <a:gridCol w="1728628">
                  <a:extLst>
                    <a:ext uri="{9D8B030D-6E8A-4147-A177-3AD203B41FA5}">
                      <a16:colId xmlns:a16="http://schemas.microsoft.com/office/drawing/2014/main" val="1131049921"/>
                    </a:ext>
                  </a:extLst>
                </a:gridCol>
                <a:gridCol w="1728628">
                  <a:extLst>
                    <a:ext uri="{9D8B030D-6E8A-4147-A177-3AD203B41FA5}">
                      <a16:colId xmlns:a16="http://schemas.microsoft.com/office/drawing/2014/main" val="4238201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68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93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616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7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940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877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AEE71-1E3E-40D5-F744-B2584C5D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1E8A8AB-107D-D526-5D65-D2E88EFC5B2E}"/>
              </a:ext>
            </a:extLst>
          </p:cNvPr>
          <p:cNvGrpSpPr/>
          <p:nvPr/>
        </p:nvGrpSpPr>
        <p:grpSpPr>
          <a:xfrm>
            <a:off x="8676769" y="2543265"/>
            <a:ext cx="2038337" cy="3151790"/>
            <a:chOff x="8676769" y="2543265"/>
            <a:chExt cx="2038337" cy="3151790"/>
          </a:xfrm>
        </p:grpSpPr>
        <p:sp>
          <p:nvSpPr>
            <p:cNvPr id="4" name="Round Single Corner of Rectangle 3">
              <a:extLst>
                <a:ext uri="{FF2B5EF4-FFF2-40B4-BE49-F238E27FC236}">
                  <a16:creationId xmlns:a16="http://schemas.microsoft.com/office/drawing/2014/main" id="{5236C345-FEB3-B1CB-1A71-AED157B3A487}"/>
                </a:ext>
              </a:extLst>
            </p:cNvPr>
            <p:cNvSpPr/>
            <p:nvPr/>
          </p:nvSpPr>
          <p:spPr>
            <a:xfrm rot="10800000" flipH="1">
              <a:off x="8676769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95B5A6CB-1044-79EC-22D7-2C5B04571FF7}"/>
                </a:ext>
              </a:extLst>
            </p:cNvPr>
            <p:cNvSpPr txBox="1">
              <a:spLocks/>
            </p:cNvSpPr>
            <p:nvPr/>
          </p:nvSpPr>
          <p:spPr>
            <a:xfrm>
              <a:off x="8676769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2A000402-CA56-88D3-C1BB-85319CA39545}"/>
                </a:ext>
              </a:extLst>
            </p:cNvPr>
            <p:cNvSpPr txBox="1">
              <a:spLocks/>
            </p:cNvSpPr>
            <p:nvPr/>
          </p:nvSpPr>
          <p:spPr>
            <a:xfrm>
              <a:off x="8676769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DF1F2B4-25D4-78F4-E2E2-774B3DD324CE}"/>
              </a:ext>
            </a:extLst>
          </p:cNvPr>
          <p:cNvGrpSpPr/>
          <p:nvPr/>
        </p:nvGrpSpPr>
        <p:grpSpPr>
          <a:xfrm>
            <a:off x="6099823" y="2543265"/>
            <a:ext cx="2043880" cy="3151790"/>
            <a:chOff x="6099823" y="2543265"/>
            <a:chExt cx="2043880" cy="3151790"/>
          </a:xfrm>
        </p:grpSpPr>
        <p:sp>
          <p:nvSpPr>
            <p:cNvPr id="18" name="Round Single Corner of Rectangle 17">
              <a:extLst>
                <a:ext uri="{FF2B5EF4-FFF2-40B4-BE49-F238E27FC236}">
                  <a16:creationId xmlns:a16="http://schemas.microsoft.com/office/drawing/2014/main" id="{B77DF1CF-DB2B-3BAA-5E2B-C0D6E747DFEB}"/>
                </a:ext>
              </a:extLst>
            </p:cNvPr>
            <p:cNvSpPr/>
            <p:nvPr/>
          </p:nvSpPr>
          <p:spPr>
            <a:xfrm rot="10800000" flipH="1">
              <a:off x="6105366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867949CC-1456-CA52-F96C-DC5BFEF379BF}"/>
                </a:ext>
              </a:extLst>
            </p:cNvPr>
            <p:cNvSpPr txBox="1">
              <a:spLocks/>
            </p:cNvSpPr>
            <p:nvPr/>
          </p:nvSpPr>
          <p:spPr>
            <a:xfrm>
              <a:off x="6099823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FF9126BF-382B-90D0-025D-CCB2C428E9CD}"/>
                </a:ext>
              </a:extLst>
            </p:cNvPr>
            <p:cNvSpPr txBox="1">
              <a:spLocks/>
            </p:cNvSpPr>
            <p:nvPr/>
          </p:nvSpPr>
          <p:spPr>
            <a:xfrm>
              <a:off x="6099823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3F4854-B8CE-86E8-459F-4011788D0BA6}"/>
              </a:ext>
            </a:extLst>
          </p:cNvPr>
          <p:cNvGrpSpPr/>
          <p:nvPr/>
        </p:nvGrpSpPr>
        <p:grpSpPr>
          <a:xfrm>
            <a:off x="3531191" y="2543265"/>
            <a:ext cx="2041108" cy="3151790"/>
            <a:chOff x="3531191" y="2543265"/>
            <a:chExt cx="2041108" cy="3151790"/>
          </a:xfrm>
        </p:grpSpPr>
        <p:sp>
          <p:nvSpPr>
            <p:cNvPr id="19" name="Round Single Corner of Rectangle 18">
              <a:extLst>
                <a:ext uri="{FF2B5EF4-FFF2-40B4-BE49-F238E27FC236}">
                  <a16:creationId xmlns:a16="http://schemas.microsoft.com/office/drawing/2014/main" id="{25C4717A-A249-F437-21A9-0897B82542D1}"/>
                </a:ext>
              </a:extLst>
            </p:cNvPr>
            <p:cNvSpPr/>
            <p:nvPr/>
          </p:nvSpPr>
          <p:spPr>
            <a:xfrm rot="10800000" flipH="1">
              <a:off x="3533962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3" name="Content Placeholder 2">
              <a:extLst>
                <a:ext uri="{FF2B5EF4-FFF2-40B4-BE49-F238E27FC236}">
                  <a16:creationId xmlns:a16="http://schemas.microsoft.com/office/drawing/2014/main" id="{46848993-1750-0E86-9307-C2D65A66FBB7}"/>
                </a:ext>
              </a:extLst>
            </p:cNvPr>
            <p:cNvSpPr txBox="1">
              <a:spLocks/>
            </p:cNvSpPr>
            <p:nvPr/>
          </p:nvSpPr>
          <p:spPr>
            <a:xfrm>
              <a:off x="3531191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F9EAAA02-4370-5C1E-2CC9-33D6BB8FC72A}"/>
                </a:ext>
              </a:extLst>
            </p:cNvPr>
            <p:cNvSpPr txBox="1">
              <a:spLocks/>
            </p:cNvSpPr>
            <p:nvPr/>
          </p:nvSpPr>
          <p:spPr>
            <a:xfrm>
              <a:off x="3531191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C682BB7-EAFD-9010-0D1D-BFAA44FB6BCC}"/>
              </a:ext>
            </a:extLst>
          </p:cNvPr>
          <p:cNvGrpSpPr/>
          <p:nvPr/>
        </p:nvGrpSpPr>
        <p:grpSpPr>
          <a:xfrm>
            <a:off x="962558" y="2543265"/>
            <a:ext cx="2046650" cy="3151790"/>
            <a:chOff x="962558" y="2543265"/>
            <a:chExt cx="2046650" cy="3151790"/>
          </a:xfrm>
        </p:grpSpPr>
        <p:sp>
          <p:nvSpPr>
            <p:cNvPr id="20" name="Round Single Corner of Rectangle 19">
              <a:extLst>
                <a:ext uri="{FF2B5EF4-FFF2-40B4-BE49-F238E27FC236}">
                  <a16:creationId xmlns:a16="http://schemas.microsoft.com/office/drawing/2014/main" id="{D721269C-3AA8-674B-C88C-58051C3FB788}"/>
                </a:ext>
              </a:extLst>
            </p:cNvPr>
            <p:cNvSpPr/>
            <p:nvPr/>
          </p:nvSpPr>
          <p:spPr>
            <a:xfrm rot="10800000" flipH="1">
              <a:off x="962558" y="2543265"/>
              <a:ext cx="2038337" cy="315179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5" name="Content Placeholder 2">
              <a:extLst>
                <a:ext uri="{FF2B5EF4-FFF2-40B4-BE49-F238E27FC236}">
                  <a16:creationId xmlns:a16="http://schemas.microsoft.com/office/drawing/2014/main" id="{23B8CB32-647B-21F3-FDA0-E4A1FE8EC685}"/>
                </a:ext>
              </a:extLst>
            </p:cNvPr>
            <p:cNvSpPr txBox="1">
              <a:spLocks/>
            </p:cNvSpPr>
            <p:nvPr/>
          </p:nvSpPr>
          <p:spPr>
            <a:xfrm>
              <a:off x="970871" y="4601404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199782F3-7EA2-1699-AEC4-655C217F526C}"/>
                </a:ext>
              </a:extLst>
            </p:cNvPr>
            <p:cNvSpPr txBox="1">
              <a:spLocks/>
            </p:cNvSpPr>
            <p:nvPr/>
          </p:nvSpPr>
          <p:spPr>
            <a:xfrm>
              <a:off x="970871" y="3670379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4ADBA2-E75F-39ED-5340-1F50C8AB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14</a:t>
            </a:fld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C8FCCE-06FD-BA76-CF4D-D298B266E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50E1C1-8E5A-AD5D-30EA-F26C8AC4640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2319" y="2848082"/>
            <a:ext cx="658813" cy="641350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FF05C3B8-75C3-1876-5C1A-EC257C0AAD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5741" y="2848486"/>
            <a:ext cx="659524" cy="640946"/>
          </a:xfrm>
          <a:prstGeom prst="rect">
            <a:avLst/>
          </a:prstGeom>
        </p:spPr>
      </p:pic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145B61AA-2912-FA1A-E337-7E5BAA824C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6974" y="2848486"/>
            <a:ext cx="659524" cy="640946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0665379B-C65F-DF16-60EC-A60475504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05570" y="2848486"/>
            <a:ext cx="659524" cy="64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474F1-ED37-494A-8199-1F6A72EB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D958F1-9BAF-D319-7572-D1456E4BE4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54FFC-D8FA-3472-24FD-F9B49B48D9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1BC0E1-43B9-08CA-C9C4-0F0524D4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15</a:t>
            </a:fld>
            <a:endParaRPr lang="en-DE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94A67A1-24CE-C2E3-CEFC-743A01854EA3}"/>
              </a:ext>
            </a:extLst>
          </p:cNvPr>
          <p:cNvGrpSpPr/>
          <p:nvPr/>
        </p:nvGrpSpPr>
        <p:grpSpPr>
          <a:xfrm>
            <a:off x="4601497" y="744810"/>
            <a:ext cx="2046650" cy="2302218"/>
            <a:chOff x="4601497" y="744810"/>
            <a:chExt cx="2046650" cy="2302218"/>
          </a:xfrm>
        </p:grpSpPr>
        <p:sp>
          <p:nvSpPr>
            <p:cNvPr id="4" name="Round Single Corner of Rectangle 3">
              <a:extLst>
                <a:ext uri="{FF2B5EF4-FFF2-40B4-BE49-F238E27FC236}">
                  <a16:creationId xmlns:a16="http://schemas.microsoft.com/office/drawing/2014/main" id="{8A97051C-47D4-7144-737F-BC60B747A703}"/>
                </a:ext>
              </a:extLst>
            </p:cNvPr>
            <p:cNvSpPr/>
            <p:nvPr/>
          </p:nvSpPr>
          <p:spPr>
            <a:xfrm rot="10800000" flipH="1">
              <a:off x="4601497" y="744810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ABAF088B-162E-8F8C-ECA7-40ECA1C9CA8B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197312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92A9FF19-4D9B-219B-F582-7A0E0D5984B9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104210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7EB229-76B3-DAE4-A9CD-5AB093158FB9}"/>
              </a:ext>
            </a:extLst>
          </p:cNvPr>
          <p:cNvGrpSpPr/>
          <p:nvPr/>
        </p:nvGrpSpPr>
        <p:grpSpPr>
          <a:xfrm>
            <a:off x="7018126" y="744810"/>
            <a:ext cx="2046650" cy="2302218"/>
            <a:chOff x="7018126" y="744810"/>
            <a:chExt cx="2046650" cy="2302218"/>
          </a:xfrm>
        </p:grpSpPr>
        <p:sp>
          <p:nvSpPr>
            <p:cNvPr id="15" name="Round Single Corner of Rectangle 14">
              <a:extLst>
                <a:ext uri="{FF2B5EF4-FFF2-40B4-BE49-F238E27FC236}">
                  <a16:creationId xmlns:a16="http://schemas.microsoft.com/office/drawing/2014/main" id="{2A1EA797-D549-5D78-782C-78F4A862A3E8}"/>
                </a:ext>
              </a:extLst>
            </p:cNvPr>
            <p:cNvSpPr/>
            <p:nvPr/>
          </p:nvSpPr>
          <p:spPr>
            <a:xfrm rot="10800000" flipH="1">
              <a:off x="7018126" y="744810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F0491C0D-F181-5098-EE88-309591873005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197312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65F77D5A-2C09-1918-1212-293A15E8017C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104210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DFE050-0964-8C26-35AD-1B0197F6C08C}"/>
              </a:ext>
            </a:extLst>
          </p:cNvPr>
          <p:cNvGrpSpPr/>
          <p:nvPr/>
        </p:nvGrpSpPr>
        <p:grpSpPr>
          <a:xfrm>
            <a:off x="9434755" y="744810"/>
            <a:ext cx="2046650" cy="2302218"/>
            <a:chOff x="9434755" y="744810"/>
            <a:chExt cx="2046650" cy="2302218"/>
          </a:xfrm>
        </p:grpSpPr>
        <p:sp>
          <p:nvSpPr>
            <p:cNvPr id="18" name="Round Single Corner of Rectangle 17">
              <a:extLst>
                <a:ext uri="{FF2B5EF4-FFF2-40B4-BE49-F238E27FC236}">
                  <a16:creationId xmlns:a16="http://schemas.microsoft.com/office/drawing/2014/main" id="{266BFCB9-42D1-EA69-6FB5-3990CED1F6A3}"/>
                </a:ext>
              </a:extLst>
            </p:cNvPr>
            <p:cNvSpPr/>
            <p:nvPr/>
          </p:nvSpPr>
          <p:spPr>
            <a:xfrm rot="10800000" flipH="1">
              <a:off x="9434755" y="744810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19" name="Content Placeholder 2">
              <a:extLst>
                <a:ext uri="{FF2B5EF4-FFF2-40B4-BE49-F238E27FC236}">
                  <a16:creationId xmlns:a16="http://schemas.microsoft.com/office/drawing/2014/main" id="{5B92CC8F-3120-4B86-3BFD-D752936165F4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197312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1B7085A4-5825-B5C9-FFD0-7F029B177DFC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104210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816D07A-AC4E-B9BB-F876-0B450DD3CFEE}"/>
              </a:ext>
            </a:extLst>
          </p:cNvPr>
          <p:cNvGrpSpPr/>
          <p:nvPr/>
        </p:nvGrpSpPr>
        <p:grpSpPr>
          <a:xfrm>
            <a:off x="4601497" y="3413365"/>
            <a:ext cx="2046650" cy="2302218"/>
            <a:chOff x="4601497" y="3413365"/>
            <a:chExt cx="2046650" cy="2302218"/>
          </a:xfrm>
        </p:grpSpPr>
        <p:sp>
          <p:nvSpPr>
            <p:cNvPr id="21" name="Round Single Corner of Rectangle 20">
              <a:extLst>
                <a:ext uri="{FF2B5EF4-FFF2-40B4-BE49-F238E27FC236}">
                  <a16:creationId xmlns:a16="http://schemas.microsoft.com/office/drawing/2014/main" id="{6D89AB11-7ABC-6C7A-458B-6B267098B6FB}"/>
                </a:ext>
              </a:extLst>
            </p:cNvPr>
            <p:cNvSpPr/>
            <p:nvPr/>
          </p:nvSpPr>
          <p:spPr>
            <a:xfrm rot="10800000" flipH="1">
              <a:off x="4601497" y="3413365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CC9C48E7-08E5-407E-50CE-ABE30E007EF0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464168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B291D983-3369-A73A-F8CD-BFD7B6F9A34A}"/>
                </a:ext>
              </a:extLst>
            </p:cNvPr>
            <p:cNvSpPr txBox="1">
              <a:spLocks/>
            </p:cNvSpPr>
            <p:nvPr/>
          </p:nvSpPr>
          <p:spPr>
            <a:xfrm>
              <a:off x="4609810" y="371065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5178A69-3306-F4A4-C803-35BBC80BE57E}"/>
              </a:ext>
            </a:extLst>
          </p:cNvPr>
          <p:cNvGrpSpPr/>
          <p:nvPr/>
        </p:nvGrpSpPr>
        <p:grpSpPr>
          <a:xfrm>
            <a:off x="7018126" y="3413365"/>
            <a:ext cx="2046650" cy="2302218"/>
            <a:chOff x="7018126" y="3413365"/>
            <a:chExt cx="2046650" cy="2302218"/>
          </a:xfrm>
        </p:grpSpPr>
        <p:sp>
          <p:nvSpPr>
            <p:cNvPr id="25" name="Round Single Corner of Rectangle 24">
              <a:extLst>
                <a:ext uri="{FF2B5EF4-FFF2-40B4-BE49-F238E27FC236}">
                  <a16:creationId xmlns:a16="http://schemas.microsoft.com/office/drawing/2014/main" id="{DA9369BC-44B0-6D90-8C18-00FA6BEEB22F}"/>
                </a:ext>
              </a:extLst>
            </p:cNvPr>
            <p:cNvSpPr/>
            <p:nvPr/>
          </p:nvSpPr>
          <p:spPr>
            <a:xfrm rot="10800000" flipH="1">
              <a:off x="7018126" y="3413365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30" name="Content Placeholder 2">
              <a:extLst>
                <a:ext uri="{FF2B5EF4-FFF2-40B4-BE49-F238E27FC236}">
                  <a16:creationId xmlns:a16="http://schemas.microsoft.com/office/drawing/2014/main" id="{E343A25D-FF2C-290B-A995-1678F43BF2BC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464168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31" name="Content Placeholder 2">
              <a:extLst>
                <a:ext uri="{FF2B5EF4-FFF2-40B4-BE49-F238E27FC236}">
                  <a16:creationId xmlns:a16="http://schemas.microsoft.com/office/drawing/2014/main" id="{4A126056-1ECB-4A59-A5B8-7F9A3830A4B7}"/>
                </a:ext>
              </a:extLst>
            </p:cNvPr>
            <p:cNvSpPr txBox="1">
              <a:spLocks/>
            </p:cNvSpPr>
            <p:nvPr/>
          </p:nvSpPr>
          <p:spPr>
            <a:xfrm>
              <a:off x="7026439" y="371065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8580576-0799-8D2D-3CDC-9A0677E2C8F1}"/>
              </a:ext>
            </a:extLst>
          </p:cNvPr>
          <p:cNvGrpSpPr/>
          <p:nvPr/>
        </p:nvGrpSpPr>
        <p:grpSpPr>
          <a:xfrm>
            <a:off x="9434755" y="3413365"/>
            <a:ext cx="2046650" cy="2302218"/>
            <a:chOff x="9434755" y="3413365"/>
            <a:chExt cx="2046650" cy="2302218"/>
          </a:xfrm>
        </p:grpSpPr>
        <p:sp>
          <p:nvSpPr>
            <p:cNvPr id="32" name="Round Single Corner of Rectangle 31">
              <a:extLst>
                <a:ext uri="{FF2B5EF4-FFF2-40B4-BE49-F238E27FC236}">
                  <a16:creationId xmlns:a16="http://schemas.microsoft.com/office/drawing/2014/main" id="{7B14F1D0-A0BB-8CF9-9E4A-D8326B94F8D5}"/>
                </a:ext>
              </a:extLst>
            </p:cNvPr>
            <p:cNvSpPr/>
            <p:nvPr/>
          </p:nvSpPr>
          <p:spPr>
            <a:xfrm rot="10800000" flipH="1">
              <a:off x="9434755" y="3413365"/>
              <a:ext cx="2038337" cy="2302218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33" name="Content Placeholder 2">
              <a:extLst>
                <a:ext uri="{FF2B5EF4-FFF2-40B4-BE49-F238E27FC236}">
                  <a16:creationId xmlns:a16="http://schemas.microsoft.com/office/drawing/2014/main" id="{1B99BD20-F810-87D1-C530-FB5E836E808D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4641682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18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  <a:endParaRPr lang="en-DE" dirty="0"/>
            </a:p>
          </p:txBody>
        </p:sp>
        <p:sp>
          <p:nvSpPr>
            <p:cNvPr id="34" name="Content Placeholder 2">
              <a:extLst>
                <a:ext uri="{FF2B5EF4-FFF2-40B4-BE49-F238E27FC236}">
                  <a16:creationId xmlns:a16="http://schemas.microsoft.com/office/drawing/2014/main" id="{61909E6F-6B5F-3155-D39C-833E8780304F}"/>
                </a:ext>
              </a:extLst>
            </p:cNvPr>
            <p:cNvSpPr txBox="1">
              <a:spLocks/>
            </p:cNvSpPr>
            <p:nvPr/>
          </p:nvSpPr>
          <p:spPr>
            <a:xfrm>
              <a:off x="9443068" y="3710657"/>
              <a:ext cx="2038337" cy="778799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2000"/>
                </a:spcBef>
                <a:buSzPct val="70000"/>
                <a:buFontTx/>
                <a:buNone/>
                <a:defRPr sz="5500" b="0" i="0" kern="1200">
                  <a:solidFill>
                    <a:srgbClr val="403592"/>
                  </a:solidFill>
                  <a:latin typeface="Century Gothic" panose="020B0502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1.5B</a:t>
              </a:r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4147375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64D9-A9D7-7776-77BA-21F033F5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8B1B28-541D-B646-AB19-6FB3AA32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16</a:t>
            </a:fld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BFA9DB-64DA-9D83-C801-E7EA24E691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74EDAD-A1FC-CFD0-0D8F-CFDEDBBD1FD2}"/>
              </a:ext>
            </a:extLst>
          </p:cNvPr>
          <p:cNvGrpSpPr/>
          <p:nvPr/>
        </p:nvGrpSpPr>
        <p:grpSpPr>
          <a:xfrm>
            <a:off x="3481622" y="2602289"/>
            <a:ext cx="2466355" cy="2985709"/>
            <a:chOff x="3481622" y="2602289"/>
            <a:chExt cx="2466355" cy="2985709"/>
          </a:xfrm>
        </p:grpSpPr>
        <p:sp>
          <p:nvSpPr>
            <p:cNvPr id="19" name="Round Single Corner of Rectangle 18">
              <a:extLst>
                <a:ext uri="{FF2B5EF4-FFF2-40B4-BE49-F238E27FC236}">
                  <a16:creationId xmlns:a16="http://schemas.microsoft.com/office/drawing/2014/main" id="{04D8BF25-C988-5BF2-39A9-98799C33537B}"/>
                </a:ext>
              </a:extLst>
            </p:cNvPr>
            <p:cNvSpPr/>
            <p:nvPr/>
          </p:nvSpPr>
          <p:spPr>
            <a:xfrm rot="10800000" flipH="1">
              <a:off x="3481622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0" name="Text Placeholder 2">
              <a:extLst>
                <a:ext uri="{FF2B5EF4-FFF2-40B4-BE49-F238E27FC236}">
                  <a16:creationId xmlns:a16="http://schemas.microsoft.com/office/drawing/2014/main" id="{23FAB241-9F4E-AFFD-D639-74916602BD43}"/>
                </a:ext>
              </a:extLst>
            </p:cNvPr>
            <p:cNvSpPr txBox="1">
              <a:spLocks/>
            </p:cNvSpPr>
            <p:nvPr/>
          </p:nvSpPr>
          <p:spPr>
            <a:xfrm>
              <a:off x="3481622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Title here</a:t>
              </a:r>
              <a:endParaRPr lang="en-DE"/>
            </a:p>
          </p:txBody>
        </p:sp>
        <p:sp>
          <p:nvSpPr>
            <p:cNvPr id="21" name="Text Placeholder 2">
              <a:extLst>
                <a:ext uri="{FF2B5EF4-FFF2-40B4-BE49-F238E27FC236}">
                  <a16:creationId xmlns:a16="http://schemas.microsoft.com/office/drawing/2014/main" id="{D0C7B5C3-4EF8-70ED-7942-176619608AE0}"/>
                </a:ext>
              </a:extLst>
            </p:cNvPr>
            <p:cNvSpPr txBox="1">
              <a:spLocks/>
            </p:cNvSpPr>
            <p:nvPr/>
          </p:nvSpPr>
          <p:spPr>
            <a:xfrm>
              <a:off x="3707950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/>
                <a:t>Text over here Text over here</a:t>
              </a:r>
              <a:r>
                <a:rPr lang="en-DE"/>
                <a:t> </a:t>
              </a:r>
              <a:r>
                <a:rPr lang="en-GB"/>
                <a:t>Text over here</a:t>
              </a:r>
              <a:endParaRPr lang="en-DE"/>
            </a:p>
            <a:p>
              <a:pPr>
                <a:defRPr/>
              </a:pPr>
              <a:r>
                <a:rPr lang="en-GB"/>
                <a:t>Text over here Text over</a:t>
              </a:r>
              <a:endParaRPr lang="en-DE"/>
            </a:p>
          </p:txBody>
        </p:sp>
        <p:sp>
          <p:nvSpPr>
            <p:cNvPr id="28" name="Round Diagonal Corner of Rectangle 27">
              <a:extLst>
                <a:ext uri="{FF2B5EF4-FFF2-40B4-BE49-F238E27FC236}">
                  <a16:creationId xmlns:a16="http://schemas.microsoft.com/office/drawing/2014/main" id="{8A9ADC71-95F8-C997-6504-66E4ED465A6B}"/>
                </a:ext>
              </a:extLst>
            </p:cNvPr>
            <p:cNvSpPr/>
            <p:nvPr/>
          </p:nvSpPr>
          <p:spPr>
            <a:xfrm rot="10800000">
              <a:off x="3481622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1274EDB9-18B3-F658-3232-3ABBD2631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30091" y="4823605"/>
              <a:ext cx="501989" cy="477699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6DFF0A1-A8BA-A492-8B08-0DABC61F0ED9}"/>
              </a:ext>
            </a:extLst>
          </p:cNvPr>
          <p:cNvGrpSpPr/>
          <p:nvPr/>
        </p:nvGrpSpPr>
        <p:grpSpPr>
          <a:xfrm>
            <a:off x="8974795" y="2602289"/>
            <a:ext cx="2466356" cy="2985709"/>
            <a:chOff x="8974795" y="2602289"/>
            <a:chExt cx="2466356" cy="2985709"/>
          </a:xfrm>
        </p:grpSpPr>
        <p:sp>
          <p:nvSpPr>
            <p:cNvPr id="4" name="Round Single Corner of Rectangle 3">
              <a:extLst>
                <a:ext uri="{FF2B5EF4-FFF2-40B4-BE49-F238E27FC236}">
                  <a16:creationId xmlns:a16="http://schemas.microsoft.com/office/drawing/2014/main" id="{86275812-0997-A4D9-1A9C-38ED63E9B30B}"/>
                </a:ext>
              </a:extLst>
            </p:cNvPr>
            <p:cNvSpPr/>
            <p:nvPr/>
          </p:nvSpPr>
          <p:spPr>
            <a:xfrm rot="10800000" flipH="1">
              <a:off x="8974796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6" name="Text Placeholder 2">
              <a:extLst>
                <a:ext uri="{FF2B5EF4-FFF2-40B4-BE49-F238E27FC236}">
                  <a16:creationId xmlns:a16="http://schemas.microsoft.com/office/drawing/2014/main" id="{F6A60B88-82F1-EFFC-B0B8-E8082049DC82}"/>
                </a:ext>
              </a:extLst>
            </p:cNvPr>
            <p:cNvSpPr txBox="1">
              <a:spLocks/>
            </p:cNvSpPr>
            <p:nvPr/>
          </p:nvSpPr>
          <p:spPr>
            <a:xfrm>
              <a:off x="8974796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Title here</a:t>
              </a:r>
              <a:endParaRPr lang="en-DE"/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12638B48-F3B4-A44F-CFBC-F391FCED60B4}"/>
                </a:ext>
              </a:extLst>
            </p:cNvPr>
            <p:cNvSpPr txBox="1">
              <a:spLocks/>
            </p:cNvSpPr>
            <p:nvPr/>
          </p:nvSpPr>
          <p:spPr>
            <a:xfrm>
              <a:off x="9201124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/>
                <a:t>Text over here Text over here</a:t>
              </a:r>
              <a:r>
                <a:rPr lang="en-DE"/>
                <a:t> </a:t>
              </a:r>
              <a:r>
                <a:rPr lang="en-GB"/>
                <a:t>Text over here</a:t>
              </a:r>
              <a:endParaRPr lang="en-DE"/>
            </a:p>
            <a:p>
              <a:pPr>
                <a:defRPr/>
              </a:pPr>
              <a:r>
                <a:rPr lang="en-GB"/>
                <a:t>Text over here Text over</a:t>
              </a:r>
              <a:endParaRPr lang="en-DE"/>
            </a:p>
          </p:txBody>
        </p:sp>
        <p:sp>
          <p:nvSpPr>
            <p:cNvPr id="15" name="Round Diagonal Corner of Rectangle 14">
              <a:extLst>
                <a:ext uri="{FF2B5EF4-FFF2-40B4-BE49-F238E27FC236}">
                  <a16:creationId xmlns:a16="http://schemas.microsoft.com/office/drawing/2014/main" id="{70E112F0-5E10-8A57-0E16-E26F00F66C18}"/>
                </a:ext>
              </a:extLst>
            </p:cNvPr>
            <p:cNvSpPr/>
            <p:nvPr/>
          </p:nvSpPr>
          <p:spPr>
            <a:xfrm rot="10800000">
              <a:off x="8974795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636F4E6C-1756-6070-3412-E6F6C31BF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78209" y="4827099"/>
              <a:ext cx="477699" cy="461506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C0A6D2B-1368-9C4C-81F9-69420B15DD3F}"/>
              </a:ext>
            </a:extLst>
          </p:cNvPr>
          <p:cNvGrpSpPr/>
          <p:nvPr/>
        </p:nvGrpSpPr>
        <p:grpSpPr>
          <a:xfrm>
            <a:off x="6224822" y="2602289"/>
            <a:ext cx="2466355" cy="2985709"/>
            <a:chOff x="6224822" y="2602289"/>
            <a:chExt cx="2466355" cy="2985709"/>
          </a:xfrm>
        </p:grpSpPr>
        <p:sp>
          <p:nvSpPr>
            <p:cNvPr id="16" name="Round Single Corner of Rectangle 15">
              <a:extLst>
                <a:ext uri="{FF2B5EF4-FFF2-40B4-BE49-F238E27FC236}">
                  <a16:creationId xmlns:a16="http://schemas.microsoft.com/office/drawing/2014/main" id="{35198624-86FC-1F3F-5DA3-238E9778F365}"/>
                </a:ext>
              </a:extLst>
            </p:cNvPr>
            <p:cNvSpPr/>
            <p:nvPr/>
          </p:nvSpPr>
          <p:spPr>
            <a:xfrm rot="10800000" flipH="1">
              <a:off x="6224822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17" name="Text Placeholder 2">
              <a:extLst>
                <a:ext uri="{FF2B5EF4-FFF2-40B4-BE49-F238E27FC236}">
                  <a16:creationId xmlns:a16="http://schemas.microsoft.com/office/drawing/2014/main" id="{691DCF02-91A4-8BA3-07F7-A0FA10BCCB3D}"/>
                </a:ext>
              </a:extLst>
            </p:cNvPr>
            <p:cNvSpPr txBox="1">
              <a:spLocks/>
            </p:cNvSpPr>
            <p:nvPr/>
          </p:nvSpPr>
          <p:spPr>
            <a:xfrm>
              <a:off x="6224822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Title here</a:t>
              </a:r>
              <a:endParaRPr lang="en-DE"/>
            </a:p>
          </p:txBody>
        </p:sp>
        <p:sp>
          <p:nvSpPr>
            <p:cNvPr id="18" name="Text Placeholder 2">
              <a:extLst>
                <a:ext uri="{FF2B5EF4-FFF2-40B4-BE49-F238E27FC236}">
                  <a16:creationId xmlns:a16="http://schemas.microsoft.com/office/drawing/2014/main" id="{3F682BF3-D8FA-5B8D-178C-080E72D5B58C}"/>
                </a:ext>
              </a:extLst>
            </p:cNvPr>
            <p:cNvSpPr txBox="1">
              <a:spLocks/>
            </p:cNvSpPr>
            <p:nvPr/>
          </p:nvSpPr>
          <p:spPr>
            <a:xfrm>
              <a:off x="6451150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/>
                <a:t>Text over here Text over here</a:t>
              </a:r>
              <a:r>
                <a:rPr lang="en-DE"/>
                <a:t> </a:t>
              </a:r>
              <a:r>
                <a:rPr lang="en-GB"/>
                <a:t>Text over here</a:t>
              </a:r>
              <a:endParaRPr lang="en-DE"/>
            </a:p>
            <a:p>
              <a:pPr>
                <a:defRPr/>
              </a:pPr>
              <a:r>
                <a:rPr lang="en-GB"/>
                <a:t>Text over here Text over</a:t>
              </a:r>
              <a:endParaRPr lang="en-DE"/>
            </a:p>
          </p:txBody>
        </p:sp>
        <p:sp>
          <p:nvSpPr>
            <p:cNvPr id="27" name="Round Diagonal Corner of Rectangle 26">
              <a:extLst>
                <a:ext uri="{FF2B5EF4-FFF2-40B4-BE49-F238E27FC236}">
                  <a16:creationId xmlns:a16="http://schemas.microsoft.com/office/drawing/2014/main" id="{B8A8E24E-1E30-E7E8-922A-FA174C432D1E}"/>
                </a:ext>
              </a:extLst>
            </p:cNvPr>
            <p:cNvSpPr/>
            <p:nvPr/>
          </p:nvSpPr>
          <p:spPr>
            <a:xfrm rot="10800000">
              <a:off x="6224822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8F31CC7A-BC3E-CFBD-702D-A0E31C748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29007" y="4827099"/>
              <a:ext cx="477699" cy="461506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D204E-A844-DD4F-7C18-BE1E9104E16A}"/>
              </a:ext>
            </a:extLst>
          </p:cNvPr>
          <p:cNvGrpSpPr/>
          <p:nvPr/>
        </p:nvGrpSpPr>
        <p:grpSpPr>
          <a:xfrm>
            <a:off x="751968" y="2602289"/>
            <a:ext cx="2466356" cy="2985709"/>
            <a:chOff x="751968" y="2602289"/>
            <a:chExt cx="2466356" cy="2985709"/>
          </a:xfrm>
        </p:grpSpPr>
        <p:sp>
          <p:nvSpPr>
            <p:cNvPr id="23" name="Round Single Corner of Rectangle 22">
              <a:extLst>
                <a:ext uri="{FF2B5EF4-FFF2-40B4-BE49-F238E27FC236}">
                  <a16:creationId xmlns:a16="http://schemas.microsoft.com/office/drawing/2014/main" id="{21E5222D-51A2-A6D2-6F3B-A3D29C8173DD}"/>
                </a:ext>
              </a:extLst>
            </p:cNvPr>
            <p:cNvSpPr/>
            <p:nvPr/>
          </p:nvSpPr>
          <p:spPr>
            <a:xfrm rot="10800000" flipH="1">
              <a:off x="751969" y="2602289"/>
              <a:ext cx="2466355" cy="2985709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0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sp>
          <p:nvSpPr>
            <p:cNvPr id="24" name="Text Placeholder 2">
              <a:extLst>
                <a:ext uri="{FF2B5EF4-FFF2-40B4-BE49-F238E27FC236}">
                  <a16:creationId xmlns:a16="http://schemas.microsoft.com/office/drawing/2014/main" id="{D00EB9F0-530F-36BE-8F71-FB38A5CB4EAB}"/>
                </a:ext>
              </a:extLst>
            </p:cNvPr>
            <p:cNvSpPr txBox="1">
              <a:spLocks/>
            </p:cNvSpPr>
            <p:nvPr/>
          </p:nvSpPr>
          <p:spPr>
            <a:xfrm>
              <a:off x="751969" y="3007256"/>
              <a:ext cx="2466355" cy="325225"/>
            </a:xfrm>
            <a:prstGeom prst="rect">
              <a:avLst/>
            </a:prstGeom>
          </p:spPr>
          <p:txBody>
            <a:bodyPr/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Title here</a:t>
              </a:r>
              <a:endParaRPr lang="en-DE" dirty="0"/>
            </a:p>
          </p:txBody>
        </p:sp>
        <p:sp>
          <p:nvSpPr>
            <p:cNvPr id="26" name="Text Placeholder 2">
              <a:extLst>
                <a:ext uri="{FF2B5EF4-FFF2-40B4-BE49-F238E27FC236}">
                  <a16:creationId xmlns:a16="http://schemas.microsoft.com/office/drawing/2014/main" id="{23FB91C9-18F7-BABB-5930-40429CA6525E}"/>
                </a:ext>
              </a:extLst>
            </p:cNvPr>
            <p:cNvSpPr txBox="1">
              <a:spLocks/>
            </p:cNvSpPr>
            <p:nvPr/>
          </p:nvSpPr>
          <p:spPr>
            <a:xfrm>
              <a:off x="978297" y="3428503"/>
              <a:ext cx="2031871" cy="617892"/>
            </a:xfrm>
            <a:prstGeom prst="rect">
              <a:avLst/>
            </a:prstGeom>
          </p:spPr>
          <p:txBody>
            <a:bodyPr/>
            <a:lstStyle>
              <a:lvl1pPr marL="0" marR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sz="1400" b="0" i="0" kern="120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1000"/>
                </a:spcBef>
                <a:defRPr/>
              </a:pPr>
              <a:r>
                <a:rPr lang="en-GB"/>
                <a:t>Text over here Text over here</a:t>
              </a:r>
              <a:r>
                <a:rPr lang="en-DE"/>
                <a:t> </a:t>
              </a:r>
              <a:r>
                <a:rPr lang="en-GB"/>
                <a:t>Text over here</a:t>
              </a:r>
              <a:endParaRPr lang="en-DE"/>
            </a:p>
            <a:p>
              <a:pPr>
                <a:defRPr/>
              </a:pPr>
              <a:r>
                <a:rPr lang="en-GB"/>
                <a:t>Text over here Text over</a:t>
              </a:r>
              <a:endParaRPr lang="en-DE"/>
            </a:p>
          </p:txBody>
        </p:sp>
        <p:sp>
          <p:nvSpPr>
            <p:cNvPr id="29" name="Round Diagonal Corner of Rectangle 28">
              <a:extLst>
                <a:ext uri="{FF2B5EF4-FFF2-40B4-BE49-F238E27FC236}">
                  <a16:creationId xmlns:a16="http://schemas.microsoft.com/office/drawing/2014/main" id="{0CB4355F-1DA8-12A7-7018-4451DCEC0FAD}"/>
                </a:ext>
              </a:extLst>
            </p:cNvPr>
            <p:cNvSpPr/>
            <p:nvPr/>
          </p:nvSpPr>
          <p:spPr>
            <a:xfrm rot="10800000">
              <a:off x="751968" y="4538132"/>
              <a:ext cx="2466355" cy="1049865"/>
            </a:xfrm>
            <a:prstGeom prst="round2DiagRect">
              <a:avLst>
                <a:gd name="adj1" fmla="val 39451"/>
                <a:gd name="adj2" fmla="val 0"/>
              </a:avLst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>
                <a:solidFill>
                  <a:schemeClr val="tx1"/>
                </a:solidFill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8CC2DFC8-3DC3-43C8-FD68-A2D561AAA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34987" y="4821859"/>
              <a:ext cx="534375" cy="485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1317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1324-6E39-2EAC-F365-124095489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3854DE-56BD-4BD2-0E03-6A319BF1C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818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CB20E-9675-4F70-FE8B-4FE73E33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C2F507-082C-06F3-CC85-39BD2A15F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18</a:t>
            </a:fld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C44F9-EA4A-1D42-1817-9FBDE4447D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91D7734C-ADDE-8B83-6404-858EAD344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5650" y="3177468"/>
            <a:ext cx="293454" cy="251532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DFB653BF-C3AA-E2ED-13B9-29730161A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8927" y="3177468"/>
            <a:ext cx="293454" cy="251532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FC758589-2A57-10B7-1DEE-562457237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472" y="3177468"/>
            <a:ext cx="293454" cy="25153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BAFF0A85-DC38-4B93-C8A8-D824E7B41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3106" y="3177468"/>
            <a:ext cx="293454" cy="251532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F15F10EC-7083-9C7B-5513-19DE413D17DD}"/>
              </a:ext>
            </a:extLst>
          </p:cNvPr>
          <p:cNvGrpSpPr/>
          <p:nvPr/>
        </p:nvGrpSpPr>
        <p:grpSpPr>
          <a:xfrm>
            <a:off x="717973" y="2782379"/>
            <a:ext cx="1699328" cy="2604434"/>
            <a:chOff x="717973" y="2782379"/>
            <a:chExt cx="1699328" cy="260443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406022-29AB-834B-5952-7C6E9337F3F1}"/>
                </a:ext>
              </a:extLst>
            </p:cNvPr>
            <p:cNvSpPr txBox="1"/>
            <p:nvPr/>
          </p:nvSpPr>
          <p:spPr>
            <a:xfrm>
              <a:off x="717973" y="4371150"/>
              <a:ext cx="16993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5"/>
                  </a:solidFill>
                </a:rPr>
                <a:t>Title over here</a:t>
              </a:r>
            </a:p>
            <a:p>
              <a:pPr algn="ctr"/>
              <a:r>
                <a:rPr lang="en-GB" sz="1400">
                  <a:solidFill>
                    <a:schemeClr val="bg1"/>
                  </a:solidFill>
                </a:rPr>
                <a:t>Text over here text over here text over here over</a:t>
              </a:r>
              <a:endParaRPr lang="en-DE" sz="1400">
                <a:solidFill>
                  <a:schemeClr val="bg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B51A332-14DF-639D-20C0-665AE83BB2A3}"/>
                </a:ext>
              </a:extLst>
            </p:cNvPr>
            <p:cNvSpPr/>
            <p:nvPr/>
          </p:nvSpPr>
          <p:spPr>
            <a:xfrm>
              <a:off x="1465070" y="4002582"/>
              <a:ext cx="186870" cy="18687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5B2D098D-C578-13C9-017B-8608085A7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77010" y="2782379"/>
              <a:ext cx="781253" cy="899625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5134E4F-14F1-F3A6-17A9-E9CC9586E9B6}"/>
              </a:ext>
            </a:extLst>
          </p:cNvPr>
          <p:cNvGrpSpPr/>
          <p:nvPr/>
        </p:nvGrpSpPr>
        <p:grpSpPr>
          <a:xfrm>
            <a:off x="3006150" y="2782379"/>
            <a:ext cx="1699328" cy="2604434"/>
            <a:chOff x="3006150" y="2782379"/>
            <a:chExt cx="1699328" cy="260443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491211-11E9-D5E4-5E06-833EA30AC531}"/>
                </a:ext>
              </a:extLst>
            </p:cNvPr>
            <p:cNvSpPr txBox="1"/>
            <p:nvPr/>
          </p:nvSpPr>
          <p:spPr>
            <a:xfrm>
              <a:off x="3006150" y="4371150"/>
              <a:ext cx="16993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1"/>
                  </a:solidFill>
                </a:rPr>
                <a:t>Title over here</a:t>
              </a:r>
            </a:p>
            <a:p>
              <a:pPr algn="ctr"/>
              <a:r>
                <a:rPr lang="en-GB" sz="1400">
                  <a:solidFill>
                    <a:schemeClr val="bg1"/>
                  </a:solidFill>
                </a:rPr>
                <a:t>Text over here text over here text over here over</a:t>
              </a:r>
              <a:endParaRPr lang="en-DE" sz="1400">
                <a:solidFill>
                  <a:schemeClr val="bg1"/>
                </a:solidFill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D59D5E6-120E-D963-33F6-5BD842295FE7}"/>
                </a:ext>
              </a:extLst>
            </p:cNvPr>
            <p:cNvSpPr/>
            <p:nvPr/>
          </p:nvSpPr>
          <p:spPr>
            <a:xfrm>
              <a:off x="3753247" y="4002582"/>
              <a:ext cx="186870" cy="1868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0B47CA84-09A9-8EA1-5728-750A5CC62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3455867" y="2782379"/>
              <a:ext cx="781253" cy="899624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790D91-5489-5C62-47FE-9C69B0B120E5}"/>
              </a:ext>
            </a:extLst>
          </p:cNvPr>
          <p:cNvGrpSpPr/>
          <p:nvPr/>
        </p:nvGrpSpPr>
        <p:grpSpPr>
          <a:xfrm>
            <a:off x="5294327" y="2782379"/>
            <a:ext cx="1699328" cy="2604434"/>
            <a:chOff x="5294327" y="2782379"/>
            <a:chExt cx="1699328" cy="260443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E2AF9C6-92A7-1827-357A-2110B5949228}"/>
                </a:ext>
              </a:extLst>
            </p:cNvPr>
            <p:cNvSpPr txBox="1"/>
            <p:nvPr/>
          </p:nvSpPr>
          <p:spPr>
            <a:xfrm>
              <a:off x="5294327" y="4371150"/>
              <a:ext cx="16993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3"/>
                  </a:solidFill>
                </a:rPr>
                <a:t>Title over here</a:t>
              </a:r>
            </a:p>
            <a:p>
              <a:pPr algn="ctr"/>
              <a:r>
                <a:rPr lang="en-GB" sz="1400">
                  <a:solidFill>
                    <a:schemeClr val="bg1"/>
                  </a:solidFill>
                </a:rPr>
                <a:t>Text over here text over here text over here over</a:t>
              </a:r>
              <a:endParaRPr lang="en-DE" sz="1400">
                <a:solidFill>
                  <a:schemeClr val="bg1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7009ACE-68FE-00C1-4A65-E0FBFA221456}"/>
                </a:ext>
              </a:extLst>
            </p:cNvPr>
            <p:cNvSpPr/>
            <p:nvPr/>
          </p:nvSpPr>
          <p:spPr>
            <a:xfrm>
              <a:off x="6041424" y="4002582"/>
              <a:ext cx="186870" cy="18687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F9CA7072-604B-D9A8-4793-C224C1A64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5741867" y="2782379"/>
              <a:ext cx="781253" cy="899624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B9D7D50-DD17-732F-5FB6-E7CEF585E30E}"/>
              </a:ext>
            </a:extLst>
          </p:cNvPr>
          <p:cNvGrpSpPr/>
          <p:nvPr/>
        </p:nvGrpSpPr>
        <p:grpSpPr>
          <a:xfrm>
            <a:off x="7582504" y="2782379"/>
            <a:ext cx="1699328" cy="2604434"/>
            <a:chOff x="7582504" y="2782379"/>
            <a:chExt cx="1699328" cy="2604434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EF82144-5D39-DCE0-5EAC-16D19F87BD7B}"/>
                </a:ext>
              </a:extLst>
            </p:cNvPr>
            <p:cNvSpPr txBox="1"/>
            <p:nvPr/>
          </p:nvSpPr>
          <p:spPr>
            <a:xfrm>
              <a:off x="7582504" y="4371150"/>
              <a:ext cx="16993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bg1"/>
                  </a:solidFill>
                </a:rPr>
                <a:t>Title over here</a:t>
              </a:r>
            </a:p>
            <a:p>
              <a:pPr algn="ctr"/>
              <a:r>
                <a:rPr lang="en-GB" sz="1400">
                  <a:solidFill>
                    <a:schemeClr val="bg1"/>
                  </a:solidFill>
                </a:rPr>
                <a:t>Text over here text over here text over here over</a:t>
              </a:r>
              <a:endParaRPr lang="en-DE" sz="1400">
                <a:solidFill>
                  <a:schemeClr val="bg1"/>
                </a:solidFill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F5B8B9D-BDE0-299F-5D4C-E2479D65EA34}"/>
                </a:ext>
              </a:extLst>
            </p:cNvPr>
            <p:cNvSpPr/>
            <p:nvPr/>
          </p:nvSpPr>
          <p:spPr>
            <a:xfrm>
              <a:off x="8329601" y="4002582"/>
              <a:ext cx="186870" cy="18687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C9C9BE5E-9C07-AC33-375A-64CD49742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8016735" y="2782379"/>
              <a:ext cx="781253" cy="899624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1FD123A-853F-0E3A-12FC-360072A4B4D5}"/>
              </a:ext>
            </a:extLst>
          </p:cNvPr>
          <p:cNvGrpSpPr/>
          <p:nvPr/>
        </p:nvGrpSpPr>
        <p:grpSpPr>
          <a:xfrm>
            <a:off x="9870682" y="2782379"/>
            <a:ext cx="1699328" cy="2604434"/>
            <a:chOff x="9870682" y="2782379"/>
            <a:chExt cx="1699328" cy="2604434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BEE1BDC-76D0-9BF7-C7A6-F389921E0F72}"/>
                </a:ext>
              </a:extLst>
            </p:cNvPr>
            <p:cNvSpPr txBox="1"/>
            <p:nvPr/>
          </p:nvSpPr>
          <p:spPr>
            <a:xfrm>
              <a:off x="9870682" y="4371150"/>
              <a:ext cx="16993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>
                  <a:solidFill>
                    <a:schemeClr val="accent2"/>
                  </a:solidFill>
                </a:rPr>
                <a:t>Title over here</a:t>
              </a:r>
            </a:p>
            <a:p>
              <a:pPr algn="ctr"/>
              <a:r>
                <a:rPr lang="en-GB" sz="1400">
                  <a:solidFill>
                    <a:schemeClr val="bg1"/>
                  </a:solidFill>
                </a:rPr>
                <a:t>Text over here text over here text over here over</a:t>
              </a:r>
              <a:endParaRPr lang="en-DE" sz="1400">
                <a:solidFill>
                  <a:schemeClr val="bg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46A1074-7AED-9418-56EE-28E0B733DA7E}"/>
                </a:ext>
              </a:extLst>
            </p:cNvPr>
            <p:cNvSpPr/>
            <p:nvPr/>
          </p:nvSpPr>
          <p:spPr>
            <a:xfrm>
              <a:off x="10617779" y="4002582"/>
              <a:ext cx="186870" cy="1868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387CEF19-2201-F68D-1E0A-45AAA620D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>
            <a:xfrm>
              <a:off x="10320587" y="2782379"/>
              <a:ext cx="781253" cy="8996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8561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4646-6837-035E-40FA-E45BE5209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354F0-7D0E-FB3F-F5B2-4EAA7737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19</a:t>
            </a:fld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BCB56-5D9A-6DFC-5895-5EF107A02A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4552FA-0CBD-C453-0119-983303FBD96A}"/>
              </a:ext>
            </a:extLst>
          </p:cNvPr>
          <p:cNvSpPr txBox="1"/>
          <p:nvPr/>
        </p:nvSpPr>
        <p:spPr>
          <a:xfrm>
            <a:off x="717973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accent5"/>
                </a:solidFill>
              </a:rPr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3B9633-1692-44BA-F6AE-59788EE24312}"/>
              </a:ext>
            </a:extLst>
          </p:cNvPr>
          <p:cNvSpPr/>
          <p:nvPr/>
        </p:nvSpPr>
        <p:spPr>
          <a:xfrm>
            <a:off x="1465070" y="4002582"/>
            <a:ext cx="186870" cy="18687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A32C243-C07F-6706-DB6D-0A2B7A878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95650" y="3177468"/>
            <a:ext cx="293454" cy="25153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86B435-A24F-595A-3014-AC24FBABCC8D}"/>
              </a:ext>
            </a:extLst>
          </p:cNvPr>
          <p:cNvSpPr txBox="1"/>
          <p:nvPr/>
        </p:nvSpPr>
        <p:spPr>
          <a:xfrm>
            <a:off x="3006150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chemeClr val="accent1"/>
                </a:solidFill>
              </a:rPr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7204FAA-87E7-2D03-8386-E27C77A462EE}"/>
              </a:ext>
            </a:extLst>
          </p:cNvPr>
          <p:cNvSpPr/>
          <p:nvPr/>
        </p:nvSpPr>
        <p:spPr>
          <a:xfrm>
            <a:off x="3753247" y="4002582"/>
            <a:ext cx="186870" cy="1868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3D3C93-244D-BBF8-2CCB-E70E34A04814}"/>
              </a:ext>
            </a:extLst>
          </p:cNvPr>
          <p:cNvSpPr txBox="1"/>
          <p:nvPr/>
        </p:nvSpPr>
        <p:spPr>
          <a:xfrm>
            <a:off x="5294327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51F2059-33DE-44B1-C214-2F194CBC6DC5}"/>
              </a:ext>
            </a:extLst>
          </p:cNvPr>
          <p:cNvSpPr/>
          <p:nvPr/>
        </p:nvSpPr>
        <p:spPr>
          <a:xfrm>
            <a:off x="6041424" y="4002582"/>
            <a:ext cx="186870" cy="186870"/>
          </a:xfrm>
          <a:prstGeom prst="ellipse">
            <a:avLst/>
          </a:prstGeom>
          <a:solidFill>
            <a:srgbClr val="403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970DE6-DF2E-6225-BA93-9B4B10E6B9EC}"/>
              </a:ext>
            </a:extLst>
          </p:cNvPr>
          <p:cNvSpPr txBox="1"/>
          <p:nvPr/>
        </p:nvSpPr>
        <p:spPr>
          <a:xfrm>
            <a:off x="7582504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/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B90A94-C966-1833-767B-D71A8201F55A}"/>
              </a:ext>
            </a:extLst>
          </p:cNvPr>
          <p:cNvSpPr/>
          <p:nvPr/>
        </p:nvSpPr>
        <p:spPr>
          <a:xfrm>
            <a:off x="8329601" y="4002582"/>
            <a:ext cx="186870" cy="18687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24CB3B-28B9-84BE-1FC0-C4A6883BD18E}"/>
              </a:ext>
            </a:extLst>
          </p:cNvPr>
          <p:cNvSpPr txBox="1"/>
          <p:nvPr/>
        </p:nvSpPr>
        <p:spPr>
          <a:xfrm>
            <a:off x="9870682" y="4371150"/>
            <a:ext cx="1699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>
                <a:solidFill>
                  <a:srgbClr val="403592"/>
                </a:solidFill>
              </a:rPr>
              <a:t>Title over here</a:t>
            </a:r>
          </a:p>
          <a:p>
            <a:pPr algn="ctr"/>
            <a:r>
              <a:rPr lang="en-GB" sz="1400"/>
              <a:t>Text over here text over here text over here over</a:t>
            </a:r>
            <a:endParaRPr lang="en-DE" sz="14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7F5E000-2F82-E428-E87B-1D2810B3BD66}"/>
              </a:ext>
            </a:extLst>
          </p:cNvPr>
          <p:cNvSpPr/>
          <p:nvPr/>
        </p:nvSpPr>
        <p:spPr>
          <a:xfrm>
            <a:off x="10617779" y="4002582"/>
            <a:ext cx="186870" cy="18687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DE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02E56C85-05B6-C4F0-AC3E-12AA7B295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8927" y="3177468"/>
            <a:ext cx="293454" cy="251532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6FC25F3B-D1F4-BC23-DF20-9EEFF2137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472" y="3177468"/>
            <a:ext cx="293454" cy="251532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76979D5E-6599-21CE-FD61-1B1299C333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3106" y="3177468"/>
            <a:ext cx="293454" cy="251532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0FB4F19D-7B11-5749-FA99-8AA21511B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77010" y="2782379"/>
            <a:ext cx="781253" cy="899624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9E23932-D721-CE9A-9CB4-1B894D90F4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455867" y="2782379"/>
            <a:ext cx="781252" cy="899624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14A87BAD-7A02-8DA8-A863-2840957585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741867" y="2782379"/>
            <a:ext cx="781252" cy="899624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9FD9F2D9-1A3C-A2D7-726B-AA079550EE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016735" y="2782379"/>
            <a:ext cx="781252" cy="899624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3E8B5E15-73CD-D01C-868D-153FFBEC1C2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0320587" y="2782379"/>
            <a:ext cx="781252" cy="89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13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A6E4488-E26F-712E-E29B-E963F31C3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704" y="2240462"/>
            <a:ext cx="6266946" cy="1003628"/>
          </a:xfrm>
        </p:spPr>
        <p:txBody>
          <a:bodyPr/>
          <a:lstStyle/>
          <a:p>
            <a:pPr algn="ctr"/>
            <a:r>
              <a:rPr lang="en-DE"/>
              <a:t>Thank you!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3CFEA05-4A62-2124-269C-14F8322F98AF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825846" cy="365125"/>
          </a:xfrm>
          <a:prstGeom prst="rect">
            <a:avLst/>
          </a:prstGeom>
        </p:spPr>
        <p:txBody>
          <a:bodyPr anchor="ctr"/>
          <a:lstStyle>
            <a:defPPr>
              <a:defRPr lang="en-DE"/>
            </a:defPPr>
            <a:lvl1pPr marL="0" algn="ctr" defTabSz="914400" rtl="0" eaLnBrk="1" latinLnBrk="0" hangingPunct="1">
              <a:defRPr sz="600" b="0" kern="1200">
                <a:solidFill>
                  <a:schemeClr val="tx2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A2350A-29EC-E546-BCCA-FF7831B45487}" type="slidenum">
              <a:rPr lang="en-US" smtClean="0">
                <a:solidFill>
                  <a:schemeClr val="bg1"/>
                </a:solidFill>
              </a:rPr>
              <a:pPr/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767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7CDDB-680E-6699-B418-37D322AE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2350A-29EC-E546-BCCA-FF7831B45487}" type="slidenum">
              <a:rPr lang="en-US" smtClean="0"/>
              <a:t>21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841D76C-5A3D-7DBC-D2CF-45BA02167E29}"/>
              </a:ext>
            </a:extLst>
          </p:cNvPr>
          <p:cNvSpPr/>
          <p:nvPr/>
        </p:nvSpPr>
        <p:spPr>
          <a:xfrm>
            <a:off x="1" y="3445949"/>
            <a:ext cx="12191999" cy="3429000"/>
          </a:xfrm>
          <a:custGeom>
            <a:avLst/>
            <a:gdLst>
              <a:gd name="connsiteX0" fmla="*/ 0 w 1161601"/>
              <a:gd name="connsiteY0" fmla="*/ 0 h 6669203"/>
              <a:gd name="connsiteX1" fmla="*/ 1161602 w 1161601"/>
              <a:gd name="connsiteY1" fmla="*/ 0 h 6669203"/>
              <a:gd name="connsiteX2" fmla="*/ 1161602 w 1161601"/>
              <a:gd name="connsiteY2" fmla="*/ 6669203 h 6669203"/>
              <a:gd name="connsiteX3" fmla="*/ 0 w 1161601"/>
              <a:gd name="connsiteY3" fmla="*/ 6669203 h 6669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1601" h="6669203">
                <a:moveTo>
                  <a:pt x="0" y="0"/>
                </a:moveTo>
                <a:lnTo>
                  <a:pt x="1161602" y="0"/>
                </a:lnTo>
                <a:lnTo>
                  <a:pt x="1161602" y="6669203"/>
                </a:lnTo>
                <a:lnTo>
                  <a:pt x="0" y="6669203"/>
                </a:lnTo>
                <a:close/>
              </a:path>
            </a:pathLst>
          </a:custGeom>
          <a:solidFill>
            <a:schemeClr val="accent2"/>
          </a:solidFill>
          <a:ln w="1172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45072C7F-FCD0-E8C9-14EB-A2552B933B00}"/>
              </a:ext>
            </a:extLst>
          </p:cNvPr>
          <p:cNvSpPr txBox="1">
            <a:spLocks/>
          </p:cNvSpPr>
          <p:nvPr/>
        </p:nvSpPr>
        <p:spPr>
          <a:xfrm>
            <a:off x="113687" y="53373"/>
            <a:ext cx="2631190" cy="120858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DE"/>
            </a:defPPr>
            <a:lvl1pPr marL="0" indent="0" algn="l" defTabSz="914400" rtl="0" eaLnBrk="1" latinLnBrk="0" hangingPunct="1">
              <a:lnSpc>
                <a:spcPct val="90000"/>
              </a:lnSpc>
              <a:buNone/>
              <a:defRPr sz="2000" b="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buNone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buNone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buNone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buNone/>
              <a:defRPr sz="1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403592"/>
                </a:solidFill>
              </a:rPr>
              <a:t>Product name</a:t>
            </a:r>
            <a:endParaRPr lang="en-GB" dirty="0">
              <a:solidFill>
                <a:srgbClr val="403592"/>
              </a:solidFill>
            </a:endParaRPr>
          </a:p>
        </p:txBody>
      </p:sp>
      <p:grpSp>
        <p:nvGrpSpPr>
          <p:cNvPr id="6" name="Graphic 2241">
            <a:extLst>
              <a:ext uri="{FF2B5EF4-FFF2-40B4-BE49-F238E27FC236}">
                <a16:creationId xmlns:a16="http://schemas.microsoft.com/office/drawing/2014/main" id="{F41917F0-415D-7F35-DAD5-34B7073C9830}"/>
              </a:ext>
            </a:extLst>
          </p:cNvPr>
          <p:cNvGrpSpPr/>
          <p:nvPr/>
        </p:nvGrpSpPr>
        <p:grpSpPr>
          <a:xfrm>
            <a:off x="6811849" y="2037428"/>
            <a:ext cx="956444" cy="220385"/>
            <a:chOff x="2000445" y="2247850"/>
            <a:chExt cx="956444" cy="220385"/>
          </a:xfrm>
        </p:grpSpPr>
        <p:grpSp>
          <p:nvGrpSpPr>
            <p:cNvPr id="7" name="Graphic 2241">
              <a:extLst>
                <a:ext uri="{FF2B5EF4-FFF2-40B4-BE49-F238E27FC236}">
                  <a16:creationId xmlns:a16="http://schemas.microsoft.com/office/drawing/2014/main" id="{9778DACE-91CB-B94D-E70A-46677ECE1F70}"/>
                </a:ext>
              </a:extLst>
            </p:cNvPr>
            <p:cNvGrpSpPr/>
            <p:nvPr/>
          </p:nvGrpSpPr>
          <p:grpSpPr>
            <a:xfrm>
              <a:off x="2006557" y="2247850"/>
              <a:ext cx="950331" cy="111496"/>
              <a:chOff x="2006557" y="2247850"/>
              <a:chExt cx="950331" cy="111496"/>
            </a:xfrm>
            <a:solidFill>
              <a:srgbClr val="403592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CCBFA655-0526-CB65-BE87-CFA2AD9BAD43}"/>
                  </a:ext>
                </a:extLst>
              </p:cNvPr>
              <p:cNvSpPr/>
              <p:nvPr/>
            </p:nvSpPr>
            <p:spPr>
              <a:xfrm>
                <a:off x="2006557" y="2249480"/>
                <a:ext cx="89653" cy="108155"/>
              </a:xfrm>
              <a:custGeom>
                <a:avLst/>
                <a:gdLst>
                  <a:gd name="connsiteX0" fmla="*/ 68789 w 89653"/>
                  <a:gd name="connsiteY0" fmla="*/ 69849 h 108155"/>
                  <a:gd name="connsiteX1" fmla="*/ 14589 w 89653"/>
                  <a:gd name="connsiteY1" fmla="*/ 0 h 108155"/>
                  <a:gd name="connsiteX2" fmla="*/ 0 w 89653"/>
                  <a:gd name="connsiteY2" fmla="*/ 0 h 108155"/>
                  <a:gd name="connsiteX3" fmla="*/ 0 w 89653"/>
                  <a:gd name="connsiteY3" fmla="*/ 108155 h 108155"/>
                  <a:gd name="connsiteX4" fmla="*/ 20946 w 89653"/>
                  <a:gd name="connsiteY4" fmla="*/ 108155 h 108155"/>
                  <a:gd name="connsiteX5" fmla="*/ 20946 w 89653"/>
                  <a:gd name="connsiteY5" fmla="*/ 38551 h 108155"/>
                  <a:gd name="connsiteX6" fmla="*/ 74739 w 89653"/>
                  <a:gd name="connsiteY6" fmla="*/ 108155 h 108155"/>
                  <a:gd name="connsiteX7" fmla="*/ 89654 w 89653"/>
                  <a:gd name="connsiteY7" fmla="*/ 108155 h 108155"/>
                  <a:gd name="connsiteX8" fmla="*/ 89654 w 89653"/>
                  <a:gd name="connsiteY8" fmla="*/ 0 h 108155"/>
                  <a:gd name="connsiteX9" fmla="*/ 68789 w 89653"/>
                  <a:gd name="connsiteY9" fmla="*/ 0 h 108155"/>
                  <a:gd name="connsiteX10" fmla="*/ 68789 w 89653"/>
                  <a:gd name="connsiteY10" fmla="*/ 69849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653" h="108155">
                    <a:moveTo>
                      <a:pt x="68789" y="69849"/>
                    </a:moveTo>
                    <a:lnTo>
                      <a:pt x="14589" y="0"/>
                    </a:lnTo>
                    <a:lnTo>
                      <a:pt x="0" y="0"/>
                    </a:lnTo>
                    <a:lnTo>
                      <a:pt x="0" y="108155"/>
                    </a:lnTo>
                    <a:lnTo>
                      <a:pt x="20946" y="108155"/>
                    </a:lnTo>
                    <a:lnTo>
                      <a:pt x="20946" y="38551"/>
                    </a:lnTo>
                    <a:lnTo>
                      <a:pt x="74739" y="108155"/>
                    </a:lnTo>
                    <a:lnTo>
                      <a:pt x="89654" y="108155"/>
                    </a:lnTo>
                    <a:lnTo>
                      <a:pt x="89654" y="0"/>
                    </a:lnTo>
                    <a:lnTo>
                      <a:pt x="68789" y="0"/>
                    </a:lnTo>
                    <a:lnTo>
                      <a:pt x="68789" y="6984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A4FE9F7D-C2DF-F110-AC5C-47F2B22C0CA4}"/>
                  </a:ext>
                </a:extLst>
              </p:cNvPr>
              <p:cNvSpPr/>
              <p:nvPr/>
            </p:nvSpPr>
            <p:spPr>
              <a:xfrm>
                <a:off x="2117973" y="2249480"/>
                <a:ext cx="104161" cy="108155"/>
              </a:xfrm>
              <a:custGeom>
                <a:avLst/>
                <a:gdLst>
                  <a:gd name="connsiteX0" fmla="*/ 43686 w 104161"/>
                  <a:gd name="connsiteY0" fmla="*/ 0 h 108155"/>
                  <a:gd name="connsiteX1" fmla="*/ 0 w 104161"/>
                  <a:gd name="connsiteY1" fmla="*/ 108155 h 108155"/>
                  <a:gd name="connsiteX2" fmla="*/ 22169 w 104161"/>
                  <a:gd name="connsiteY2" fmla="*/ 108155 h 108155"/>
                  <a:gd name="connsiteX3" fmla="*/ 29830 w 104161"/>
                  <a:gd name="connsiteY3" fmla="*/ 88024 h 108155"/>
                  <a:gd name="connsiteX4" fmla="*/ 74168 w 104161"/>
                  <a:gd name="connsiteY4" fmla="*/ 88024 h 108155"/>
                  <a:gd name="connsiteX5" fmla="*/ 81830 w 104161"/>
                  <a:gd name="connsiteY5" fmla="*/ 108155 h 108155"/>
                  <a:gd name="connsiteX6" fmla="*/ 104162 w 104161"/>
                  <a:gd name="connsiteY6" fmla="*/ 108155 h 108155"/>
                  <a:gd name="connsiteX7" fmla="*/ 60965 w 104161"/>
                  <a:gd name="connsiteY7" fmla="*/ 0 h 108155"/>
                  <a:gd name="connsiteX8" fmla="*/ 43767 w 104161"/>
                  <a:gd name="connsiteY8" fmla="*/ 0 h 108155"/>
                  <a:gd name="connsiteX9" fmla="*/ 36514 w 104161"/>
                  <a:gd name="connsiteY9" fmla="*/ 70501 h 108155"/>
                  <a:gd name="connsiteX10" fmla="*/ 52081 w 104161"/>
                  <a:gd name="connsiteY10" fmla="*/ 29667 h 108155"/>
                  <a:gd name="connsiteX11" fmla="*/ 67566 w 104161"/>
                  <a:gd name="connsiteY11" fmla="*/ 70501 h 108155"/>
                  <a:gd name="connsiteX12" fmla="*/ 36514 w 104161"/>
                  <a:gd name="connsiteY12" fmla="*/ 70501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161" h="108155">
                    <a:moveTo>
                      <a:pt x="43686" y="0"/>
                    </a:moveTo>
                    <a:lnTo>
                      <a:pt x="0" y="108155"/>
                    </a:lnTo>
                    <a:lnTo>
                      <a:pt x="22169" y="108155"/>
                    </a:lnTo>
                    <a:lnTo>
                      <a:pt x="29830" y="88024"/>
                    </a:lnTo>
                    <a:lnTo>
                      <a:pt x="74168" y="88024"/>
                    </a:lnTo>
                    <a:lnTo>
                      <a:pt x="81830" y="108155"/>
                    </a:lnTo>
                    <a:lnTo>
                      <a:pt x="104162" y="108155"/>
                    </a:lnTo>
                    <a:lnTo>
                      <a:pt x="60965" y="0"/>
                    </a:lnTo>
                    <a:lnTo>
                      <a:pt x="43767" y="0"/>
                    </a:lnTo>
                    <a:close/>
                    <a:moveTo>
                      <a:pt x="36514" y="70501"/>
                    </a:moveTo>
                    <a:lnTo>
                      <a:pt x="52081" y="29667"/>
                    </a:lnTo>
                    <a:lnTo>
                      <a:pt x="67566" y="70501"/>
                    </a:lnTo>
                    <a:lnTo>
                      <a:pt x="36514" y="7050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CC75B84-1110-1767-F3CA-9ECADA637AFF}"/>
                  </a:ext>
                </a:extLst>
              </p:cNvPr>
              <p:cNvSpPr/>
              <p:nvPr/>
            </p:nvSpPr>
            <p:spPr>
              <a:xfrm>
                <a:off x="2242592" y="2249480"/>
                <a:ext cx="89653" cy="108155"/>
              </a:xfrm>
              <a:custGeom>
                <a:avLst/>
                <a:gdLst>
                  <a:gd name="connsiteX0" fmla="*/ 68708 w 89653"/>
                  <a:gd name="connsiteY0" fmla="*/ 69849 h 108155"/>
                  <a:gd name="connsiteX1" fmla="*/ 14589 w 89653"/>
                  <a:gd name="connsiteY1" fmla="*/ 0 h 108155"/>
                  <a:gd name="connsiteX2" fmla="*/ 0 w 89653"/>
                  <a:gd name="connsiteY2" fmla="*/ 0 h 108155"/>
                  <a:gd name="connsiteX3" fmla="*/ 0 w 89653"/>
                  <a:gd name="connsiteY3" fmla="*/ 108155 h 108155"/>
                  <a:gd name="connsiteX4" fmla="*/ 20865 w 89653"/>
                  <a:gd name="connsiteY4" fmla="*/ 108155 h 108155"/>
                  <a:gd name="connsiteX5" fmla="*/ 20865 w 89653"/>
                  <a:gd name="connsiteY5" fmla="*/ 38551 h 108155"/>
                  <a:gd name="connsiteX6" fmla="*/ 74739 w 89653"/>
                  <a:gd name="connsiteY6" fmla="*/ 108155 h 108155"/>
                  <a:gd name="connsiteX7" fmla="*/ 89654 w 89653"/>
                  <a:gd name="connsiteY7" fmla="*/ 108155 h 108155"/>
                  <a:gd name="connsiteX8" fmla="*/ 89654 w 89653"/>
                  <a:gd name="connsiteY8" fmla="*/ 0 h 108155"/>
                  <a:gd name="connsiteX9" fmla="*/ 68708 w 89653"/>
                  <a:gd name="connsiteY9" fmla="*/ 0 h 108155"/>
                  <a:gd name="connsiteX10" fmla="*/ 68708 w 89653"/>
                  <a:gd name="connsiteY10" fmla="*/ 69849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653" h="108155">
                    <a:moveTo>
                      <a:pt x="68708" y="69849"/>
                    </a:moveTo>
                    <a:lnTo>
                      <a:pt x="14589" y="0"/>
                    </a:lnTo>
                    <a:lnTo>
                      <a:pt x="0" y="0"/>
                    </a:lnTo>
                    <a:lnTo>
                      <a:pt x="0" y="108155"/>
                    </a:lnTo>
                    <a:lnTo>
                      <a:pt x="20865" y="108155"/>
                    </a:lnTo>
                    <a:lnTo>
                      <a:pt x="20865" y="38551"/>
                    </a:lnTo>
                    <a:lnTo>
                      <a:pt x="74739" y="108155"/>
                    </a:lnTo>
                    <a:lnTo>
                      <a:pt x="89654" y="108155"/>
                    </a:lnTo>
                    <a:lnTo>
                      <a:pt x="89654" y="0"/>
                    </a:lnTo>
                    <a:lnTo>
                      <a:pt x="68708" y="0"/>
                    </a:lnTo>
                    <a:lnTo>
                      <a:pt x="68708" y="6984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79B72B7D-8CCF-BF0E-98F2-687A4029FD58}"/>
                  </a:ext>
                </a:extLst>
              </p:cNvPr>
              <p:cNvSpPr/>
              <p:nvPr/>
            </p:nvSpPr>
            <p:spPr>
              <a:xfrm>
                <a:off x="2356371" y="2247850"/>
                <a:ext cx="112148" cy="111496"/>
              </a:xfrm>
              <a:custGeom>
                <a:avLst/>
                <a:gdLst>
                  <a:gd name="connsiteX0" fmla="*/ 95930 w 112148"/>
                  <a:gd name="connsiteY0" fmla="*/ 15975 h 111496"/>
                  <a:gd name="connsiteX1" fmla="*/ 78162 w 112148"/>
                  <a:gd name="connsiteY1" fmla="*/ 4157 h 111496"/>
                  <a:gd name="connsiteX2" fmla="*/ 55993 w 112148"/>
                  <a:gd name="connsiteY2" fmla="*/ 0 h 111496"/>
                  <a:gd name="connsiteX3" fmla="*/ 33987 w 112148"/>
                  <a:gd name="connsiteY3" fmla="*/ 4157 h 111496"/>
                  <a:gd name="connsiteX4" fmla="*/ 16219 w 112148"/>
                  <a:gd name="connsiteY4" fmla="*/ 15975 h 111496"/>
                  <a:gd name="connsiteX5" fmla="*/ 4320 w 112148"/>
                  <a:gd name="connsiteY5" fmla="*/ 33742 h 111496"/>
                  <a:gd name="connsiteX6" fmla="*/ 0 w 112148"/>
                  <a:gd name="connsiteY6" fmla="*/ 55504 h 111496"/>
                  <a:gd name="connsiteX7" fmla="*/ 4320 w 112148"/>
                  <a:gd name="connsiteY7" fmla="*/ 77347 h 111496"/>
                  <a:gd name="connsiteX8" fmla="*/ 16301 w 112148"/>
                  <a:gd name="connsiteY8" fmla="*/ 95196 h 111496"/>
                  <a:gd name="connsiteX9" fmla="*/ 34232 w 112148"/>
                  <a:gd name="connsiteY9" fmla="*/ 107177 h 111496"/>
                  <a:gd name="connsiteX10" fmla="*/ 56319 w 112148"/>
                  <a:gd name="connsiteY10" fmla="*/ 111497 h 111496"/>
                  <a:gd name="connsiteX11" fmla="*/ 78243 w 112148"/>
                  <a:gd name="connsiteY11" fmla="*/ 107259 h 111496"/>
                  <a:gd name="connsiteX12" fmla="*/ 96011 w 112148"/>
                  <a:gd name="connsiteY12" fmla="*/ 95359 h 111496"/>
                  <a:gd name="connsiteX13" fmla="*/ 107829 w 112148"/>
                  <a:gd name="connsiteY13" fmla="*/ 77510 h 111496"/>
                  <a:gd name="connsiteX14" fmla="*/ 112149 w 112148"/>
                  <a:gd name="connsiteY14" fmla="*/ 55667 h 111496"/>
                  <a:gd name="connsiteX15" fmla="*/ 107829 w 112148"/>
                  <a:gd name="connsiteY15" fmla="*/ 33824 h 111496"/>
                  <a:gd name="connsiteX16" fmla="*/ 95930 w 112148"/>
                  <a:gd name="connsiteY16" fmla="*/ 15975 h 111496"/>
                  <a:gd name="connsiteX17" fmla="*/ 86231 w 112148"/>
                  <a:gd name="connsiteY17" fmla="*/ 74657 h 111496"/>
                  <a:gd name="connsiteX18" fmla="*/ 74168 w 112148"/>
                  <a:gd name="connsiteY18" fmla="*/ 87535 h 111496"/>
                  <a:gd name="connsiteX19" fmla="*/ 56074 w 112148"/>
                  <a:gd name="connsiteY19" fmla="*/ 92181 h 111496"/>
                  <a:gd name="connsiteX20" fmla="*/ 42137 w 112148"/>
                  <a:gd name="connsiteY20" fmla="*/ 89491 h 111496"/>
                  <a:gd name="connsiteX21" fmla="*/ 31216 w 112148"/>
                  <a:gd name="connsiteY21" fmla="*/ 81993 h 111496"/>
                  <a:gd name="connsiteX22" fmla="*/ 24207 w 112148"/>
                  <a:gd name="connsiteY22" fmla="*/ 70419 h 111496"/>
                  <a:gd name="connsiteX23" fmla="*/ 21761 w 112148"/>
                  <a:gd name="connsiteY23" fmla="*/ 55504 h 111496"/>
                  <a:gd name="connsiteX24" fmla="*/ 26163 w 112148"/>
                  <a:gd name="connsiteY24" fmla="*/ 36595 h 111496"/>
                  <a:gd name="connsiteX25" fmla="*/ 38225 w 112148"/>
                  <a:gd name="connsiteY25" fmla="*/ 23880 h 111496"/>
                  <a:gd name="connsiteX26" fmla="*/ 56074 w 112148"/>
                  <a:gd name="connsiteY26" fmla="*/ 19316 h 111496"/>
                  <a:gd name="connsiteX27" fmla="*/ 70175 w 112148"/>
                  <a:gd name="connsiteY27" fmla="*/ 21924 h 111496"/>
                  <a:gd name="connsiteX28" fmla="*/ 81015 w 112148"/>
                  <a:gd name="connsiteY28" fmla="*/ 29423 h 111496"/>
                  <a:gd name="connsiteX29" fmla="*/ 88105 w 112148"/>
                  <a:gd name="connsiteY29" fmla="*/ 40915 h 111496"/>
                  <a:gd name="connsiteX30" fmla="*/ 90550 w 112148"/>
                  <a:gd name="connsiteY30" fmla="*/ 55504 h 111496"/>
                  <a:gd name="connsiteX31" fmla="*/ 86231 w 112148"/>
                  <a:gd name="connsiteY31" fmla="*/ 74657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148" h="111496">
                    <a:moveTo>
                      <a:pt x="95930" y="15975"/>
                    </a:moveTo>
                    <a:cubicBezTo>
                      <a:pt x="90877" y="10840"/>
                      <a:pt x="84927" y="6928"/>
                      <a:pt x="78162" y="4157"/>
                    </a:cubicBezTo>
                    <a:cubicBezTo>
                      <a:pt x="71397" y="1386"/>
                      <a:pt x="63980" y="0"/>
                      <a:pt x="55993" y="0"/>
                    </a:cubicBezTo>
                    <a:cubicBezTo>
                      <a:pt x="48006" y="0"/>
                      <a:pt x="40752" y="1386"/>
                      <a:pt x="33987" y="4157"/>
                    </a:cubicBezTo>
                    <a:cubicBezTo>
                      <a:pt x="27222" y="6928"/>
                      <a:pt x="21272" y="10840"/>
                      <a:pt x="16219" y="15975"/>
                    </a:cubicBezTo>
                    <a:cubicBezTo>
                      <a:pt x="11166" y="21109"/>
                      <a:pt x="7172" y="27059"/>
                      <a:pt x="4320" y="33742"/>
                    </a:cubicBezTo>
                    <a:cubicBezTo>
                      <a:pt x="1467" y="40426"/>
                      <a:pt x="0" y="47680"/>
                      <a:pt x="0" y="55504"/>
                    </a:cubicBezTo>
                    <a:cubicBezTo>
                      <a:pt x="0" y="63328"/>
                      <a:pt x="1467" y="70582"/>
                      <a:pt x="4320" y="77347"/>
                    </a:cubicBezTo>
                    <a:cubicBezTo>
                      <a:pt x="7172" y="84112"/>
                      <a:pt x="11166" y="90061"/>
                      <a:pt x="16301" y="95196"/>
                    </a:cubicBezTo>
                    <a:cubicBezTo>
                      <a:pt x="21435" y="100331"/>
                      <a:pt x="27385" y="104325"/>
                      <a:pt x="34232" y="107177"/>
                    </a:cubicBezTo>
                    <a:cubicBezTo>
                      <a:pt x="41078" y="110030"/>
                      <a:pt x="48413" y="111497"/>
                      <a:pt x="56319" y="111497"/>
                    </a:cubicBezTo>
                    <a:cubicBezTo>
                      <a:pt x="64225" y="111497"/>
                      <a:pt x="71397" y="110111"/>
                      <a:pt x="78243" y="107259"/>
                    </a:cubicBezTo>
                    <a:cubicBezTo>
                      <a:pt x="85090" y="104406"/>
                      <a:pt x="90958" y="100494"/>
                      <a:pt x="96011" y="95359"/>
                    </a:cubicBezTo>
                    <a:cubicBezTo>
                      <a:pt x="101064" y="90224"/>
                      <a:pt x="104977" y="84275"/>
                      <a:pt x="107829" y="77510"/>
                    </a:cubicBezTo>
                    <a:cubicBezTo>
                      <a:pt x="110682" y="70745"/>
                      <a:pt x="112149" y="63491"/>
                      <a:pt x="112149" y="55667"/>
                    </a:cubicBezTo>
                    <a:cubicBezTo>
                      <a:pt x="112149" y="47843"/>
                      <a:pt x="110682" y="40589"/>
                      <a:pt x="107829" y="33824"/>
                    </a:cubicBezTo>
                    <a:cubicBezTo>
                      <a:pt x="104977" y="27059"/>
                      <a:pt x="100983" y="21109"/>
                      <a:pt x="95930" y="15975"/>
                    </a:cubicBezTo>
                    <a:close/>
                    <a:moveTo>
                      <a:pt x="86231" y="74657"/>
                    </a:moveTo>
                    <a:cubicBezTo>
                      <a:pt x="83378" y="80118"/>
                      <a:pt x="79303" y="84438"/>
                      <a:pt x="74168" y="87535"/>
                    </a:cubicBezTo>
                    <a:cubicBezTo>
                      <a:pt x="68952" y="90632"/>
                      <a:pt x="62921" y="92181"/>
                      <a:pt x="56074" y="92181"/>
                    </a:cubicBezTo>
                    <a:cubicBezTo>
                      <a:pt x="51021" y="92181"/>
                      <a:pt x="46376" y="91284"/>
                      <a:pt x="42137" y="89491"/>
                    </a:cubicBezTo>
                    <a:cubicBezTo>
                      <a:pt x="37899" y="87698"/>
                      <a:pt x="34232" y="85171"/>
                      <a:pt x="31216" y="81993"/>
                    </a:cubicBezTo>
                    <a:cubicBezTo>
                      <a:pt x="28200" y="78814"/>
                      <a:pt x="25837" y="74983"/>
                      <a:pt x="24207" y="70419"/>
                    </a:cubicBezTo>
                    <a:cubicBezTo>
                      <a:pt x="22576" y="65936"/>
                      <a:pt x="21761" y="60965"/>
                      <a:pt x="21761" y="55504"/>
                    </a:cubicBezTo>
                    <a:cubicBezTo>
                      <a:pt x="21761" y="48332"/>
                      <a:pt x="23229" y="42056"/>
                      <a:pt x="26163" y="36595"/>
                    </a:cubicBezTo>
                    <a:cubicBezTo>
                      <a:pt x="29097" y="31134"/>
                      <a:pt x="33090" y="26896"/>
                      <a:pt x="38225" y="23880"/>
                    </a:cubicBezTo>
                    <a:cubicBezTo>
                      <a:pt x="43360" y="20865"/>
                      <a:pt x="49310" y="19316"/>
                      <a:pt x="56074" y="19316"/>
                    </a:cubicBezTo>
                    <a:cubicBezTo>
                      <a:pt x="61291" y="19316"/>
                      <a:pt x="66018" y="20213"/>
                      <a:pt x="70175" y="21924"/>
                    </a:cubicBezTo>
                    <a:cubicBezTo>
                      <a:pt x="74331" y="23636"/>
                      <a:pt x="77917" y="26163"/>
                      <a:pt x="81015" y="29423"/>
                    </a:cubicBezTo>
                    <a:cubicBezTo>
                      <a:pt x="84112" y="32683"/>
                      <a:pt x="86475" y="36514"/>
                      <a:pt x="88105" y="40915"/>
                    </a:cubicBezTo>
                    <a:cubicBezTo>
                      <a:pt x="89735" y="45316"/>
                      <a:pt x="90550" y="50206"/>
                      <a:pt x="90550" y="55504"/>
                    </a:cubicBezTo>
                    <a:cubicBezTo>
                      <a:pt x="90550" y="62758"/>
                      <a:pt x="89083" y="69197"/>
                      <a:pt x="86231" y="74657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0B4CD7D-D9CE-2F73-DBBC-FA74A82813DE}"/>
                  </a:ext>
                </a:extLst>
              </p:cNvPr>
              <p:cNvSpPr/>
              <p:nvPr/>
            </p:nvSpPr>
            <p:spPr>
              <a:xfrm>
                <a:off x="2493215" y="2309222"/>
                <a:ext cx="53221" cy="18501"/>
              </a:xfrm>
              <a:custGeom>
                <a:avLst/>
                <a:gdLst>
                  <a:gd name="connsiteX0" fmla="*/ 0 w 53221"/>
                  <a:gd name="connsiteY0" fmla="*/ 0 h 18501"/>
                  <a:gd name="connsiteX1" fmla="*/ 53222 w 53221"/>
                  <a:gd name="connsiteY1" fmla="*/ 0 h 18501"/>
                  <a:gd name="connsiteX2" fmla="*/ 53222 w 53221"/>
                  <a:gd name="connsiteY2" fmla="*/ 18501 h 18501"/>
                  <a:gd name="connsiteX3" fmla="*/ 0 w 53221"/>
                  <a:gd name="connsiteY3" fmla="*/ 18501 h 18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221" h="18501">
                    <a:moveTo>
                      <a:pt x="0" y="0"/>
                    </a:moveTo>
                    <a:lnTo>
                      <a:pt x="53222" y="0"/>
                    </a:lnTo>
                    <a:lnTo>
                      <a:pt x="53222" y="18501"/>
                    </a:lnTo>
                    <a:lnTo>
                      <a:pt x="0" y="1850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0B4237B-1265-108A-34BA-CF53489E93E8}"/>
                  </a:ext>
                </a:extLst>
              </p:cNvPr>
              <p:cNvSpPr/>
              <p:nvPr/>
            </p:nvSpPr>
            <p:spPr>
              <a:xfrm>
                <a:off x="2571133" y="2247850"/>
                <a:ext cx="109214" cy="111333"/>
              </a:xfrm>
              <a:custGeom>
                <a:avLst/>
                <a:gdLst>
                  <a:gd name="connsiteX0" fmla="*/ 53874 w 109214"/>
                  <a:gd name="connsiteY0" fmla="*/ 68300 h 111333"/>
                  <a:gd name="connsiteX1" fmla="*/ 86638 w 109214"/>
                  <a:gd name="connsiteY1" fmla="*/ 68626 h 111333"/>
                  <a:gd name="connsiteX2" fmla="*/ 83704 w 109214"/>
                  <a:gd name="connsiteY2" fmla="*/ 77184 h 111333"/>
                  <a:gd name="connsiteX3" fmla="*/ 72620 w 109214"/>
                  <a:gd name="connsiteY3" fmla="*/ 88187 h 111333"/>
                  <a:gd name="connsiteX4" fmla="*/ 55096 w 109214"/>
                  <a:gd name="connsiteY4" fmla="*/ 91855 h 111333"/>
                  <a:gd name="connsiteX5" fmla="*/ 37981 w 109214"/>
                  <a:gd name="connsiteY5" fmla="*/ 87290 h 111333"/>
                  <a:gd name="connsiteX6" fmla="*/ 25918 w 109214"/>
                  <a:gd name="connsiteY6" fmla="*/ 74576 h 111333"/>
                  <a:gd name="connsiteX7" fmla="*/ 21435 w 109214"/>
                  <a:gd name="connsiteY7" fmla="*/ 55504 h 111333"/>
                  <a:gd name="connsiteX8" fmla="*/ 25918 w 109214"/>
                  <a:gd name="connsiteY8" fmla="*/ 36758 h 111333"/>
                  <a:gd name="connsiteX9" fmla="*/ 38307 w 109214"/>
                  <a:gd name="connsiteY9" fmla="*/ 24044 h 111333"/>
                  <a:gd name="connsiteX10" fmla="*/ 56564 w 109214"/>
                  <a:gd name="connsiteY10" fmla="*/ 19479 h 111333"/>
                  <a:gd name="connsiteX11" fmla="*/ 73190 w 109214"/>
                  <a:gd name="connsiteY11" fmla="*/ 22984 h 111333"/>
                  <a:gd name="connsiteX12" fmla="*/ 85660 w 109214"/>
                  <a:gd name="connsiteY12" fmla="*/ 33253 h 111333"/>
                  <a:gd name="connsiteX13" fmla="*/ 100005 w 109214"/>
                  <a:gd name="connsiteY13" fmla="*/ 18909 h 111333"/>
                  <a:gd name="connsiteX14" fmla="*/ 81341 w 109214"/>
                  <a:gd name="connsiteY14" fmla="*/ 4890 h 111333"/>
                  <a:gd name="connsiteX15" fmla="*/ 56808 w 109214"/>
                  <a:gd name="connsiteY15" fmla="*/ 0 h 111333"/>
                  <a:gd name="connsiteX16" fmla="*/ 34476 w 109214"/>
                  <a:gd name="connsiteY16" fmla="*/ 4157 h 111333"/>
                  <a:gd name="connsiteX17" fmla="*/ 16464 w 109214"/>
                  <a:gd name="connsiteY17" fmla="*/ 15893 h 111333"/>
                  <a:gd name="connsiteX18" fmla="*/ 4401 w 109214"/>
                  <a:gd name="connsiteY18" fmla="*/ 33579 h 111333"/>
                  <a:gd name="connsiteX19" fmla="*/ 0 w 109214"/>
                  <a:gd name="connsiteY19" fmla="*/ 55341 h 111333"/>
                  <a:gd name="connsiteX20" fmla="*/ 4320 w 109214"/>
                  <a:gd name="connsiteY20" fmla="*/ 77184 h 111333"/>
                  <a:gd name="connsiteX21" fmla="*/ 16219 w 109214"/>
                  <a:gd name="connsiteY21" fmla="*/ 95033 h 111333"/>
                  <a:gd name="connsiteX22" fmla="*/ 33906 w 109214"/>
                  <a:gd name="connsiteY22" fmla="*/ 107014 h 111333"/>
                  <a:gd name="connsiteX23" fmla="*/ 55341 w 109214"/>
                  <a:gd name="connsiteY23" fmla="*/ 111334 h 111333"/>
                  <a:gd name="connsiteX24" fmla="*/ 83215 w 109214"/>
                  <a:gd name="connsiteY24" fmla="*/ 104814 h 111333"/>
                  <a:gd name="connsiteX25" fmla="*/ 102287 w 109214"/>
                  <a:gd name="connsiteY25" fmla="*/ 85171 h 111333"/>
                  <a:gd name="connsiteX26" fmla="*/ 109215 w 109214"/>
                  <a:gd name="connsiteY26" fmla="*/ 52733 h 111333"/>
                  <a:gd name="connsiteX27" fmla="*/ 109215 w 109214"/>
                  <a:gd name="connsiteY27" fmla="*/ 49636 h 111333"/>
                  <a:gd name="connsiteX28" fmla="*/ 53955 w 109214"/>
                  <a:gd name="connsiteY28" fmla="*/ 49636 h 111333"/>
                  <a:gd name="connsiteX29" fmla="*/ 53955 w 109214"/>
                  <a:gd name="connsiteY29" fmla="*/ 68137 h 111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09214" h="111333">
                    <a:moveTo>
                      <a:pt x="53874" y="68300"/>
                    </a:moveTo>
                    <a:lnTo>
                      <a:pt x="86638" y="68626"/>
                    </a:lnTo>
                    <a:cubicBezTo>
                      <a:pt x="85986" y="71805"/>
                      <a:pt x="85008" y="74657"/>
                      <a:pt x="83704" y="77184"/>
                    </a:cubicBezTo>
                    <a:cubicBezTo>
                      <a:pt x="81178" y="82074"/>
                      <a:pt x="77428" y="85742"/>
                      <a:pt x="72620" y="88187"/>
                    </a:cubicBezTo>
                    <a:cubicBezTo>
                      <a:pt x="67811" y="90632"/>
                      <a:pt x="61943" y="91855"/>
                      <a:pt x="55096" y="91855"/>
                    </a:cubicBezTo>
                    <a:cubicBezTo>
                      <a:pt x="48739" y="91855"/>
                      <a:pt x="43034" y="90306"/>
                      <a:pt x="37981" y="87290"/>
                    </a:cubicBezTo>
                    <a:cubicBezTo>
                      <a:pt x="32927" y="84275"/>
                      <a:pt x="28852" y="80036"/>
                      <a:pt x="25918" y="74576"/>
                    </a:cubicBezTo>
                    <a:cubicBezTo>
                      <a:pt x="22903" y="69115"/>
                      <a:pt x="21435" y="62758"/>
                      <a:pt x="21435" y="55504"/>
                    </a:cubicBezTo>
                    <a:cubicBezTo>
                      <a:pt x="21435" y="48250"/>
                      <a:pt x="22903" y="42137"/>
                      <a:pt x="25918" y="36758"/>
                    </a:cubicBezTo>
                    <a:cubicBezTo>
                      <a:pt x="28852" y="31297"/>
                      <a:pt x="33009" y="27059"/>
                      <a:pt x="38307" y="24044"/>
                    </a:cubicBezTo>
                    <a:cubicBezTo>
                      <a:pt x="43604" y="21028"/>
                      <a:pt x="49636" y="19479"/>
                      <a:pt x="56564" y="19479"/>
                    </a:cubicBezTo>
                    <a:cubicBezTo>
                      <a:pt x="62595" y="19479"/>
                      <a:pt x="68137" y="20620"/>
                      <a:pt x="73190" y="22984"/>
                    </a:cubicBezTo>
                    <a:cubicBezTo>
                      <a:pt x="78243" y="25348"/>
                      <a:pt x="82400" y="28771"/>
                      <a:pt x="85660" y="33253"/>
                    </a:cubicBezTo>
                    <a:lnTo>
                      <a:pt x="100005" y="18909"/>
                    </a:lnTo>
                    <a:cubicBezTo>
                      <a:pt x="94952" y="12878"/>
                      <a:pt x="88757" y="8232"/>
                      <a:pt x="81341" y="4890"/>
                    </a:cubicBezTo>
                    <a:cubicBezTo>
                      <a:pt x="73924" y="1630"/>
                      <a:pt x="65692" y="0"/>
                      <a:pt x="56808" y="0"/>
                    </a:cubicBezTo>
                    <a:cubicBezTo>
                      <a:pt x="48821" y="0"/>
                      <a:pt x="41404" y="1386"/>
                      <a:pt x="34476" y="4157"/>
                    </a:cubicBezTo>
                    <a:cubicBezTo>
                      <a:pt x="27630" y="6928"/>
                      <a:pt x="21598" y="10840"/>
                      <a:pt x="16464" y="15893"/>
                    </a:cubicBezTo>
                    <a:cubicBezTo>
                      <a:pt x="11329" y="20946"/>
                      <a:pt x="7335" y="26896"/>
                      <a:pt x="4401" y="33579"/>
                    </a:cubicBezTo>
                    <a:cubicBezTo>
                      <a:pt x="1467" y="40263"/>
                      <a:pt x="0" y="47517"/>
                      <a:pt x="0" y="55341"/>
                    </a:cubicBezTo>
                    <a:cubicBezTo>
                      <a:pt x="0" y="63165"/>
                      <a:pt x="1467" y="70419"/>
                      <a:pt x="4320" y="77184"/>
                    </a:cubicBezTo>
                    <a:cubicBezTo>
                      <a:pt x="7172" y="83949"/>
                      <a:pt x="11166" y="89898"/>
                      <a:pt x="16219" y="95033"/>
                    </a:cubicBezTo>
                    <a:cubicBezTo>
                      <a:pt x="21272" y="100168"/>
                      <a:pt x="27222" y="104162"/>
                      <a:pt x="33906" y="107014"/>
                    </a:cubicBezTo>
                    <a:cubicBezTo>
                      <a:pt x="40589" y="109867"/>
                      <a:pt x="47761" y="111334"/>
                      <a:pt x="55341" y="111334"/>
                    </a:cubicBezTo>
                    <a:cubicBezTo>
                      <a:pt x="65773" y="111334"/>
                      <a:pt x="75065" y="109133"/>
                      <a:pt x="83215" y="104814"/>
                    </a:cubicBezTo>
                    <a:cubicBezTo>
                      <a:pt x="91284" y="100494"/>
                      <a:pt x="97641" y="93892"/>
                      <a:pt x="102287" y="85171"/>
                    </a:cubicBezTo>
                    <a:cubicBezTo>
                      <a:pt x="106933" y="76450"/>
                      <a:pt x="109215" y="65610"/>
                      <a:pt x="109215" y="52733"/>
                    </a:cubicBezTo>
                    <a:lnTo>
                      <a:pt x="109215" y="49636"/>
                    </a:lnTo>
                    <a:lnTo>
                      <a:pt x="53955" y="49636"/>
                    </a:lnTo>
                    <a:lnTo>
                      <a:pt x="53955" y="6813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75FBED-CE70-5BB0-2962-0D04E2714335}"/>
                  </a:ext>
                </a:extLst>
              </p:cNvPr>
              <p:cNvSpPr/>
              <p:nvPr/>
            </p:nvSpPr>
            <p:spPr>
              <a:xfrm>
                <a:off x="2703902" y="2249480"/>
                <a:ext cx="84437" cy="108155"/>
              </a:xfrm>
              <a:custGeom>
                <a:avLst/>
                <a:gdLst>
                  <a:gd name="connsiteX0" fmla="*/ 60639 w 84437"/>
                  <a:gd name="connsiteY0" fmla="*/ 59090 h 108155"/>
                  <a:gd name="connsiteX1" fmla="*/ 73027 w 84437"/>
                  <a:gd name="connsiteY1" fmla="*/ 48087 h 108155"/>
                  <a:gd name="connsiteX2" fmla="*/ 77428 w 84437"/>
                  <a:gd name="connsiteY2" fmla="*/ 31542 h 108155"/>
                  <a:gd name="connsiteX3" fmla="*/ 73027 w 84437"/>
                  <a:gd name="connsiteY3" fmla="*/ 15241 h 108155"/>
                  <a:gd name="connsiteX4" fmla="*/ 60720 w 84437"/>
                  <a:gd name="connsiteY4" fmla="*/ 4075 h 108155"/>
                  <a:gd name="connsiteX5" fmla="*/ 42463 w 84437"/>
                  <a:gd name="connsiteY5" fmla="*/ 0 h 108155"/>
                  <a:gd name="connsiteX6" fmla="*/ 0 w 84437"/>
                  <a:gd name="connsiteY6" fmla="*/ 0 h 108155"/>
                  <a:gd name="connsiteX7" fmla="*/ 0 w 84437"/>
                  <a:gd name="connsiteY7" fmla="*/ 108155 h 108155"/>
                  <a:gd name="connsiteX8" fmla="*/ 20946 w 84437"/>
                  <a:gd name="connsiteY8" fmla="*/ 108155 h 108155"/>
                  <a:gd name="connsiteX9" fmla="*/ 20946 w 84437"/>
                  <a:gd name="connsiteY9" fmla="*/ 63084 h 108155"/>
                  <a:gd name="connsiteX10" fmla="*/ 24533 w 84437"/>
                  <a:gd name="connsiteY10" fmla="*/ 63084 h 108155"/>
                  <a:gd name="connsiteX11" fmla="*/ 59090 w 84437"/>
                  <a:gd name="connsiteY11" fmla="*/ 108155 h 108155"/>
                  <a:gd name="connsiteX12" fmla="*/ 84438 w 84437"/>
                  <a:gd name="connsiteY12" fmla="*/ 108155 h 108155"/>
                  <a:gd name="connsiteX13" fmla="*/ 48332 w 84437"/>
                  <a:gd name="connsiteY13" fmla="*/ 62676 h 108155"/>
                  <a:gd name="connsiteX14" fmla="*/ 60557 w 84437"/>
                  <a:gd name="connsiteY14" fmla="*/ 59090 h 108155"/>
                  <a:gd name="connsiteX15" fmla="*/ 20946 w 84437"/>
                  <a:gd name="connsiteY15" fmla="*/ 17116 h 108155"/>
                  <a:gd name="connsiteX16" fmla="*/ 40507 w 84437"/>
                  <a:gd name="connsiteY16" fmla="*/ 17116 h 108155"/>
                  <a:gd name="connsiteX17" fmla="*/ 52325 w 84437"/>
                  <a:gd name="connsiteY17" fmla="*/ 21354 h 108155"/>
                  <a:gd name="connsiteX18" fmla="*/ 56482 w 84437"/>
                  <a:gd name="connsiteY18" fmla="*/ 32031 h 108155"/>
                  <a:gd name="connsiteX19" fmla="*/ 52325 w 84437"/>
                  <a:gd name="connsiteY19" fmla="*/ 42708 h 108155"/>
                  <a:gd name="connsiteX20" fmla="*/ 40344 w 84437"/>
                  <a:gd name="connsiteY20" fmla="*/ 46620 h 108155"/>
                  <a:gd name="connsiteX21" fmla="*/ 20946 w 84437"/>
                  <a:gd name="connsiteY21" fmla="*/ 46620 h 108155"/>
                  <a:gd name="connsiteX22" fmla="*/ 20946 w 84437"/>
                  <a:gd name="connsiteY22" fmla="*/ 17116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4437" h="108155">
                    <a:moveTo>
                      <a:pt x="60639" y="59090"/>
                    </a:moveTo>
                    <a:cubicBezTo>
                      <a:pt x="65936" y="56400"/>
                      <a:pt x="70093" y="52733"/>
                      <a:pt x="73027" y="48087"/>
                    </a:cubicBezTo>
                    <a:cubicBezTo>
                      <a:pt x="75961" y="43441"/>
                      <a:pt x="77428" y="37899"/>
                      <a:pt x="77428" y="31542"/>
                    </a:cubicBezTo>
                    <a:cubicBezTo>
                      <a:pt x="77428" y="25185"/>
                      <a:pt x="75961" y="19968"/>
                      <a:pt x="73027" y="15241"/>
                    </a:cubicBezTo>
                    <a:cubicBezTo>
                      <a:pt x="70093" y="10514"/>
                      <a:pt x="66018" y="6846"/>
                      <a:pt x="60720" y="4075"/>
                    </a:cubicBezTo>
                    <a:cubicBezTo>
                      <a:pt x="55422" y="1386"/>
                      <a:pt x="49391" y="0"/>
                      <a:pt x="42463" y="0"/>
                    </a:cubicBezTo>
                    <a:lnTo>
                      <a:pt x="0" y="0"/>
                    </a:lnTo>
                    <a:lnTo>
                      <a:pt x="0" y="108155"/>
                    </a:lnTo>
                    <a:lnTo>
                      <a:pt x="20946" y="108155"/>
                    </a:lnTo>
                    <a:lnTo>
                      <a:pt x="20946" y="63084"/>
                    </a:lnTo>
                    <a:lnTo>
                      <a:pt x="24533" y="63084"/>
                    </a:lnTo>
                    <a:lnTo>
                      <a:pt x="59090" y="108155"/>
                    </a:lnTo>
                    <a:lnTo>
                      <a:pt x="84438" y="108155"/>
                    </a:lnTo>
                    <a:lnTo>
                      <a:pt x="48332" y="62676"/>
                    </a:lnTo>
                    <a:cubicBezTo>
                      <a:pt x="52814" y="62106"/>
                      <a:pt x="56890" y="60965"/>
                      <a:pt x="60557" y="59090"/>
                    </a:cubicBezTo>
                    <a:close/>
                    <a:moveTo>
                      <a:pt x="20946" y="17116"/>
                    </a:moveTo>
                    <a:lnTo>
                      <a:pt x="40507" y="17116"/>
                    </a:lnTo>
                    <a:cubicBezTo>
                      <a:pt x="45642" y="17116"/>
                      <a:pt x="49554" y="18501"/>
                      <a:pt x="52325" y="21354"/>
                    </a:cubicBezTo>
                    <a:cubicBezTo>
                      <a:pt x="55096" y="24207"/>
                      <a:pt x="56482" y="27711"/>
                      <a:pt x="56482" y="32031"/>
                    </a:cubicBezTo>
                    <a:cubicBezTo>
                      <a:pt x="56482" y="36351"/>
                      <a:pt x="55096" y="40100"/>
                      <a:pt x="52325" y="42708"/>
                    </a:cubicBezTo>
                    <a:cubicBezTo>
                      <a:pt x="49554" y="45316"/>
                      <a:pt x="45561" y="46620"/>
                      <a:pt x="40344" y="46620"/>
                    </a:cubicBezTo>
                    <a:lnTo>
                      <a:pt x="20946" y="46620"/>
                    </a:lnTo>
                    <a:lnTo>
                      <a:pt x="20946" y="1711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CA0FF65C-106E-2F80-FF81-317D953C278D}"/>
                  </a:ext>
                </a:extLst>
              </p:cNvPr>
              <p:cNvSpPr/>
              <p:nvPr/>
            </p:nvSpPr>
            <p:spPr>
              <a:xfrm>
                <a:off x="2807982" y="2249480"/>
                <a:ext cx="20946" cy="108155"/>
              </a:xfrm>
              <a:custGeom>
                <a:avLst/>
                <a:gdLst>
                  <a:gd name="connsiteX0" fmla="*/ 0 w 20946"/>
                  <a:gd name="connsiteY0" fmla="*/ 0 h 108155"/>
                  <a:gd name="connsiteX1" fmla="*/ 20946 w 20946"/>
                  <a:gd name="connsiteY1" fmla="*/ 0 h 108155"/>
                  <a:gd name="connsiteX2" fmla="*/ 20946 w 20946"/>
                  <a:gd name="connsiteY2" fmla="*/ 108155 h 108155"/>
                  <a:gd name="connsiteX3" fmla="*/ 0 w 20946"/>
                  <a:gd name="connsiteY3" fmla="*/ 108155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46" h="108155">
                    <a:moveTo>
                      <a:pt x="0" y="0"/>
                    </a:moveTo>
                    <a:lnTo>
                      <a:pt x="20946" y="0"/>
                    </a:lnTo>
                    <a:lnTo>
                      <a:pt x="20946" y="108155"/>
                    </a:lnTo>
                    <a:lnTo>
                      <a:pt x="0" y="108155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01472591-A0D0-0AA1-0E26-E8B54D3FB834}"/>
                  </a:ext>
                </a:extLst>
              </p:cNvPr>
              <p:cNvSpPr/>
              <p:nvPr/>
            </p:nvSpPr>
            <p:spPr>
              <a:xfrm>
                <a:off x="2858759" y="2249561"/>
                <a:ext cx="98130" cy="108155"/>
              </a:xfrm>
              <a:custGeom>
                <a:avLst/>
                <a:gdLst>
                  <a:gd name="connsiteX0" fmla="*/ 93974 w 98130"/>
                  <a:gd name="connsiteY0" fmla="*/ 32439 h 108155"/>
                  <a:gd name="connsiteX1" fmla="*/ 82319 w 98130"/>
                  <a:gd name="connsiteY1" fmla="*/ 15323 h 108155"/>
                  <a:gd name="connsiteX2" fmla="*/ 64469 w 98130"/>
                  <a:gd name="connsiteY2" fmla="*/ 3994 h 108155"/>
                  <a:gd name="connsiteX3" fmla="*/ 42137 w 98130"/>
                  <a:gd name="connsiteY3" fmla="*/ 0 h 108155"/>
                  <a:gd name="connsiteX4" fmla="*/ 0 w 98130"/>
                  <a:gd name="connsiteY4" fmla="*/ 0 h 108155"/>
                  <a:gd name="connsiteX5" fmla="*/ 0 w 98130"/>
                  <a:gd name="connsiteY5" fmla="*/ 108155 h 108155"/>
                  <a:gd name="connsiteX6" fmla="*/ 42463 w 98130"/>
                  <a:gd name="connsiteY6" fmla="*/ 108155 h 108155"/>
                  <a:gd name="connsiteX7" fmla="*/ 64551 w 98130"/>
                  <a:gd name="connsiteY7" fmla="*/ 104162 h 108155"/>
                  <a:gd name="connsiteX8" fmla="*/ 82319 w 98130"/>
                  <a:gd name="connsiteY8" fmla="*/ 92833 h 108155"/>
                  <a:gd name="connsiteX9" fmla="*/ 93974 w 98130"/>
                  <a:gd name="connsiteY9" fmla="*/ 75635 h 108155"/>
                  <a:gd name="connsiteX10" fmla="*/ 98130 w 98130"/>
                  <a:gd name="connsiteY10" fmla="*/ 54037 h 108155"/>
                  <a:gd name="connsiteX11" fmla="*/ 93974 w 98130"/>
                  <a:gd name="connsiteY11" fmla="*/ 32520 h 108155"/>
                  <a:gd name="connsiteX12" fmla="*/ 72375 w 98130"/>
                  <a:gd name="connsiteY12" fmla="*/ 72620 h 108155"/>
                  <a:gd name="connsiteX13" fmla="*/ 60068 w 98130"/>
                  <a:gd name="connsiteY13" fmla="*/ 85090 h 108155"/>
                  <a:gd name="connsiteX14" fmla="*/ 41811 w 98130"/>
                  <a:gd name="connsiteY14" fmla="*/ 89491 h 108155"/>
                  <a:gd name="connsiteX15" fmla="*/ 20865 w 98130"/>
                  <a:gd name="connsiteY15" fmla="*/ 89491 h 108155"/>
                  <a:gd name="connsiteX16" fmla="*/ 20865 w 98130"/>
                  <a:gd name="connsiteY16" fmla="*/ 18583 h 108155"/>
                  <a:gd name="connsiteX17" fmla="*/ 41811 w 98130"/>
                  <a:gd name="connsiteY17" fmla="*/ 18583 h 108155"/>
                  <a:gd name="connsiteX18" fmla="*/ 59987 w 98130"/>
                  <a:gd name="connsiteY18" fmla="*/ 23066 h 108155"/>
                  <a:gd name="connsiteX19" fmla="*/ 72294 w 98130"/>
                  <a:gd name="connsiteY19" fmla="*/ 35373 h 108155"/>
                  <a:gd name="connsiteX20" fmla="*/ 76776 w 98130"/>
                  <a:gd name="connsiteY20" fmla="*/ 53874 h 108155"/>
                  <a:gd name="connsiteX21" fmla="*/ 72375 w 98130"/>
                  <a:gd name="connsiteY21" fmla="*/ 72701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8130" h="108155">
                    <a:moveTo>
                      <a:pt x="93974" y="32439"/>
                    </a:moveTo>
                    <a:cubicBezTo>
                      <a:pt x="91203" y="25837"/>
                      <a:pt x="87290" y="20131"/>
                      <a:pt x="82319" y="15323"/>
                    </a:cubicBezTo>
                    <a:cubicBezTo>
                      <a:pt x="77265" y="10433"/>
                      <a:pt x="71316" y="6683"/>
                      <a:pt x="64469" y="3994"/>
                    </a:cubicBezTo>
                    <a:cubicBezTo>
                      <a:pt x="57623" y="1304"/>
                      <a:pt x="50125" y="0"/>
                      <a:pt x="42137" y="0"/>
                    </a:cubicBezTo>
                    <a:lnTo>
                      <a:pt x="0" y="0"/>
                    </a:lnTo>
                    <a:lnTo>
                      <a:pt x="0" y="108155"/>
                    </a:lnTo>
                    <a:lnTo>
                      <a:pt x="42463" y="108155"/>
                    </a:lnTo>
                    <a:cubicBezTo>
                      <a:pt x="50369" y="108155"/>
                      <a:pt x="57705" y="106851"/>
                      <a:pt x="64551" y="104162"/>
                    </a:cubicBezTo>
                    <a:cubicBezTo>
                      <a:pt x="71397" y="101472"/>
                      <a:pt x="77265" y="97723"/>
                      <a:pt x="82319" y="92833"/>
                    </a:cubicBezTo>
                    <a:cubicBezTo>
                      <a:pt x="87372" y="87942"/>
                      <a:pt x="91203" y="82237"/>
                      <a:pt x="93974" y="75635"/>
                    </a:cubicBezTo>
                    <a:cubicBezTo>
                      <a:pt x="96745" y="69034"/>
                      <a:pt x="98130" y="61780"/>
                      <a:pt x="98130" y="54037"/>
                    </a:cubicBezTo>
                    <a:cubicBezTo>
                      <a:pt x="98130" y="46294"/>
                      <a:pt x="96745" y="39040"/>
                      <a:pt x="93974" y="32520"/>
                    </a:cubicBezTo>
                    <a:close/>
                    <a:moveTo>
                      <a:pt x="72375" y="72620"/>
                    </a:moveTo>
                    <a:cubicBezTo>
                      <a:pt x="69441" y="77999"/>
                      <a:pt x="65366" y="82156"/>
                      <a:pt x="60068" y="85090"/>
                    </a:cubicBezTo>
                    <a:cubicBezTo>
                      <a:pt x="54770" y="88024"/>
                      <a:pt x="48739" y="89491"/>
                      <a:pt x="41811" y="89491"/>
                    </a:cubicBezTo>
                    <a:lnTo>
                      <a:pt x="20865" y="89491"/>
                    </a:lnTo>
                    <a:lnTo>
                      <a:pt x="20865" y="18583"/>
                    </a:lnTo>
                    <a:lnTo>
                      <a:pt x="41811" y="18583"/>
                    </a:lnTo>
                    <a:cubicBezTo>
                      <a:pt x="48658" y="18583"/>
                      <a:pt x="54770" y="20050"/>
                      <a:pt x="59987" y="23066"/>
                    </a:cubicBezTo>
                    <a:cubicBezTo>
                      <a:pt x="65203" y="26081"/>
                      <a:pt x="69360" y="30156"/>
                      <a:pt x="72294" y="35373"/>
                    </a:cubicBezTo>
                    <a:cubicBezTo>
                      <a:pt x="75228" y="40589"/>
                      <a:pt x="76776" y="46783"/>
                      <a:pt x="76776" y="53874"/>
                    </a:cubicBezTo>
                    <a:cubicBezTo>
                      <a:pt x="76776" y="60965"/>
                      <a:pt x="75309" y="67322"/>
                      <a:pt x="72375" y="72701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D1A2836-E424-B44C-F53F-22D9174F5B00}"/>
                </a:ext>
              </a:extLst>
            </p:cNvPr>
            <p:cNvSpPr/>
            <p:nvPr/>
          </p:nvSpPr>
          <p:spPr>
            <a:xfrm>
              <a:off x="2000445" y="2418274"/>
              <a:ext cx="953917" cy="49961"/>
            </a:xfrm>
            <a:custGeom>
              <a:avLst/>
              <a:gdLst>
                <a:gd name="connsiteX0" fmla="*/ 0 w 953917"/>
                <a:gd name="connsiteY0" fmla="*/ 0 h 49961"/>
                <a:gd name="connsiteX1" fmla="*/ 953918 w 953917"/>
                <a:gd name="connsiteY1" fmla="*/ 0 h 49961"/>
                <a:gd name="connsiteX2" fmla="*/ 953918 w 953917"/>
                <a:gd name="connsiteY2" fmla="*/ 49962 h 49961"/>
                <a:gd name="connsiteX3" fmla="*/ 0 w 953917"/>
                <a:gd name="connsiteY3" fmla="*/ 49962 h 4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3917" h="49961">
                  <a:moveTo>
                    <a:pt x="0" y="0"/>
                  </a:moveTo>
                  <a:lnTo>
                    <a:pt x="953918" y="0"/>
                  </a:lnTo>
                  <a:lnTo>
                    <a:pt x="953918" y="49962"/>
                  </a:lnTo>
                  <a:lnTo>
                    <a:pt x="0" y="49962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" name="Graphic 2241">
            <a:extLst>
              <a:ext uri="{FF2B5EF4-FFF2-40B4-BE49-F238E27FC236}">
                <a16:creationId xmlns:a16="http://schemas.microsoft.com/office/drawing/2014/main" id="{749B8587-614B-C459-D8FE-20A45834B1A0}"/>
              </a:ext>
            </a:extLst>
          </p:cNvPr>
          <p:cNvGrpSpPr/>
          <p:nvPr/>
        </p:nvGrpSpPr>
        <p:grpSpPr>
          <a:xfrm>
            <a:off x="9441441" y="908535"/>
            <a:ext cx="853913" cy="220630"/>
            <a:chOff x="2051710" y="2852606"/>
            <a:chExt cx="853913" cy="220630"/>
          </a:xfrm>
        </p:grpSpPr>
        <p:grpSp>
          <p:nvGrpSpPr>
            <p:cNvPr id="19" name="Graphic 2241">
              <a:extLst>
                <a:ext uri="{FF2B5EF4-FFF2-40B4-BE49-F238E27FC236}">
                  <a16:creationId xmlns:a16="http://schemas.microsoft.com/office/drawing/2014/main" id="{008D66B5-2655-D9DB-0A56-42E46C233965}"/>
                </a:ext>
              </a:extLst>
            </p:cNvPr>
            <p:cNvGrpSpPr/>
            <p:nvPr/>
          </p:nvGrpSpPr>
          <p:grpSpPr>
            <a:xfrm>
              <a:off x="2064180" y="2852606"/>
              <a:ext cx="832722" cy="111741"/>
              <a:chOff x="2064180" y="2852606"/>
              <a:chExt cx="832722" cy="111741"/>
            </a:xfrm>
            <a:solidFill>
              <a:srgbClr val="403592"/>
            </a:solidFill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580B974-D7C4-E6C6-1F09-8B4DF1444980}"/>
                  </a:ext>
                </a:extLst>
              </p:cNvPr>
              <p:cNvSpPr/>
              <p:nvPr/>
            </p:nvSpPr>
            <p:spPr>
              <a:xfrm>
                <a:off x="2064180" y="2852688"/>
                <a:ext cx="78976" cy="111496"/>
              </a:xfrm>
              <a:custGeom>
                <a:avLst/>
                <a:gdLst>
                  <a:gd name="connsiteX0" fmla="*/ 68626 w 78976"/>
                  <a:gd name="connsiteY0" fmla="*/ 55585 h 111496"/>
                  <a:gd name="connsiteX1" fmla="*/ 58683 w 78976"/>
                  <a:gd name="connsiteY1" fmla="*/ 49554 h 111496"/>
                  <a:gd name="connsiteX2" fmla="*/ 47761 w 78976"/>
                  <a:gd name="connsiteY2" fmla="*/ 45316 h 111496"/>
                  <a:gd name="connsiteX3" fmla="*/ 37655 w 78976"/>
                  <a:gd name="connsiteY3" fmla="*/ 41404 h 111496"/>
                  <a:gd name="connsiteX4" fmla="*/ 30319 w 78976"/>
                  <a:gd name="connsiteY4" fmla="*/ 36595 h 111496"/>
                  <a:gd name="connsiteX5" fmla="*/ 27548 w 78976"/>
                  <a:gd name="connsiteY5" fmla="*/ 29423 h 111496"/>
                  <a:gd name="connsiteX6" fmla="*/ 31705 w 78976"/>
                  <a:gd name="connsiteY6" fmla="*/ 21517 h 111496"/>
                  <a:gd name="connsiteX7" fmla="*/ 43115 w 78976"/>
                  <a:gd name="connsiteY7" fmla="*/ 18664 h 111496"/>
                  <a:gd name="connsiteX8" fmla="*/ 54444 w 78976"/>
                  <a:gd name="connsiteY8" fmla="*/ 21109 h 111496"/>
                  <a:gd name="connsiteX9" fmla="*/ 64225 w 78976"/>
                  <a:gd name="connsiteY9" fmla="*/ 28771 h 111496"/>
                  <a:gd name="connsiteX10" fmla="*/ 78080 w 78976"/>
                  <a:gd name="connsiteY10" fmla="*/ 14915 h 111496"/>
                  <a:gd name="connsiteX11" fmla="*/ 63573 w 78976"/>
                  <a:gd name="connsiteY11" fmla="*/ 4157 h 111496"/>
                  <a:gd name="connsiteX12" fmla="*/ 43523 w 78976"/>
                  <a:gd name="connsiteY12" fmla="*/ 0 h 111496"/>
                  <a:gd name="connsiteX13" fmla="*/ 24777 w 78976"/>
                  <a:gd name="connsiteY13" fmla="*/ 3668 h 111496"/>
                  <a:gd name="connsiteX14" fmla="*/ 11737 w 78976"/>
                  <a:gd name="connsiteY14" fmla="*/ 14263 h 111496"/>
                  <a:gd name="connsiteX15" fmla="*/ 7009 w 78976"/>
                  <a:gd name="connsiteY15" fmla="*/ 31053 h 111496"/>
                  <a:gd name="connsiteX16" fmla="*/ 9699 w 78976"/>
                  <a:gd name="connsiteY16" fmla="*/ 44908 h 111496"/>
                  <a:gd name="connsiteX17" fmla="*/ 17034 w 78976"/>
                  <a:gd name="connsiteY17" fmla="*/ 53792 h 111496"/>
                  <a:gd name="connsiteX18" fmla="*/ 27059 w 78976"/>
                  <a:gd name="connsiteY18" fmla="*/ 59660 h 111496"/>
                  <a:gd name="connsiteX19" fmla="*/ 37899 w 78976"/>
                  <a:gd name="connsiteY19" fmla="*/ 63736 h 111496"/>
                  <a:gd name="connsiteX20" fmla="*/ 47924 w 78976"/>
                  <a:gd name="connsiteY20" fmla="*/ 67566 h 111496"/>
                  <a:gd name="connsiteX21" fmla="*/ 55259 w 78976"/>
                  <a:gd name="connsiteY21" fmla="*/ 72701 h 111496"/>
                  <a:gd name="connsiteX22" fmla="*/ 58031 w 78976"/>
                  <a:gd name="connsiteY22" fmla="*/ 80688 h 111496"/>
                  <a:gd name="connsiteX23" fmla="*/ 53303 w 78976"/>
                  <a:gd name="connsiteY23" fmla="*/ 89572 h 111496"/>
                  <a:gd name="connsiteX24" fmla="*/ 40344 w 78976"/>
                  <a:gd name="connsiteY24" fmla="*/ 92832 h 111496"/>
                  <a:gd name="connsiteX25" fmla="*/ 25022 w 78976"/>
                  <a:gd name="connsiteY25" fmla="*/ 89409 h 111496"/>
                  <a:gd name="connsiteX26" fmla="*/ 13856 w 78976"/>
                  <a:gd name="connsiteY26" fmla="*/ 79629 h 111496"/>
                  <a:gd name="connsiteX27" fmla="*/ 0 w 78976"/>
                  <a:gd name="connsiteY27" fmla="*/ 93485 h 111496"/>
                  <a:gd name="connsiteX28" fmla="*/ 16871 w 78976"/>
                  <a:gd name="connsiteY28" fmla="*/ 107014 h 111496"/>
                  <a:gd name="connsiteX29" fmla="*/ 39122 w 78976"/>
                  <a:gd name="connsiteY29" fmla="*/ 111497 h 111496"/>
                  <a:gd name="connsiteX30" fmla="*/ 68382 w 78976"/>
                  <a:gd name="connsiteY30" fmla="*/ 102776 h 111496"/>
                  <a:gd name="connsiteX31" fmla="*/ 78977 w 78976"/>
                  <a:gd name="connsiteY31" fmla="*/ 78977 h 111496"/>
                  <a:gd name="connsiteX32" fmla="*/ 76206 w 78976"/>
                  <a:gd name="connsiteY32" fmla="*/ 64714 h 111496"/>
                  <a:gd name="connsiteX33" fmla="*/ 68871 w 78976"/>
                  <a:gd name="connsiteY33" fmla="*/ 55341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8976" h="111496">
                    <a:moveTo>
                      <a:pt x="68626" y="55585"/>
                    </a:moveTo>
                    <a:cubicBezTo>
                      <a:pt x="65610" y="53140"/>
                      <a:pt x="62269" y="51184"/>
                      <a:pt x="58683" y="49554"/>
                    </a:cubicBezTo>
                    <a:cubicBezTo>
                      <a:pt x="55096" y="48005"/>
                      <a:pt x="51429" y="46538"/>
                      <a:pt x="47761" y="45316"/>
                    </a:cubicBezTo>
                    <a:cubicBezTo>
                      <a:pt x="44093" y="44093"/>
                      <a:pt x="40670" y="42789"/>
                      <a:pt x="37655" y="41404"/>
                    </a:cubicBezTo>
                    <a:cubicBezTo>
                      <a:pt x="34639" y="40018"/>
                      <a:pt x="32194" y="38470"/>
                      <a:pt x="30319" y="36595"/>
                    </a:cubicBezTo>
                    <a:cubicBezTo>
                      <a:pt x="28445" y="34802"/>
                      <a:pt x="27548" y="32438"/>
                      <a:pt x="27548" y="29423"/>
                    </a:cubicBezTo>
                    <a:cubicBezTo>
                      <a:pt x="27548" y="26000"/>
                      <a:pt x="28934" y="23391"/>
                      <a:pt x="31705" y="21517"/>
                    </a:cubicBezTo>
                    <a:cubicBezTo>
                      <a:pt x="34476" y="19642"/>
                      <a:pt x="38307" y="18664"/>
                      <a:pt x="43115" y="18664"/>
                    </a:cubicBezTo>
                    <a:cubicBezTo>
                      <a:pt x="47354" y="18664"/>
                      <a:pt x="51103" y="19479"/>
                      <a:pt x="54444" y="21109"/>
                    </a:cubicBezTo>
                    <a:cubicBezTo>
                      <a:pt x="57786" y="22739"/>
                      <a:pt x="61046" y="25347"/>
                      <a:pt x="64225" y="28771"/>
                    </a:cubicBezTo>
                    <a:lnTo>
                      <a:pt x="78080" y="14915"/>
                    </a:lnTo>
                    <a:cubicBezTo>
                      <a:pt x="74413" y="10514"/>
                      <a:pt x="69523" y="6928"/>
                      <a:pt x="63573" y="4157"/>
                    </a:cubicBezTo>
                    <a:cubicBezTo>
                      <a:pt x="57542" y="1385"/>
                      <a:pt x="50858" y="0"/>
                      <a:pt x="43523" y="0"/>
                    </a:cubicBezTo>
                    <a:cubicBezTo>
                      <a:pt x="36514" y="0"/>
                      <a:pt x="30319" y="1223"/>
                      <a:pt x="24777" y="3668"/>
                    </a:cubicBezTo>
                    <a:cubicBezTo>
                      <a:pt x="19235" y="6113"/>
                      <a:pt x="14915" y="9699"/>
                      <a:pt x="11737" y="14263"/>
                    </a:cubicBezTo>
                    <a:cubicBezTo>
                      <a:pt x="8558" y="18909"/>
                      <a:pt x="7009" y="24451"/>
                      <a:pt x="7009" y="31053"/>
                    </a:cubicBezTo>
                    <a:cubicBezTo>
                      <a:pt x="7009" y="36677"/>
                      <a:pt x="7906" y="41322"/>
                      <a:pt x="9699" y="44908"/>
                    </a:cubicBezTo>
                    <a:cubicBezTo>
                      <a:pt x="11492" y="48494"/>
                      <a:pt x="13937" y="51510"/>
                      <a:pt x="17034" y="53792"/>
                    </a:cubicBezTo>
                    <a:cubicBezTo>
                      <a:pt x="20131" y="56156"/>
                      <a:pt x="23473" y="58112"/>
                      <a:pt x="27059" y="59660"/>
                    </a:cubicBezTo>
                    <a:cubicBezTo>
                      <a:pt x="30645" y="61209"/>
                      <a:pt x="34232" y="62595"/>
                      <a:pt x="37899" y="63736"/>
                    </a:cubicBezTo>
                    <a:cubicBezTo>
                      <a:pt x="41567" y="64877"/>
                      <a:pt x="44908" y="66181"/>
                      <a:pt x="47924" y="67566"/>
                    </a:cubicBezTo>
                    <a:cubicBezTo>
                      <a:pt x="50940" y="68952"/>
                      <a:pt x="53385" y="70663"/>
                      <a:pt x="55259" y="72701"/>
                    </a:cubicBezTo>
                    <a:cubicBezTo>
                      <a:pt x="57134" y="74739"/>
                      <a:pt x="58031" y="77428"/>
                      <a:pt x="58031" y="80688"/>
                    </a:cubicBezTo>
                    <a:cubicBezTo>
                      <a:pt x="58031" y="84519"/>
                      <a:pt x="56400" y="87453"/>
                      <a:pt x="53303" y="89572"/>
                    </a:cubicBezTo>
                    <a:cubicBezTo>
                      <a:pt x="50125" y="91692"/>
                      <a:pt x="45805" y="92832"/>
                      <a:pt x="40344" y="92832"/>
                    </a:cubicBezTo>
                    <a:cubicBezTo>
                      <a:pt x="34313" y="92832"/>
                      <a:pt x="29178" y="91692"/>
                      <a:pt x="25022" y="89409"/>
                    </a:cubicBezTo>
                    <a:cubicBezTo>
                      <a:pt x="20865" y="87127"/>
                      <a:pt x="17116" y="83867"/>
                      <a:pt x="13856" y="79629"/>
                    </a:cubicBezTo>
                    <a:lnTo>
                      <a:pt x="0" y="93485"/>
                    </a:lnTo>
                    <a:cubicBezTo>
                      <a:pt x="5053" y="99516"/>
                      <a:pt x="10677" y="104080"/>
                      <a:pt x="16871" y="107014"/>
                    </a:cubicBezTo>
                    <a:cubicBezTo>
                      <a:pt x="23066" y="109948"/>
                      <a:pt x="30482" y="111497"/>
                      <a:pt x="39122" y="111497"/>
                    </a:cubicBezTo>
                    <a:cubicBezTo>
                      <a:pt x="51510" y="111497"/>
                      <a:pt x="61291" y="108563"/>
                      <a:pt x="68382" y="102776"/>
                    </a:cubicBezTo>
                    <a:cubicBezTo>
                      <a:pt x="75472" y="96989"/>
                      <a:pt x="78977" y="89083"/>
                      <a:pt x="78977" y="78977"/>
                    </a:cubicBezTo>
                    <a:cubicBezTo>
                      <a:pt x="78977" y="73353"/>
                      <a:pt x="78080" y="68626"/>
                      <a:pt x="76206" y="64714"/>
                    </a:cubicBezTo>
                    <a:cubicBezTo>
                      <a:pt x="74331" y="60802"/>
                      <a:pt x="71886" y="57704"/>
                      <a:pt x="68871" y="55341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A3AFEC1-20CF-2A3B-D0EA-57B5AFF10C50}"/>
                  </a:ext>
                </a:extLst>
              </p:cNvPr>
              <p:cNvSpPr/>
              <p:nvPr/>
            </p:nvSpPr>
            <p:spPr>
              <a:xfrm>
                <a:off x="2155057" y="2854481"/>
                <a:ext cx="89979" cy="108155"/>
              </a:xfrm>
              <a:custGeom>
                <a:avLst/>
                <a:gdLst>
                  <a:gd name="connsiteX0" fmla="*/ 89980 w 89979"/>
                  <a:gd name="connsiteY0" fmla="*/ 18664 h 108155"/>
                  <a:gd name="connsiteX1" fmla="*/ 89980 w 89979"/>
                  <a:gd name="connsiteY1" fmla="*/ 0 h 108155"/>
                  <a:gd name="connsiteX2" fmla="*/ 0 w 89979"/>
                  <a:gd name="connsiteY2" fmla="*/ 0 h 108155"/>
                  <a:gd name="connsiteX3" fmla="*/ 0 w 89979"/>
                  <a:gd name="connsiteY3" fmla="*/ 18664 h 108155"/>
                  <a:gd name="connsiteX4" fmla="*/ 34476 w 89979"/>
                  <a:gd name="connsiteY4" fmla="*/ 18664 h 108155"/>
                  <a:gd name="connsiteX5" fmla="*/ 34476 w 89979"/>
                  <a:gd name="connsiteY5" fmla="*/ 108155 h 108155"/>
                  <a:gd name="connsiteX6" fmla="*/ 55585 w 89979"/>
                  <a:gd name="connsiteY6" fmla="*/ 108155 h 108155"/>
                  <a:gd name="connsiteX7" fmla="*/ 55585 w 89979"/>
                  <a:gd name="connsiteY7" fmla="*/ 18664 h 108155"/>
                  <a:gd name="connsiteX8" fmla="*/ 89980 w 89979"/>
                  <a:gd name="connsiteY8" fmla="*/ 18664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979" h="108155">
                    <a:moveTo>
                      <a:pt x="89980" y="18664"/>
                    </a:moveTo>
                    <a:lnTo>
                      <a:pt x="89980" y="0"/>
                    </a:lnTo>
                    <a:lnTo>
                      <a:pt x="0" y="0"/>
                    </a:lnTo>
                    <a:lnTo>
                      <a:pt x="0" y="18664"/>
                    </a:lnTo>
                    <a:lnTo>
                      <a:pt x="34476" y="18664"/>
                    </a:lnTo>
                    <a:lnTo>
                      <a:pt x="34476" y="108155"/>
                    </a:lnTo>
                    <a:lnTo>
                      <a:pt x="55585" y="108155"/>
                    </a:lnTo>
                    <a:lnTo>
                      <a:pt x="55585" y="18664"/>
                    </a:lnTo>
                    <a:lnTo>
                      <a:pt x="89980" y="18664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31D3172-26C5-AF77-340F-DD1AD7B63B95}"/>
                  </a:ext>
                </a:extLst>
              </p:cNvPr>
              <p:cNvSpPr/>
              <p:nvPr/>
            </p:nvSpPr>
            <p:spPr>
              <a:xfrm>
                <a:off x="2245118" y="2854481"/>
                <a:ext cx="104161" cy="108155"/>
              </a:xfrm>
              <a:custGeom>
                <a:avLst/>
                <a:gdLst>
                  <a:gd name="connsiteX0" fmla="*/ 43686 w 104161"/>
                  <a:gd name="connsiteY0" fmla="*/ 0 h 108155"/>
                  <a:gd name="connsiteX1" fmla="*/ 0 w 104161"/>
                  <a:gd name="connsiteY1" fmla="*/ 108155 h 108155"/>
                  <a:gd name="connsiteX2" fmla="*/ 22169 w 104161"/>
                  <a:gd name="connsiteY2" fmla="*/ 108155 h 108155"/>
                  <a:gd name="connsiteX3" fmla="*/ 29830 w 104161"/>
                  <a:gd name="connsiteY3" fmla="*/ 88024 h 108155"/>
                  <a:gd name="connsiteX4" fmla="*/ 74168 w 104161"/>
                  <a:gd name="connsiteY4" fmla="*/ 88024 h 108155"/>
                  <a:gd name="connsiteX5" fmla="*/ 81830 w 104161"/>
                  <a:gd name="connsiteY5" fmla="*/ 108155 h 108155"/>
                  <a:gd name="connsiteX6" fmla="*/ 104162 w 104161"/>
                  <a:gd name="connsiteY6" fmla="*/ 108155 h 108155"/>
                  <a:gd name="connsiteX7" fmla="*/ 60965 w 104161"/>
                  <a:gd name="connsiteY7" fmla="*/ 0 h 108155"/>
                  <a:gd name="connsiteX8" fmla="*/ 43767 w 104161"/>
                  <a:gd name="connsiteY8" fmla="*/ 0 h 108155"/>
                  <a:gd name="connsiteX9" fmla="*/ 36514 w 104161"/>
                  <a:gd name="connsiteY9" fmla="*/ 70501 h 108155"/>
                  <a:gd name="connsiteX10" fmla="*/ 52081 w 104161"/>
                  <a:gd name="connsiteY10" fmla="*/ 29667 h 108155"/>
                  <a:gd name="connsiteX11" fmla="*/ 67566 w 104161"/>
                  <a:gd name="connsiteY11" fmla="*/ 70501 h 108155"/>
                  <a:gd name="connsiteX12" fmla="*/ 36514 w 104161"/>
                  <a:gd name="connsiteY12" fmla="*/ 70501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161" h="108155">
                    <a:moveTo>
                      <a:pt x="43686" y="0"/>
                    </a:moveTo>
                    <a:lnTo>
                      <a:pt x="0" y="108155"/>
                    </a:lnTo>
                    <a:lnTo>
                      <a:pt x="22169" y="108155"/>
                    </a:lnTo>
                    <a:lnTo>
                      <a:pt x="29830" y="88024"/>
                    </a:lnTo>
                    <a:lnTo>
                      <a:pt x="74168" y="88024"/>
                    </a:lnTo>
                    <a:lnTo>
                      <a:pt x="81830" y="108155"/>
                    </a:lnTo>
                    <a:lnTo>
                      <a:pt x="104162" y="108155"/>
                    </a:lnTo>
                    <a:lnTo>
                      <a:pt x="60965" y="0"/>
                    </a:lnTo>
                    <a:lnTo>
                      <a:pt x="43767" y="0"/>
                    </a:lnTo>
                    <a:close/>
                    <a:moveTo>
                      <a:pt x="36514" y="70501"/>
                    </a:moveTo>
                    <a:lnTo>
                      <a:pt x="52081" y="29667"/>
                    </a:lnTo>
                    <a:lnTo>
                      <a:pt x="67566" y="70501"/>
                    </a:lnTo>
                    <a:lnTo>
                      <a:pt x="36514" y="7050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A2DBBD2C-2343-7CEF-FEB4-10E368E35D8B}"/>
                  </a:ext>
                </a:extLst>
              </p:cNvPr>
              <p:cNvSpPr/>
              <p:nvPr/>
            </p:nvSpPr>
            <p:spPr>
              <a:xfrm>
                <a:off x="2369656" y="2854481"/>
                <a:ext cx="84437" cy="108155"/>
              </a:xfrm>
              <a:custGeom>
                <a:avLst/>
                <a:gdLst>
                  <a:gd name="connsiteX0" fmla="*/ 60639 w 84437"/>
                  <a:gd name="connsiteY0" fmla="*/ 59090 h 108155"/>
                  <a:gd name="connsiteX1" fmla="*/ 73027 w 84437"/>
                  <a:gd name="connsiteY1" fmla="*/ 48087 h 108155"/>
                  <a:gd name="connsiteX2" fmla="*/ 77428 w 84437"/>
                  <a:gd name="connsiteY2" fmla="*/ 31542 h 108155"/>
                  <a:gd name="connsiteX3" fmla="*/ 73027 w 84437"/>
                  <a:gd name="connsiteY3" fmla="*/ 15241 h 108155"/>
                  <a:gd name="connsiteX4" fmla="*/ 60720 w 84437"/>
                  <a:gd name="connsiteY4" fmla="*/ 4075 h 108155"/>
                  <a:gd name="connsiteX5" fmla="*/ 42463 w 84437"/>
                  <a:gd name="connsiteY5" fmla="*/ 0 h 108155"/>
                  <a:gd name="connsiteX6" fmla="*/ 0 w 84437"/>
                  <a:gd name="connsiteY6" fmla="*/ 0 h 108155"/>
                  <a:gd name="connsiteX7" fmla="*/ 0 w 84437"/>
                  <a:gd name="connsiteY7" fmla="*/ 108155 h 108155"/>
                  <a:gd name="connsiteX8" fmla="*/ 20946 w 84437"/>
                  <a:gd name="connsiteY8" fmla="*/ 108155 h 108155"/>
                  <a:gd name="connsiteX9" fmla="*/ 20946 w 84437"/>
                  <a:gd name="connsiteY9" fmla="*/ 63084 h 108155"/>
                  <a:gd name="connsiteX10" fmla="*/ 24533 w 84437"/>
                  <a:gd name="connsiteY10" fmla="*/ 63084 h 108155"/>
                  <a:gd name="connsiteX11" fmla="*/ 59090 w 84437"/>
                  <a:gd name="connsiteY11" fmla="*/ 108155 h 108155"/>
                  <a:gd name="connsiteX12" fmla="*/ 84438 w 84437"/>
                  <a:gd name="connsiteY12" fmla="*/ 108155 h 108155"/>
                  <a:gd name="connsiteX13" fmla="*/ 48332 w 84437"/>
                  <a:gd name="connsiteY13" fmla="*/ 62676 h 108155"/>
                  <a:gd name="connsiteX14" fmla="*/ 60557 w 84437"/>
                  <a:gd name="connsiteY14" fmla="*/ 59090 h 108155"/>
                  <a:gd name="connsiteX15" fmla="*/ 20946 w 84437"/>
                  <a:gd name="connsiteY15" fmla="*/ 17116 h 108155"/>
                  <a:gd name="connsiteX16" fmla="*/ 40507 w 84437"/>
                  <a:gd name="connsiteY16" fmla="*/ 17116 h 108155"/>
                  <a:gd name="connsiteX17" fmla="*/ 52325 w 84437"/>
                  <a:gd name="connsiteY17" fmla="*/ 21354 h 108155"/>
                  <a:gd name="connsiteX18" fmla="*/ 56482 w 84437"/>
                  <a:gd name="connsiteY18" fmla="*/ 32031 h 108155"/>
                  <a:gd name="connsiteX19" fmla="*/ 52325 w 84437"/>
                  <a:gd name="connsiteY19" fmla="*/ 42708 h 108155"/>
                  <a:gd name="connsiteX20" fmla="*/ 40344 w 84437"/>
                  <a:gd name="connsiteY20" fmla="*/ 46620 h 108155"/>
                  <a:gd name="connsiteX21" fmla="*/ 20946 w 84437"/>
                  <a:gd name="connsiteY21" fmla="*/ 46620 h 108155"/>
                  <a:gd name="connsiteX22" fmla="*/ 20946 w 84437"/>
                  <a:gd name="connsiteY22" fmla="*/ 17116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4437" h="108155">
                    <a:moveTo>
                      <a:pt x="60639" y="59090"/>
                    </a:moveTo>
                    <a:cubicBezTo>
                      <a:pt x="65936" y="56400"/>
                      <a:pt x="70093" y="52733"/>
                      <a:pt x="73027" y="48087"/>
                    </a:cubicBezTo>
                    <a:cubicBezTo>
                      <a:pt x="75961" y="43441"/>
                      <a:pt x="77428" y="37899"/>
                      <a:pt x="77428" y="31542"/>
                    </a:cubicBezTo>
                    <a:cubicBezTo>
                      <a:pt x="77428" y="25185"/>
                      <a:pt x="75961" y="19968"/>
                      <a:pt x="73027" y="15241"/>
                    </a:cubicBezTo>
                    <a:cubicBezTo>
                      <a:pt x="70093" y="10514"/>
                      <a:pt x="66018" y="6846"/>
                      <a:pt x="60720" y="4075"/>
                    </a:cubicBezTo>
                    <a:cubicBezTo>
                      <a:pt x="55422" y="1385"/>
                      <a:pt x="49391" y="0"/>
                      <a:pt x="42463" y="0"/>
                    </a:cubicBezTo>
                    <a:lnTo>
                      <a:pt x="0" y="0"/>
                    </a:lnTo>
                    <a:lnTo>
                      <a:pt x="0" y="108155"/>
                    </a:lnTo>
                    <a:lnTo>
                      <a:pt x="20946" y="108155"/>
                    </a:lnTo>
                    <a:lnTo>
                      <a:pt x="20946" y="63084"/>
                    </a:lnTo>
                    <a:lnTo>
                      <a:pt x="24533" y="63084"/>
                    </a:lnTo>
                    <a:lnTo>
                      <a:pt x="59090" y="108155"/>
                    </a:lnTo>
                    <a:lnTo>
                      <a:pt x="84438" y="108155"/>
                    </a:lnTo>
                    <a:lnTo>
                      <a:pt x="48332" y="62676"/>
                    </a:lnTo>
                    <a:cubicBezTo>
                      <a:pt x="52814" y="62106"/>
                      <a:pt x="56889" y="60965"/>
                      <a:pt x="60557" y="59090"/>
                    </a:cubicBezTo>
                    <a:close/>
                    <a:moveTo>
                      <a:pt x="20946" y="17116"/>
                    </a:moveTo>
                    <a:lnTo>
                      <a:pt x="40507" y="17116"/>
                    </a:lnTo>
                    <a:cubicBezTo>
                      <a:pt x="45642" y="17116"/>
                      <a:pt x="49554" y="18501"/>
                      <a:pt x="52325" y="21354"/>
                    </a:cubicBezTo>
                    <a:cubicBezTo>
                      <a:pt x="55096" y="24207"/>
                      <a:pt x="56482" y="27711"/>
                      <a:pt x="56482" y="32031"/>
                    </a:cubicBezTo>
                    <a:cubicBezTo>
                      <a:pt x="56482" y="36351"/>
                      <a:pt x="55096" y="40100"/>
                      <a:pt x="52325" y="42708"/>
                    </a:cubicBezTo>
                    <a:cubicBezTo>
                      <a:pt x="49554" y="45316"/>
                      <a:pt x="45561" y="46620"/>
                      <a:pt x="40344" y="46620"/>
                    </a:cubicBezTo>
                    <a:lnTo>
                      <a:pt x="20946" y="46620"/>
                    </a:lnTo>
                    <a:lnTo>
                      <a:pt x="20946" y="1711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1FFEE15-FFED-4DBD-8ABE-DCA5A321AE41}"/>
                  </a:ext>
                </a:extLst>
              </p:cNvPr>
              <p:cNvSpPr/>
              <p:nvPr/>
            </p:nvSpPr>
            <p:spPr>
              <a:xfrm>
                <a:off x="2473736" y="2854481"/>
                <a:ext cx="70419" cy="108155"/>
              </a:xfrm>
              <a:custGeom>
                <a:avLst/>
                <a:gdLst>
                  <a:gd name="connsiteX0" fmla="*/ 20865 w 70419"/>
                  <a:gd name="connsiteY0" fmla="*/ 0 h 108155"/>
                  <a:gd name="connsiteX1" fmla="*/ 0 w 70419"/>
                  <a:gd name="connsiteY1" fmla="*/ 0 h 108155"/>
                  <a:gd name="connsiteX2" fmla="*/ 0 w 70419"/>
                  <a:gd name="connsiteY2" fmla="*/ 108155 h 108155"/>
                  <a:gd name="connsiteX3" fmla="*/ 15323 w 70419"/>
                  <a:gd name="connsiteY3" fmla="*/ 108155 h 108155"/>
                  <a:gd name="connsiteX4" fmla="*/ 20865 w 70419"/>
                  <a:gd name="connsiteY4" fmla="*/ 108155 h 108155"/>
                  <a:gd name="connsiteX5" fmla="*/ 70419 w 70419"/>
                  <a:gd name="connsiteY5" fmla="*/ 108155 h 108155"/>
                  <a:gd name="connsiteX6" fmla="*/ 70419 w 70419"/>
                  <a:gd name="connsiteY6" fmla="*/ 89572 h 108155"/>
                  <a:gd name="connsiteX7" fmla="*/ 20865 w 70419"/>
                  <a:gd name="connsiteY7" fmla="*/ 89572 h 108155"/>
                  <a:gd name="connsiteX8" fmla="*/ 20865 w 70419"/>
                  <a:gd name="connsiteY8" fmla="*/ 0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419" h="108155">
                    <a:moveTo>
                      <a:pt x="20865" y="0"/>
                    </a:moveTo>
                    <a:lnTo>
                      <a:pt x="0" y="0"/>
                    </a:lnTo>
                    <a:lnTo>
                      <a:pt x="0" y="108155"/>
                    </a:lnTo>
                    <a:lnTo>
                      <a:pt x="15323" y="108155"/>
                    </a:lnTo>
                    <a:lnTo>
                      <a:pt x="20865" y="108155"/>
                    </a:lnTo>
                    <a:lnTo>
                      <a:pt x="70419" y="108155"/>
                    </a:lnTo>
                    <a:lnTo>
                      <a:pt x="70419" y="89572"/>
                    </a:lnTo>
                    <a:lnTo>
                      <a:pt x="20865" y="89572"/>
                    </a:lnTo>
                    <a:lnTo>
                      <a:pt x="20865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0FD3D9F-0B55-D75F-4AF3-9BE6A33922C3}"/>
                  </a:ext>
                </a:extLst>
              </p:cNvPr>
              <p:cNvSpPr/>
              <p:nvPr/>
            </p:nvSpPr>
            <p:spPr>
              <a:xfrm>
                <a:off x="2554017" y="2852851"/>
                <a:ext cx="112148" cy="111496"/>
              </a:xfrm>
              <a:custGeom>
                <a:avLst/>
                <a:gdLst>
                  <a:gd name="connsiteX0" fmla="*/ 95930 w 112148"/>
                  <a:gd name="connsiteY0" fmla="*/ 15975 h 111496"/>
                  <a:gd name="connsiteX1" fmla="*/ 78162 w 112148"/>
                  <a:gd name="connsiteY1" fmla="*/ 4157 h 111496"/>
                  <a:gd name="connsiteX2" fmla="*/ 55993 w 112148"/>
                  <a:gd name="connsiteY2" fmla="*/ 0 h 111496"/>
                  <a:gd name="connsiteX3" fmla="*/ 33987 w 112148"/>
                  <a:gd name="connsiteY3" fmla="*/ 4157 h 111496"/>
                  <a:gd name="connsiteX4" fmla="*/ 16219 w 112148"/>
                  <a:gd name="connsiteY4" fmla="*/ 15975 h 111496"/>
                  <a:gd name="connsiteX5" fmla="*/ 4320 w 112148"/>
                  <a:gd name="connsiteY5" fmla="*/ 33743 h 111496"/>
                  <a:gd name="connsiteX6" fmla="*/ 0 w 112148"/>
                  <a:gd name="connsiteY6" fmla="*/ 55504 h 111496"/>
                  <a:gd name="connsiteX7" fmla="*/ 4320 w 112148"/>
                  <a:gd name="connsiteY7" fmla="*/ 77347 h 111496"/>
                  <a:gd name="connsiteX8" fmla="*/ 16301 w 112148"/>
                  <a:gd name="connsiteY8" fmla="*/ 95196 h 111496"/>
                  <a:gd name="connsiteX9" fmla="*/ 34232 w 112148"/>
                  <a:gd name="connsiteY9" fmla="*/ 107177 h 111496"/>
                  <a:gd name="connsiteX10" fmla="*/ 56319 w 112148"/>
                  <a:gd name="connsiteY10" fmla="*/ 111497 h 111496"/>
                  <a:gd name="connsiteX11" fmla="*/ 78243 w 112148"/>
                  <a:gd name="connsiteY11" fmla="*/ 107259 h 111496"/>
                  <a:gd name="connsiteX12" fmla="*/ 96011 w 112148"/>
                  <a:gd name="connsiteY12" fmla="*/ 95359 h 111496"/>
                  <a:gd name="connsiteX13" fmla="*/ 107829 w 112148"/>
                  <a:gd name="connsiteY13" fmla="*/ 77510 h 111496"/>
                  <a:gd name="connsiteX14" fmla="*/ 112149 w 112148"/>
                  <a:gd name="connsiteY14" fmla="*/ 55667 h 111496"/>
                  <a:gd name="connsiteX15" fmla="*/ 107829 w 112148"/>
                  <a:gd name="connsiteY15" fmla="*/ 33824 h 111496"/>
                  <a:gd name="connsiteX16" fmla="*/ 95930 w 112148"/>
                  <a:gd name="connsiteY16" fmla="*/ 15975 h 111496"/>
                  <a:gd name="connsiteX17" fmla="*/ 86149 w 112148"/>
                  <a:gd name="connsiteY17" fmla="*/ 74657 h 111496"/>
                  <a:gd name="connsiteX18" fmla="*/ 74087 w 112148"/>
                  <a:gd name="connsiteY18" fmla="*/ 87535 h 111496"/>
                  <a:gd name="connsiteX19" fmla="*/ 55993 w 112148"/>
                  <a:gd name="connsiteY19" fmla="*/ 92181 h 111496"/>
                  <a:gd name="connsiteX20" fmla="*/ 42056 w 112148"/>
                  <a:gd name="connsiteY20" fmla="*/ 89491 h 111496"/>
                  <a:gd name="connsiteX21" fmla="*/ 31134 w 112148"/>
                  <a:gd name="connsiteY21" fmla="*/ 81993 h 111496"/>
                  <a:gd name="connsiteX22" fmla="*/ 24125 w 112148"/>
                  <a:gd name="connsiteY22" fmla="*/ 70419 h 111496"/>
                  <a:gd name="connsiteX23" fmla="*/ 21680 w 112148"/>
                  <a:gd name="connsiteY23" fmla="*/ 55504 h 111496"/>
                  <a:gd name="connsiteX24" fmla="*/ 26081 w 112148"/>
                  <a:gd name="connsiteY24" fmla="*/ 36595 h 111496"/>
                  <a:gd name="connsiteX25" fmla="*/ 38144 w 112148"/>
                  <a:gd name="connsiteY25" fmla="*/ 23880 h 111496"/>
                  <a:gd name="connsiteX26" fmla="*/ 55993 w 112148"/>
                  <a:gd name="connsiteY26" fmla="*/ 19316 h 111496"/>
                  <a:gd name="connsiteX27" fmla="*/ 70093 w 112148"/>
                  <a:gd name="connsiteY27" fmla="*/ 21924 h 111496"/>
                  <a:gd name="connsiteX28" fmla="*/ 80933 w 112148"/>
                  <a:gd name="connsiteY28" fmla="*/ 29423 h 111496"/>
                  <a:gd name="connsiteX29" fmla="*/ 88024 w 112148"/>
                  <a:gd name="connsiteY29" fmla="*/ 40915 h 111496"/>
                  <a:gd name="connsiteX30" fmla="*/ 90469 w 112148"/>
                  <a:gd name="connsiteY30" fmla="*/ 55504 h 111496"/>
                  <a:gd name="connsiteX31" fmla="*/ 86149 w 112148"/>
                  <a:gd name="connsiteY31" fmla="*/ 74657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148" h="111496">
                    <a:moveTo>
                      <a:pt x="95930" y="15975"/>
                    </a:moveTo>
                    <a:cubicBezTo>
                      <a:pt x="90877" y="10840"/>
                      <a:pt x="84927" y="6928"/>
                      <a:pt x="78162" y="4157"/>
                    </a:cubicBezTo>
                    <a:cubicBezTo>
                      <a:pt x="71397" y="1386"/>
                      <a:pt x="63980" y="0"/>
                      <a:pt x="55993" y="0"/>
                    </a:cubicBezTo>
                    <a:cubicBezTo>
                      <a:pt x="48006" y="0"/>
                      <a:pt x="40752" y="1386"/>
                      <a:pt x="33987" y="4157"/>
                    </a:cubicBezTo>
                    <a:cubicBezTo>
                      <a:pt x="27222" y="6928"/>
                      <a:pt x="21272" y="10840"/>
                      <a:pt x="16219" y="15975"/>
                    </a:cubicBezTo>
                    <a:cubicBezTo>
                      <a:pt x="11166" y="21109"/>
                      <a:pt x="7172" y="27059"/>
                      <a:pt x="4320" y="33743"/>
                    </a:cubicBezTo>
                    <a:cubicBezTo>
                      <a:pt x="1467" y="40426"/>
                      <a:pt x="0" y="47680"/>
                      <a:pt x="0" y="55504"/>
                    </a:cubicBezTo>
                    <a:cubicBezTo>
                      <a:pt x="0" y="63328"/>
                      <a:pt x="1467" y="70582"/>
                      <a:pt x="4320" y="77347"/>
                    </a:cubicBezTo>
                    <a:cubicBezTo>
                      <a:pt x="7172" y="84112"/>
                      <a:pt x="11166" y="90061"/>
                      <a:pt x="16301" y="95196"/>
                    </a:cubicBezTo>
                    <a:cubicBezTo>
                      <a:pt x="21435" y="100331"/>
                      <a:pt x="27385" y="104324"/>
                      <a:pt x="34232" y="107177"/>
                    </a:cubicBezTo>
                    <a:cubicBezTo>
                      <a:pt x="41078" y="110030"/>
                      <a:pt x="48413" y="111497"/>
                      <a:pt x="56319" y="111497"/>
                    </a:cubicBezTo>
                    <a:cubicBezTo>
                      <a:pt x="64225" y="111497"/>
                      <a:pt x="71397" y="110111"/>
                      <a:pt x="78243" y="107259"/>
                    </a:cubicBezTo>
                    <a:cubicBezTo>
                      <a:pt x="85090" y="104406"/>
                      <a:pt x="90958" y="100494"/>
                      <a:pt x="96011" y="95359"/>
                    </a:cubicBezTo>
                    <a:cubicBezTo>
                      <a:pt x="101064" y="90225"/>
                      <a:pt x="104977" y="84275"/>
                      <a:pt x="107829" y="77510"/>
                    </a:cubicBezTo>
                    <a:cubicBezTo>
                      <a:pt x="110682" y="70745"/>
                      <a:pt x="112149" y="63491"/>
                      <a:pt x="112149" y="55667"/>
                    </a:cubicBezTo>
                    <a:cubicBezTo>
                      <a:pt x="112149" y="47843"/>
                      <a:pt x="110682" y="40589"/>
                      <a:pt x="107829" y="33824"/>
                    </a:cubicBezTo>
                    <a:cubicBezTo>
                      <a:pt x="104977" y="27059"/>
                      <a:pt x="100983" y="21109"/>
                      <a:pt x="95930" y="15975"/>
                    </a:cubicBezTo>
                    <a:close/>
                    <a:moveTo>
                      <a:pt x="86149" y="74657"/>
                    </a:moveTo>
                    <a:cubicBezTo>
                      <a:pt x="83297" y="80118"/>
                      <a:pt x="79221" y="84438"/>
                      <a:pt x="74087" y="87535"/>
                    </a:cubicBezTo>
                    <a:cubicBezTo>
                      <a:pt x="68871" y="90632"/>
                      <a:pt x="62839" y="92181"/>
                      <a:pt x="55993" y="92181"/>
                    </a:cubicBezTo>
                    <a:cubicBezTo>
                      <a:pt x="50940" y="92181"/>
                      <a:pt x="46294" y="91284"/>
                      <a:pt x="42056" y="89491"/>
                    </a:cubicBezTo>
                    <a:cubicBezTo>
                      <a:pt x="37818" y="87698"/>
                      <a:pt x="34150" y="85171"/>
                      <a:pt x="31134" y="81993"/>
                    </a:cubicBezTo>
                    <a:cubicBezTo>
                      <a:pt x="28119" y="78814"/>
                      <a:pt x="25755" y="74983"/>
                      <a:pt x="24125" y="70419"/>
                    </a:cubicBezTo>
                    <a:cubicBezTo>
                      <a:pt x="22495" y="65936"/>
                      <a:pt x="21680" y="60965"/>
                      <a:pt x="21680" y="55504"/>
                    </a:cubicBezTo>
                    <a:cubicBezTo>
                      <a:pt x="21680" y="48332"/>
                      <a:pt x="23147" y="42056"/>
                      <a:pt x="26081" y="36595"/>
                    </a:cubicBezTo>
                    <a:cubicBezTo>
                      <a:pt x="29015" y="31134"/>
                      <a:pt x="33009" y="26896"/>
                      <a:pt x="38144" y="23880"/>
                    </a:cubicBezTo>
                    <a:cubicBezTo>
                      <a:pt x="43278" y="20865"/>
                      <a:pt x="49228" y="19316"/>
                      <a:pt x="55993" y="19316"/>
                    </a:cubicBezTo>
                    <a:cubicBezTo>
                      <a:pt x="61209" y="19316"/>
                      <a:pt x="65936" y="20213"/>
                      <a:pt x="70093" y="21924"/>
                    </a:cubicBezTo>
                    <a:cubicBezTo>
                      <a:pt x="74250" y="23636"/>
                      <a:pt x="77836" y="26163"/>
                      <a:pt x="80933" y="29423"/>
                    </a:cubicBezTo>
                    <a:cubicBezTo>
                      <a:pt x="84030" y="32683"/>
                      <a:pt x="86394" y="36514"/>
                      <a:pt x="88024" y="40915"/>
                    </a:cubicBezTo>
                    <a:cubicBezTo>
                      <a:pt x="89654" y="45316"/>
                      <a:pt x="90469" y="50206"/>
                      <a:pt x="90469" y="55504"/>
                    </a:cubicBezTo>
                    <a:cubicBezTo>
                      <a:pt x="90469" y="62758"/>
                      <a:pt x="89002" y="69196"/>
                      <a:pt x="86149" y="74657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A6061D3-956E-9D5B-1231-E41A4813BB0D}"/>
                  </a:ext>
                </a:extLst>
              </p:cNvPr>
              <p:cNvSpPr/>
              <p:nvPr/>
            </p:nvSpPr>
            <p:spPr>
              <a:xfrm>
                <a:off x="2686379" y="2852606"/>
                <a:ext cx="96581" cy="111496"/>
              </a:xfrm>
              <a:custGeom>
                <a:avLst/>
                <a:gdLst>
                  <a:gd name="connsiteX0" fmla="*/ 71153 w 96581"/>
                  <a:gd name="connsiteY0" fmla="*/ 89328 h 111496"/>
                  <a:gd name="connsiteX1" fmla="*/ 55585 w 96581"/>
                  <a:gd name="connsiteY1" fmla="*/ 92181 h 111496"/>
                  <a:gd name="connsiteX2" fmla="*/ 41811 w 96581"/>
                  <a:gd name="connsiteY2" fmla="*/ 89572 h 111496"/>
                  <a:gd name="connsiteX3" fmla="*/ 30971 w 96581"/>
                  <a:gd name="connsiteY3" fmla="*/ 82155 h 111496"/>
                  <a:gd name="connsiteX4" fmla="*/ 23880 w 96581"/>
                  <a:gd name="connsiteY4" fmla="*/ 70664 h 111496"/>
                  <a:gd name="connsiteX5" fmla="*/ 21435 w 96581"/>
                  <a:gd name="connsiteY5" fmla="*/ 55830 h 111496"/>
                  <a:gd name="connsiteX6" fmla="*/ 23880 w 96581"/>
                  <a:gd name="connsiteY6" fmla="*/ 41159 h 111496"/>
                  <a:gd name="connsiteX7" fmla="*/ 30971 w 96581"/>
                  <a:gd name="connsiteY7" fmla="*/ 29586 h 111496"/>
                  <a:gd name="connsiteX8" fmla="*/ 41811 w 96581"/>
                  <a:gd name="connsiteY8" fmla="*/ 22169 h 111496"/>
                  <a:gd name="connsiteX9" fmla="*/ 55422 w 96581"/>
                  <a:gd name="connsiteY9" fmla="*/ 19642 h 111496"/>
                  <a:gd name="connsiteX10" fmla="*/ 70501 w 96581"/>
                  <a:gd name="connsiteY10" fmla="*/ 22413 h 111496"/>
                  <a:gd name="connsiteX11" fmla="*/ 81422 w 96581"/>
                  <a:gd name="connsiteY11" fmla="*/ 30075 h 111496"/>
                  <a:gd name="connsiteX12" fmla="*/ 95767 w 96581"/>
                  <a:gd name="connsiteY12" fmla="*/ 15730 h 111496"/>
                  <a:gd name="connsiteX13" fmla="*/ 78488 w 96581"/>
                  <a:gd name="connsiteY13" fmla="*/ 4238 h 111496"/>
                  <a:gd name="connsiteX14" fmla="*/ 55504 w 96581"/>
                  <a:gd name="connsiteY14" fmla="*/ 0 h 111496"/>
                  <a:gd name="connsiteX15" fmla="*/ 33498 w 96581"/>
                  <a:gd name="connsiteY15" fmla="*/ 4320 h 111496"/>
                  <a:gd name="connsiteX16" fmla="*/ 15812 w 96581"/>
                  <a:gd name="connsiteY16" fmla="*/ 16138 h 111496"/>
                  <a:gd name="connsiteX17" fmla="*/ 4157 w 96581"/>
                  <a:gd name="connsiteY17" fmla="*/ 33824 h 111496"/>
                  <a:gd name="connsiteX18" fmla="*/ 0 w 96581"/>
                  <a:gd name="connsiteY18" fmla="*/ 55667 h 111496"/>
                  <a:gd name="connsiteX19" fmla="*/ 4157 w 96581"/>
                  <a:gd name="connsiteY19" fmla="*/ 77510 h 111496"/>
                  <a:gd name="connsiteX20" fmla="*/ 15893 w 96581"/>
                  <a:gd name="connsiteY20" fmla="*/ 95278 h 111496"/>
                  <a:gd name="connsiteX21" fmla="*/ 33661 w 96581"/>
                  <a:gd name="connsiteY21" fmla="*/ 107177 h 111496"/>
                  <a:gd name="connsiteX22" fmla="*/ 55830 w 96581"/>
                  <a:gd name="connsiteY22" fmla="*/ 111497 h 111496"/>
                  <a:gd name="connsiteX23" fmla="*/ 78814 w 96581"/>
                  <a:gd name="connsiteY23" fmla="*/ 107259 h 111496"/>
                  <a:gd name="connsiteX24" fmla="*/ 96582 w 96581"/>
                  <a:gd name="connsiteY24" fmla="*/ 95604 h 111496"/>
                  <a:gd name="connsiteX25" fmla="*/ 82237 w 96581"/>
                  <a:gd name="connsiteY25" fmla="*/ 81259 h 111496"/>
                  <a:gd name="connsiteX26" fmla="*/ 71153 w 96581"/>
                  <a:gd name="connsiteY26" fmla="*/ 89002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6581" h="111496">
                    <a:moveTo>
                      <a:pt x="71153" y="89328"/>
                    </a:moveTo>
                    <a:cubicBezTo>
                      <a:pt x="66833" y="91203"/>
                      <a:pt x="61698" y="92181"/>
                      <a:pt x="55585" y="92181"/>
                    </a:cubicBezTo>
                    <a:cubicBezTo>
                      <a:pt x="50532" y="92181"/>
                      <a:pt x="45968" y="91284"/>
                      <a:pt x="41811" y="89572"/>
                    </a:cubicBezTo>
                    <a:cubicBezTo>
                      <a:pt x="37655" y="87861"/>
                      <a:pt x="34068" y="85334"/>
                      <a:pt x="30971" y="82155"/>
                    </a:cubicBezTo>
                    <a:cubicBezTo>
                      <a:pt x="27874" y="78977"/>
                      <a:pt x="25511" y="75146"/>
                      <a:pt x="23880" y="70664"/>
                    </a:cubicBezTo>
                    <a:cubicBezTo>
                      <a:pt x="22250" y="66181"/>
                      <a:pt x="21435" y="61291"/>
                      <a:pt x="21435" y="55830"/>
                    </a:cubicBezTo>
                    <a:cubicBezTo>
                      <a:pt x="21435" y="50369"/>
                      <a:pt x="22250" y="45560"/>
                      <a:pt x="23880" y="41159"/>
                    </a:cubicBezTo>
                    <a:cubicBezTo>
                      <a:pt x="25511" y="36677"/>
                      <a:pt x="27874" y="32846"/>
                      <a:pt x="30971" y="29586"/>
                    </a:cubicBezTo>
                    <a:cubicBezTo>
                      <a:pt x="34068" y="26326"/>
                      <a:pt x="37655" y="23880"/>
                      <a:pt x="41811" y="22169"/>
                    </a:cubicBezTo>
                    <a:cubicBezTo>
                      <a:pt x="45968" y="20457"/>
                      <a:pt x="50532" y="19642"/>
                      <a:pt x="55422" y="19642"/>
                    </a:cubicBezTo>
                    <a:cubicBezTo>
                      <a:pt x="61128" y="19642"/>
                      <a:pt x="66181" y="20539"/>
                      <a:pt x="70501" y="22413"/>
                    </a:cubicBezTo>
                    <a:cubicBezTo>
                      <a:pt x="74820" y="24288"/>
                      <a:pt x="78488" y="26815"/>
                      <a:pt x="81422" y="30075"/>
                    </a:cubicBezTo>
                    <a:lnTo>
                      <a:pt x="95767" y="15730"/>
                    </a:lnTo>
                    <a:cubicBezTo>
                      <a:pt x="90713" y="10921"/>
                      <a:pt x="85008" y="7091"/>
                      <a:pt x="78488" y="4238"/>
                    </a:cubicBezTo>
                    <a:cubicBezTo>
                      <a:pt x="71968" y="1386"/>
                      <a:pt x="64306" y="0"/>
                      <a:pt x="55504" y="0"/>
                    </a:cubicBezTo>
                    <a:cubicBezTo>
                      <a:pt x="47598" y="0"/>
                      <a:pt x="40263" y="1467"/>
                      <a:pt x="33498" y="4320"/>
                    </a:cubicBezTo>
                    <a:cubicBezTo>
                      <a:pt x="26733" y="7172"/>
                      <a:pt x="20865" y="11166"/>
                      <a:pt x="15812" y="16138"/>
                    </a:cubicBezTo>
                    <a:cubicBezTo>
                      <a:pt x="10758" y="21191"/>
                      <a:pt x="6928" y="27059"/>
                      <a:pt x="4157" y="33824"/>
                    </a:cubicBezTo>
                    <a:cubicBezTo>
                      <a:pt x="1386" y="40589"/>
                      <a:pt x="0" y="47843"/>
                      <a:pt x="0" y="55667"/>
                    </a:cubicBezTo>
                    <a:cubicBezTo>
                      <a:pt x="0" y="63491"/>
                      <a:pt x="1386" y="70745"/>
                      <a:pt x="4157" y="77510"/>
                    </a:cubicBezTo>
                    <a:cubicBezTo>
                      <a:pt x="6928" y="84275"/>
                      <a:pt x="10840" y="90225"/>
                      <a:pt x="15893" y="95278"/>
                    </a:cubicBezTo>
                    <a:cubicBezTo>
                      <a:pt x="20946" y="100331"/>
                      <a:pt x="26896" y="104324"/>
                      <a:pt x="33661" y="107177"/>
                    </a:cubicBezTo>
                    <a:cubicBezTo>
                      <a:pt x="40426" y="110030"/>
                      <a:pt x="47843" y="111497"/>
                      <a:pt x="55830" y="111497"/>
                    </a:cubicBezTo>
                    <a:cubicBezTo>
                      <a:pt x="64469" y="111497"/>
                      <a:pt x="72131" y="110111"/>
                      <a:pt x="78814" y="107259"/>
                    </a:cubicBezTo>
                    <a:cubicBezTo>
                      <a:pt x="85497" y="104406"/>
                      <a:pt x="91447" y="100575"/>
                      <a:pt x="96582" y="95604"/>
                    </a:cubicBezTo>
                    <a:lnTo>
                      <a:pt x="82237" y="81259"/>
                    </a:lnTo>
                    <a:cubicBezTo>
                      <a:pt x="79140" y="84519"/>
                      <a:pt x="75472" y="87127"/>
                      <a:pt x="71153" y="89002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A8FD516-AF00-1AFB-3FEF-66275402485F}"/>
                  </a:ext>
                </a:extLst>
              </p:cNvPr>
              <p:cNvSpPr/>
              <p:nvPr/>
            </p:nvSpPr>
            <p:spPr>
              <a:xfrm>
                <a:off x="2805129" y="2854481"/>
                <a:ext cx="91772" cy="108155"/>
              </a:xfrm>
              <a:custGeom>
                <a:avLst/>
                <a:gdLst>
                  <a:gd name="connsiteX0" fmla="*/ 91773 w 91772"/>
                  <a:gd name="connsiteY0" fmla="*/ 108155 h 108155"/>
                  <a:gd name="connsiteX1" fmla="*/ 43767 w 91772"/>
                  <a:gd name="connsiteY1" fmla="*/ 51510 h 108155"/>
                  <a:gd name="connsiteX2" fmla="*/ 90306 w 91772"/>
                  <a:gd name="connsiteY2" fmla="*/ 0 h 108155"/>
                  <a:gd name="connsiteX3" fmla="*/ 64143 w 91772"/>
                  <a:gd name="connsiteY3" fmla="*/ 0 h 108155"/>
                  <a:gd name="connsiteX4" fmla="*/ 20865 w 91772"/>
                  <a:gd name="connsiteY4" fmla="*/ 48902 h 108155"/>
                  <a:gd name="connsiteX5" fmla="*/ 20865 w 91772"/>
                  <a:gd name="connsiteY5" fmla="*/ 0 h 108155"/>
                  <a:gd name="connsiteX6" fmla="*/ 0 w 91772"/>
                  <a:gd name="connsiteY6" fmla="*/ 0 h 108155"/>
                  <a:gd name="connsiteX7" fmla="*/ 0 w 91772"/>
                  <a:gd name="connsiteY7" fmla="*/ 108155 h 108155"/>
                  <a:gd name="connsiteX8" fmla="*/ 20865 w 91772"/>
                  <a:gd name="connsiteY8" fmla="*/ 108155 h 108155"/>
                  <a:gd name="connsiteX9" fmla="*/ 20865 w 91772"/>
                  <a:gd name="connsiteY9" fmla="*/ 54689 h 108155"/>
                  <a:gd name="connsiteX10" fmla="*/ 65366 w 91772"/>
                  <a:gd name="connsiteY10" fmla="*/ 108155 h 108155"/>
                  <a:gd name="connsiteX11" fmla="*/ 91773 w 91772"/>
                  <a:gd name="connsiteY11" fmla="*/ 108155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1772" h="108155">
                    <a:moveTo>
                      <a:pt x="91773" y="108155"/>
                    </a:moveTo>
                    <a:lnTo>
                      <a:pt x="43767" y="51510"/>
                    </a:lnTo>
                    <a:lnTo>
                      <a:pt x="90306" y="0"/>
                    </a:lnTo>
                    <a:lnTo>
                      <a:pt x="64143" y="0"/>
                    </a:lnTo>
                    <a:lnTo>
                      <a:pt x="20865" y="48902"/>
                    </a:lnTo>
                    <a:lnTo>
                      <a:pt x="20865" y="0"/>
                    </a:lnTo>
                    <a:lnTo>
                      <a:pt x="0" y="0"/>
                    </a:lnTo>
                    <a:lnTo>
                      <a:pt x="0" y="108155"/>
                    </a:lnTo>
                    <a:lnTo>
                      <a:pt x="20865" y="108155"/>
                    </a:lnTo>
                    <a:lnTo>
                      <a:pt x="20865" y="54689"/>
                    </a:lnTo>
                    <a:lnTo>
                      <a:pt x="65366" y="108155"/>
                    </a:lnTo>
                    <a:lnTo>
                      <a:pt x="91773" y="108155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62AB0DB-7FA2-F782-9D2C-4DF94B2C0500}"/>
                </a:ext>
              </a:extLst>
            </p:cNvPr>
            <p:cNvSpPr/>
            <p:nvPr/>
          </p:nvSpPr>
          <p:spPr>
            <a:xfrm>
              <a:off x="2051710" y="3023275"/>
              <a:ext cx="853913" cy="49961"/>
            </a:xfrm>
            <a:custGeom>
              <a:avLst/>
              <a:gdLst>
                <a:gd name="connsiteX0" fmla="*/ 0 w 853913"/>
                <a:gd name="connsiteY0" fmla="*/ 0 h 49961"/>
                <a:gd name="connsiteX1" fmla="*/ 853913 w 853913"/>
                <a:gd name="connsiteY1" fmla="*/ 0 h 49961"/>
                <a:gd name="connsiteX2" fmla="*/ 853913 w 853913"/>
                <a:gd name="connsiteY2" fmla="*/ 49962 h 49961"/>
                <a:gd name="connsiteX3" fmla="*/ 0 w 853913"/>
                <a:gd name="connsiteY3" fmla="*/ 49962 h 4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913" h="49961">
                  <a:moveTo>
                    <a:pt x="0" y="0"/>
                  </a:moveTo>
                  <a:lnTo>
                    <a:pt x="853913" y="0"/>
                  </a:lnTo>
                  <a:lnTo>
                    <a:pt x="853913" y="49962"/>
                  </a:lnTo>
                  <a:lnTo>
                    <a:pt x="0" y="49962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" name="Graphic 2241">
            <a:extLst>
              <a:ext uri="{FF2B5EF4-FFF2-40B4-BE49-F238E27FC236}">
                <a16:creationId xmlns:a16="http://schemas.microsoft.com/office/drawing/2014/main" id="{AD93B88E-6289-447B-38D9-CAF664AF6C90}"/>
              </a:ext>
            </a:extLst>
          </p:cNvPr>
          <p:cNvGrpSpPr/>
          <p:nvPr/>
        </p:nvGrpSpPr>
        <p:grpSpPr>
          <a:xfrm>
            <a:off x="933660" y="1509180"/>
            <a:ext cx="691802" cy="222178"/>
            <a:chOff x="8101721" y="1038418"/>
            <a:chExt cx="691802" cy="222178"/>
          </a:xfrm>
        </p:grpSpPr>
        <p:grpSp>
          <p:nvGrpSpPr>
            <p:cNvPr id="30" name="Graphic 2241">
              <a:extLst>
                <a:ext uri="{FF2B5EF4-FFF2-40B4-BE49-F238E27FC236}">
                  <a16:creationId xmlns:a16="http://schemas.microsoft.com/office/drawing/2014/main" id="{670E7B5E-6F9D-2734-64AD-8337206C3AE0}"/>
                </a:ext>
              </a:extLst>
            </p:cNvPr>
            <p:cNvGrpSpPr/>
            <p:nvPr/>
          </p:nvGrpSpPr>
          <p:grpSpPr>
            <a:xfrm>
              <a:off x="8101721" y="1038418"/>
              <a:ext cx="691394" cy="112311"/>
              <a:chOff x="8101721" y="1038418"/>
              <a:chExt cx="691394" cy="112311"/>
            </a:xfrm>
            <a:solidFill>
              <a:srgbClr val="403592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E1A8821-8F26-4BFF-BECC-59F502F08BCC}"/>
                  </a:ext>
                </a:extLst>
              </p:cNvPr>
              <p:cNvSpPr/>
              <p:nvPr/>
            </p:nvSpPr>
            <p:spPr>
              <a:xfrm>
                <a:off x="8101721" y="1038418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06 w 97396"/>
                  <a:gd name="connsiteY4" fmla="*/ 71153 h 112311"/>
                  <a:gd name="connsiteX5" fmla="*/ 21761 w 97396"/>
                  <a:gd name="connsiteY5" fmla="*/ 56156 h 112311"/>
                  <a:gd name="connsiteX6" fmla="*/ 24206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0 h 112311"/>
                  <a:gd name="connsiteX9" fmla="*/ 55993 w 97396"/>
                  <a:gd name="connsiteY9" fmla="*/ 19724 h 112311"/>
                  <a:gd name="connsiteX10" fmla="*/ 71152 w 97396"/>
                  <a:gd name="connsiteY10" fmla="*/ 22495 h 112311"/>
                  <a:gd name="connsiteX11" fmla="*/ 82155 w 97396"/>
                  <a:gd name="connsiteY11" fmla="*/ 30238 h 112311"/>
                  <a:gd name="connsiteX12" fmla="*/ 96582 w 97396"/>
                  <a:gd name="connsiteY12" fmla="*/ 15812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20 h 112311"/>
                  <a:gd name="connsiteX16" fmla="*/ 15974 w 97396"/>
                  <a:gd name="connsiteY16" fmla="*/ 16219 h 112311"/>
                  <a:gd name="connsiteX17" fmla="*/ 4156 w 97396"/>
                  <a:gd name="connsiteY17" fmla="*/ 34068 h 112311"/>
                  <a:gd name="connsiteX18" fmla="*/ 0 w 97396"/>
                  <a:gd name="connsiteY18" fmla="*/ 56074 h 112311"/>
                  <a:gd name="connsiteX19" fmla="*/ 4156 w 97396"/>
                  <a:gd name="connsiteY19" fmla="*/ 78080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6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5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773"/>
                      <a:pt x="62268" y="92751"/>
                      <a:pt x="56156" y="92751"/>
                    </a:cubicBezTo>
                    <a:cubicBezTo>
                      <a:pt x="51102" y="92751"/>
                      <a:pt x="46457" y="91855"/>
                      <a:pt x="42300" y="90143"/>
                    </a:cubicBezTo>
                    <a:cubicBezTo>
                      <a:pt x="38144" y="88350"/>
                      <a:pt x="34476" y="85905"/>
                      <a:pt x="31379" y="82726"/>
                    </a:cubicBezTo>
                    <a:cubicBezTo>
                      <a:pt x="28282" y="79547"/>
                      <a:pt x="25918" y="75635"/>
                      <a:pt x="24206" y="71153"/>
                    </a:cubicBezTo>
                    <a:cubicBezTo>
                      <a:pt x="22576" y="66670"/>
                      <a:pt x="21761" y="61698"/>
                      <a:pt x="21761" y="56156"/>
                    </a:cubicBezTo>
                    <a:cubicBezTo>
                      <a:pt x="21761" y="50614"/>
                      <a:pt x="22576" y="45805"/>
                      <a:pt x="24206" y="41322"/>
                    </a:cubicBezTo>
                    <a:cubicBezTo>
                      <a:pt x="25836" y="36840"/>
                      <a:pt x="28200" y="32927"/>
                      <a:pt x="31379" y="29667"/>
                    </a:cubicBezTo>
                    <a:cubicBezTo>
                      <a:pt x="34557" y="26407"/>
                      <a:pt x="38144" y="23962"/>
                      <a:pt x="42300" y="22250"/>
                    </a:cubicBezTo>
                    <a:cubicBezTo>
                      <a:pt x="46457" y="20539"/>
                      <a:pt x="51102" y="19724"/>
                      <a:pt x="55993" y="19724"/>
                    </a:cubicBezTo>
                    <a:cubicBezTo>
                      <a:pt x="61779" y="19724"/>
                      <a:pt x="66833" y="20620"/>
                      <a:pt x="71152" y="22495"/>
                    </a:cubicBezTo>
                    <a:cubicBezTo>
                      <a:pt x="75472" y="24370"/>
                      <a:pt x="79140" y="26978"/>
                      <a:pt x="82155" y="30238"/>
                    </a:cubicBezTo>
                    <a:lnTo>
                      <a:pt x="96582" y="15812"/>
                    </a:lnTo>
                    <a:cubicBezTo>
                      <a:pt x="91528" y="10921"/>
                      <a:pt x="85741" y="7091"/>
                      <a:pt x="79140" y="4238"/>
                    </a:cubicBezTo>
                    <a:cubicBezTo>
                      <a:pt x="72538" y="1386"/>
                      <a:pt x="64877" y="0"/>
                      <a:pt x="55993" y="0"/>
                    </a:cubicBezTo>
                    <a:cubicBezTo>
                      <a:pt x="48005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4" y="16219"/>
                    </a:cubicBezTo>
                    <a:cubicBezTo>
                      <a:pt x="10921" y="21272"/>
                      <a:pt x="7009" y="27222"/>
                      <a:pt x="4156" y="34068"/>
                    </a:cubicBezTo>
                    <a:cubicBezTo>
                      <a:pt x="1385" y="40915"/>
                      <a:pt x="0" y="48250"/>
                      <a:pt x="0" y="56074"/>
                    </a:cubicBezTo>
                    <a:cubicBezTo>
                      <a:pt x="0" y="63899"/>
                      <a:pt x="1385" y="71234"/>
                      <a:pt x="4156" y="78080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0" y="105140"/>
                      <a:pt x="33987" y="107992"/>
                    </a:cubicBezTo>
                    <a:cubicBezTo>
                      <a:pt x="40833" y="110845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0" y="105221"/>
                      <a:pt x="92181" y="101309"/>
                      <a:pt x="97396" y="96337"/>
                    </a:cubicBezTo>
                    <a:lnTo>
                      <a:pt x="82971" y="81911"/>
                    </a:lnTo>
                    <a:cubicBezTo>
                      <a:pt x="79873" y="85253"/>
                      <a:pt x="76124" y="87861"/>
                      <a:pt x="71805" y="89735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6A15E58-4367-110E-8301-F4019B5842E7}"/>
                  </a:ext>
                </a:extLst>
              </p:cNvPr>
              <p:cNvSpPr/>
              <p:nvPr/>
            </p:nvSpPr>
            <p:spPr>
              <a:xfrm>
                <a:off x="8221450" y="1040211"/>
                <a:ext cx="71070" cy="108970"/>
              </a:xfrm>
              <a:custGeom>
                <a:avLst/>
                <a:gdLst>
                  <a:gd name="connsiteX0" fmla="*/ 21109 w 71070"/>
                  <a:gd name="connsiteY0" fmla="*/ 0 h 108970"/>
                  <a:gd name="connsiteX1" fmla="*/ 0 w 71070"/>
                  <a:gd name="connsiteY1" fmla="*/ 0 h 108970"/>
                  <a:gd name="connsiteX2" fmla="*/ 0 w 71070"/>
                  <a:gd name="connsiteY2" fmla="*/ 108970 h 108970"/>
                  <a:gd name="connsiteX3" fmla="*/ 15485 w 71070"/>
                  <a:gd name="connsiteY3" fmla="*/ 108970 h 108970"/>
                  <a:gd name="connsiteX4" fmla="*/ 21109 w 71070"/>
                  <a:gd name="connsiteY4" fmla="*/ 108970 h 108970"/>
                  <a:gd name="connsiteX5" fmla="*/ 71071 w 71070"/>
                  <a:gd name="connsiteY5" fmla="*/ 108970 h 108970"/>
                  <a:gd name="connsiteX6" fmla="*/ 71071 w 71070"/>
                  <a:gd name="connsiteY6" fmla="*/ 90224 h 108970"/>
                  <a:gd name="connsiteX7" fmla="*/ 21109 w 71070"/>
                  <a:gd name="connsiteY7" fmla="*/ 90224 h 108970"/>
                  <a:gd name="connsiteX8" fmla="*/ 21109 w 71070"/>
                  <a:gd name="connsiteY8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070" h="108970">
                    <a:moveTo>
                      <a:pt x="21109" y="0"/>
                    </a:moveTo>
                    <a:lnTo>
                      <a:pt x="0" y="0"/>
                    </a:lnTo>
                    <a:lnTo>
                      <a:pt x="0" y="108970"/>
                    </a:lnTo>
                    <a:lnTo>
                      <a:pt x="15485" y="108970"/>
                    </a:lnTo>
                    <a:lnTo>
                      <a:pt x="21109" y="108970"/>
                    </a:lnTo>
                    <a:lnTo>
                      <a:pt x="71071" y="108970"/>
                    </a:lnTo>
                    <a:lnTo>
                      <a:pt x="71071" y="90224"/>
                    </a:lnTo>
                    <a:lnTo>
                      <a:pt x="21109" y="90224"/>
                    </a:lnTo>
                    <a:lnTo>
                      <a:pt x="21109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F7F3DFF-C86B-E923-6889-3B94B4698A4E}"/>
                  </a:ext>
                </a:extLst>
              </p:cNvPr>
              <p:cNvSpPr/>
              <p:nvPr/>
            </p:nvSpPr>
            <p:spPr>
              <a:xfrm>
                <a:off x="8303850" y="1040211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0990 h 108970"/>
                  <a:gd name="connsiteX10" fmla="*/ 52488 w 104976"/>
                  <a:gd name="connsiteY10" fmla="*/ 29830 h 108970"/>
                  <a:gd name="connsiteX11" fmla="*/ 68055 w 104976"/>
                  <a:gd name="connsiteY11" fmla="*/ 70990 h 108970"/>
                  <a:gd name="connsiteX12" fmla="*/ 36758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0990"/>
                    </a:moveTo>
                    <a:lnTo>
                      <a:pt x="52488" y="29830"/>
                    </a:lnTo>
                    <a:lnTo>
                      <a:pt x="68055" y="70990"/>
                    </a:lnTo>
                    <a:lnTo>
                      <a:pt x="36758" y="7099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8F2EB9F-8FCC-395A-F822-641D2089BAB0}"/>
                  </a:ext>
                </a:extLst>
              </p:cNvPr>
              <p:cNvSpPr/>
              <p:nvPr/>
            </p:nvSpPr>
            <p:spPr>
              <a:xfrm>
                <a:off x="8429447" y="1040211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10 w 85171"/>
                  <a:gd name="connsiteY8" fmla="*/ 108970 h 108970"/>
                  <a:gd name="connsiteX9" fmla="*/ 21110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028 w 85171"/>
                  <a:gd name="connsiteY15" fmla="*/ 17197 h 108970"/>
                  <a:gd name="connsiteX16" fmla="*/ 40752 w 85171"/>
                  <a:gd name="connsiteY16" fmla="*/ 17197 h 108970"/>
                  <a:gd name="connsiteX17" fmla="*/ 52651 w 85171"/>
                  <a:gd name="connsiteY17" fmla="*/ 21435 h 108970"/>
                  <a:gd name="connsiteX18" fmla="*/ 56808 w 85171"/>
                  <a:gd name="connsiteY18" fmla="*/ 32194 h 108970"/>
                  <a:gd name="connsiteX19" fmla="*/ 52651 w 85171"/>
                  <a:gd name="connsiteY19" fmla="*/ 42952 h 108970"/>
                  <a:gd name="connsiteX20" fmla="*/ 40589 w 85171"/>
                  <a:gd name="connsiteY20" fmla="*/ 46946 h 108970"/>
                  <a:gd name="connsiteX21" fmla="*/ 21028 w 85171"/>
                  <a:gd name="connsiteY21" fmla="*/ 46946 h 108970"/>
                  <a:gd name="connsiteX22" fmla="*/ 21028 w 85171"/>
                  <a:gd name="connsiteY22" fmla="*/ 1719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10" y="108970"/>
                    </a:lnTo>
                    <a:lnTo>
                      <a:pt x="21110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4" y="62513"/>
                      <a:pt x="57460" y="61372"/>
                      <a:pt x="61128" y="59498"/>
                    </a:cubicBezTo>
                    <a:close/>
                    <a:moveTo>
                      <a:pt x="21028" y="17197"/>
                    </a:moveTo>
                    <a:lnTo>
                      <a:pt x="40752" y="17197"/>
                    </a:lnTo>
                    <a:cubicBezTo>
                      <a:pt x="45887" y="17197"/>
                      <a:pt x="49880" y="18583"/>
                      <a:pt x="52651" y="21435"/>
                    </a:cubicBezTo>
                    <a:cubicBezTo>
                      <a:pt x="55422" y="24288"/>
                      <a:pt x="56808" y="27874"/>
                      <a:pt x="56808" y="32194"/>
                    </a:cubicBezTo>
                    <a:cubicBezTo>
                      <a:pt x="56808" y="36514"/>
                      <a:pt x="55422" y="40344"/>
                      <a:pt x="52651" y="42952"/>
                    </a:cubicBezTo>
                    <a:cubicBezTo>
                      <a:pt x="49880" y="45560"/>
                      <a:pt x="45805" y="46946"/>
                      <a:pt x="40589" y="46946"/>
                    </a:cubicBezTo>
                    <a:lnTo>
                      <a:pt x="21028" y="46946"/>
                    </a:lnTo>
                    <a:lnTo>
                      <a:pt x="21028" y="1719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98F76F1B-DECA-112E-7F3D-5AD3EF9751CA}"/>
                  </a:ext>
                </a:extLst>
              </p:cNvPr>
              <p:cNvSpPr/>
              <p:nvPr/>
            </p:nvSpPr>
            <p:spPr>
              <a:xfrm>
                <a:off x="8534179" y="1040211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B1E3AC3-25B1-6DF5-9825-9583156D0B0A}"/>
                  </a:ext>
                </a:extLst>
              </p:cNvPr>
              <p:cNvSpPr/>
              <p:nvPr/>
            </p:nvSpPr>
            <p:spPr>
              <a:xfrm>
                <a:off x="8577131" y="1040211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0990 h 108970"/>
                  <a:gd name="connsiteX10" fmla="*/ 52570 w 104976"/>
                  <a:gd name="connsiteY10" fmla="*/ 29830 h 108970"/>
                  <a:gd name="connsiteX11" fmla="*/ 68137 w 104976"/>
                  <a:gd name="connsiteY11" fmla="*/ 70990 h 108970"/>
                  <a:gd name="connsiteX12" fmla="*/ 36840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0990"/>
                    </a:moveTo>
                    <a:lnTo>
                      <a:pt x="52570" y="29830"/>
                    </a:lnTo>
                    <a:lnTo>
                      <a:pt x="68137" y="70990"/>
                    </a:lnTo>
                    <a:lnTo>
                      <a:pt x="36840" y="7099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1A6D302-E3EE-63F9-AC6F-22AE06D366E6}"/>
                  </a:ext>
                </a:extLst>
              </p:cNvPr>
              <p:cNvSpPr/>
              <p:nvPr/>
            </p:nvSpPr>
            <p:spPr>
              <a:xfrm>
                <a:off x="8702729" y="1040211"/>
                <a:ext cx="90387" cy="108970"/>
              </a:xfrm>
              <a:custGeom>
                <a:avLst/>
                <a:gdLst>
                  <a:gd name="connsiteX0" fmla="*/ 69278 w 90387"/>
                  <a:gd name="connsiteY0" fmla="*/ 0 h 108970"/>
                  <a:gd name="connsiteX1" fmla="*/ 69278 w 90387"/>
                  <a:gd name="connsiteY1" fmla="*/ 70338 h 108970"/>
                  <a:gd name="connsiteX2" fmla="*/ 14752 w 90387"/>
                  <a:gd name="connsiteY2" fmla="*/ 0 h 108970"/>
                  <a:gd name="connsiteX3" fmla="*/ 0 w 90387"/>
                  <a:gd name="connsiteY3" fmla="*/ 0 h 108970"/>
                  <a:gd name="connsiteX4" fmla="*/ 0 w 90387"/>
                  <a:gd name="connsiteY4" fmla="*/ 108970 h 108970"/>
                  <a:gd name="connsiteX5" fmla="*/ 21109 w 90387"/>
                  <a:gd name="connsiteY5" fmla="*/ 108970 h 108970"/>
                  <a:gd name="connsiteX6" fmla="*/ 21109 w 90387"/>
                  <a:gd name="connsiteY6" fmla="*/ 38796 h 108970"/>
                  <a:gd name="connsiteX7" fmla="*/ 75309 w 90387"/>
                  <a:gd name="connsiteY7" fmla="*/ 108970 h 108970"/>
                  <a:gd name="connsiteX8" fmla="*/ 90387 w 90387"/>
                  <a:gd name="connsiteY8" fmla="*/ 108970 h 108970"/>
                  <a:gd name="connsiteX9" fmla="*/ 90387 w 90387"/>
                  <a:gd name="connsiteY9" fmla="*/ 0 h 108970"/>
                  <a:gd name="connsiteX10" fmla="*/ 69278 w 90387"/>
                  <a:gd name="connsiteY10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278" y="0"/>
                    </a:moveTo>
                    <a:lnTo>
                      <a:pt x="69278" y="70338"/>
                    </a:lnTo>
                    <a:lnTo>
                      <a:pt x="14752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38796"/>
                    </a:lnTo>
                    <a:lnTo>
                      <a:pt x="75309" y="108970"/>
                    </a:lnTo>
                    <a:lnTo>
                      <a:pt x="90387" y="108970"/>
                    </a:lnTo>
                    <a:lnTo>
                      <a:pt x="90387" y="0"/>
                    </a:lnTo>
                    <a:lnTo>
                      <a:pt x="69278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0B2C132-8FD5-7626-2E6F-E58F47EADB95}"/>
                </a:ext>
              </a:extLst>
            </p:cNvPr>
            <p:cNvSpPr/>
            <p:nvPr/>
          </p:nvSpPr>
          <p:spPr>
            <a:xfrm>
              <a:off x="8103596" y="1210228"/>
              <a:ext cx="689927" cy="50369"/>
            </a:xfrm>
            <a:custGeom>
              <a:avLst/>
              <a:gdLst>
                <a:gd name="connsiteX0" fmla="*/ 0 w 689927"/>
                <a:gd name="connsiteY0" fmla="*/ 0 h 50369"/>
                <a:gd name="connsiteX1" fmla="*/ 689928 w 689927"/>
                <a:gd name="connsiteY1" fmla="*/ 0 h 50369"/>
                <a:gd name="connsiteX2" fmla="*/ 689928 w 689927"/>
                <a:gd name="connsiteY2" fmla="*/ 50369 h 50369"/>
                <a:gd name="connsiteX3" fmla="*/ 0 w 68992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927" h="50369">
                  <a:moveTo>
                    <a:pt x="0" y="0"/>
                  </a:moveTo>
                  <a:lnTo>
                    <a:pt x="689928" y="0"/>
                  </a:lnTo>
                  <a:lnTo>
                    <a:pt x="689928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" name="Graphic 2241">
            <a:extLst>
              <a:ext uri="{FF2B5EF4-FFF2-40B4-BE49-F238E27FC236}">
                <a16:creationId xmlns:a16="http://schemas.microsoft.com/office/drawing/2014/main" id="{DE274CDD-8E0E-B1D3-4A37-0D4F95E4156D}"/>
              </a:ext>
            </a:extLst>
          </p:cNvPr>
          <p:cNvGrpSpPr/>
          <p:nvPr/>
        </p:nvGrpSpPr>
        <p:grpSpPr>
          <a:xfrm>
            <a:off x="933660" y="2037428"/>
            <a:ext cx="671670" cy="220467"/>
            <a:chOff x="6840942" y="2249480"/>
            <a:chExt cx="671670" cy="220467"/>
          </a:xfrm>
        </p:grpSpPr>
        <p:grpSp>
          <p:nvGrpSpPr>
            <p:cNvPr id="40" name="Graphic 2241">
              <a:extLst>
                <a:ext uri="{FF2B5EF4-FFF2-40B4-BE49-F238E27FC236}">
                  <a16:creationId xmlns:a16="http://schemas.microsoft.com/office/drawing/2014/main" id="{A01D17EF-F7F2-0724-409C-4A04CF82B8F3}"/>
                </a:ext>
              </a:extLst>
            </p:cNvPr>
            <p:cNvGrpSpPr/>
            <p:nvPr/>
          </p:nvGrpSpPr>
          <p:grpSpPr>
            <a:xfrm>
              <a:off x="6840942" y="2249480"/>
              <a:ext cx="671670" cy="109051"/>
              <a:chOff x="6840942" y="2249480"/>
              <a:chExt cx="671670" cy="109051"/>
            </a:xfrm>
            <a:solidFill>
              <a:srgbClr val="403592"/>
            </a:solidFill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B6FF7DB9-9C56-F6E4-05F9-D214F2BF9837}"/>
                  </a:ext>
                </a:extLst>
              </p:cNvPr>
              <p:cNvSpPr/>
              <p:nvPr/>
            </p:nvSpPr>
            <p:spPr>
              <a:xfrm>
                <a:off x="6840942" y="2249561"/>
                <a:ext cx="85170" cy="108970"/>
              </a:xfrm>
              <a:custGeom>
                <a:avLst/>
                <a:gdLst>
                  <a:gd name="connsiteX0" fmla="*/ 61046 w 85170"/>
                  <a:gd name="connsiteY0" fmla="*/ 59498 h 108970"/>
                  <a:gd name="connsiteX1" fmla="*/ 73516 w 85170"/>
                  <a:gd name="connsiteY1" fmla="*/ 48413 h 108970"/>
                  <a:gd name="connsiteX2" fmla="*/ 77917 w 85170"/>
                  <a:gd name="connsiteY2" fmla="*/ 31786 h 108970"/>
                  <a:gd name="connsiteX3" fmla="*/ 73516 w 85170"/>
                  <a:gd name="connsiteY3" fmla="*/ 15323 h 108970"/>
                  <a:gd name="connsiteX4" fmla="*/ 61128 w 85170"/>
                  <a:gd name="connsiteY4" fmla="*/ 4075 h 108970"/>
                  <a:gd name="connsiteX5" fmla="*/ 42789 w 85170"/>
                  <a:gd name="connsiteY5" fmla="*/ 0 h 108970"/>
                  <a:gd name="connsiteX6" fmla="*/ 0 w 85170"/>
                  <a:gd name="connsiteY6" fmla="*/ 0 h 108970"/>
                  <a:gd name="connsiteX7" fmla="*/ 0 w 85170"/>
                  <a:gd name="connsiteY7" fmla="*/ 108970 h 108970"/>
                  <a:gd name="connsiteX8" fmla="*/ 21109 w 85170"/>
                  <a:gd name="connsiteY8" fmla="*/ 108970 h 108970"/>
                  <a:gd name="connsiteX9" fmla="*/ 21109 w 85170"/>
                  <a:gd name="connsiteY9" fmla="*/ 63573 h 108970"/>
                  <a:gd name="connsiteX10" fmla="*/ 24777 w 85170"/>
                  <a:gd name="connsiteY10" fmla="*/ 63573 h 108970"/>
                  <a:gd name="connsiteX11" fmla="*/ 59579 w 85170"/>
                  <a:gd name="connsiteY11" fmla="*/ 108970 h 108970"/>
                  <a:gd name="connsiteX12" fmla="*/ 85171 w 85170"/>
                  <a:gd name="connsiteY12" fmla="*/ 108970 h 108970"/>
                  <a:gd name="connsiteX13" fmla="*/ 48821 w 85170"/>
                  <a:gd name="connsiteY13" fmla="*/ 63084 h 108970"/>
                  <a:gd name="connsiteX14" fmla="*/ 61128 w 85170"/>
                  <a:gd name="connsiteY14" fmla="*/ 59498 h 108970"/>
                  <a:gd name="connsiteX15" fmla="*/ 21109 w 85170"/>
                  <a:gd name="connsiteY15" fmla="*/ 17197 h 108970"/>
                  <a:gd name="connsiteX16" fmla="*/ 40833 w 85170"/>
                  <a:gd name="connsiteY16" fmla="*/ 17197 h 108970"/>
                  <a:gd name="connsiteX17" fmla="*/ 52733 w 85170"/>
                  <a:gd name="connsiteY17" fmla="*/ 21435 h 108970"/>
                  <a:gd name="connsiteX18" fmla="*/ 56889 w 85170"/>
                  <a:gd name="connsiteY18" fmla="*/ 32194 h 108970"/>
                  <a:gd name="connsiteX19" fmla="*/ 52733 w 85170"/>
                  <a:gd name="connsiteY19" fmla="*/ 42952 h 108970"/>
                  <a:gd name="connsiteX20" fmla="*/ 40670 w 85170"/>
                  <a:gd name="connsiteY20" fmla="*/ 46946 h 108970"/>
                  <a:gd name="connsiteX21" fmla="*/ 21109 w 85170"/>
                  <a:gd name="connsiteY21" fmla="*/ 46946 h 108970"/>
                  <a:gd name="connsiteX22" fmla="*/ 21109 w 85170"/>
                  <a:gd name="connsiteY22" fmla="*/ 1719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0" h="108970">
                    <a:moveTo>
                      <a:pt x="61046" y="59498"/>
                    </a:moveTo>
                    <a:cubicBezTo>
                      <a:pt x="66425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5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3"/>
                      <a:pt x="57460" y="61372"/>
                      <a:pt x="61128" y="59498"/>
                    </a:cubicBezTo>
                    <a:close/>
                    <a:moveTo>
                      <a:pt x="21109" y="17197"/>
                    </a:moveTo>
                    <a:lnTo>
                      <a:pt x="40833" y="17197"/>
                    </a:lnTo>
                    <a:cubicBezTo>
                      <a:pt x="45968" y="17197"/>
                      <a:pt x="49962" y="18583"/>
                      <a:pt x="52733" y="21435"/>
                    </a:cubicBezTo>
                    <a:cubicBezTo>
                      <a:pt x="55504" y="24288"/>
                      <a:pt x="56889" y="27874"/>
                      <a:pt x="56889" y="32194"/>
                    </a:cubicBezTo>
                    <a:cubicBezTo>
                      <a:pt x="56889" y="36514"/>
                      <a:pt x="55504" y="40344"/>
                      <a:pt x="52733" y="42952"/>
                    </a:cubicBezTo>
                    <a:cubicBezTo>
                      <a:pt x="49962" y="45561"/>
                      <a:pt x="45887" y="46946"/>
                      <a:pt x="40670" y="46946"/>
                    </a:cubicBezTo>
                    <a:lnTo>
                      <a:pt x="21109" y="46946"/>
                    </a:lnTo>
                    <a:lnTo>
                      <a:pt x="21109" y="1719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E564155C-E7DE-D350-927F-EE2D1E2799E4}"/>
                  </a:ext>
                </a:extLst>
              </p:cNvPr>
              <p:cNvSpPr/>
              <p:nvPr/>
            </p:nvSpPr>
            <p:spPr>
              <a:xfrm>
                <a:off x="6945756" y="2249480"/>
                <a:ext cx="75798" cy="109051"/>
              </a:xfrm>
              <a:custGeom>
                <a:avLst/>
                <a:gdLst>
                  <a:gd name="connsiteX0" fmla="*/ 21109 w 75798"/>
                  <a:gd name="connsiteY0" fmla="*/ 62513 h 109051"/>
                  <a:gd name="connsiteX1" fmla="*/ 70500 w 75798"/>
                  <a:gd name="connsiteY1" fmla="*/ 62513 h 109051"/>
                  <a:gd name="connsiteX2" fmla="*/ 70500 w 75798"/>
                  <a:gd name="connsiteY2" fmla="*/ 44338 h 109051"/>
                  <a:gd name="connsiteX3" fmla="*/ 21109 w 75798"/>
                  <a:gd name="connsiteY3" fmla="*/ 44338 h 109051"/>
                  <a:gd name="connsiteX4" fmla="*/ 21109 w 75798"/>
                  <a:gd name="connsiteY4" fmla="*/ 18664 h 109051"/>
                  <a:gd name="connsiteX5" fmla="*/ 75064 w 75798"/>
                  <a:gd name="connsiteY5" fmla="*/ 18664 h 109051"/>
                  <a:gd name="connsiteX6" fmla="*/ 75064 w 75798"/>
                  <a:gd name="connsiteY6" fmla="*/ 0 h 109051"/>
                  <a:gd name="connsiteX7" fmla="*/ 21109 w 75798"/>
                  <a:gd name="connsiteY7" fmla="*/ 0 h 109051"/>
                  <a:gd name="connsiteX8" fmla="*/ 15485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2 h 109051"/>
                  <a:gd name="connsiteX11" fmla="*/ 15485 w 75798"/>
                  <a:gd name="connsiteY11" fmla="*/ 109052 h 109051"/>
                  <a:gd name="connsiteX12" fmla="*/ 21109 w 75798"/>
                  <a:gd name="connsiteY12" fmla="*/ 109052 h 109051"/>
                  <a:gd name="connsiteX13" fmla="*/ 75798 w 75798"/>
                  <a:gd name="connsiteY13" fmla="*/ 109052 h 109051"/>
                  <a:gd name="connsiteX14" fmla="*/ 75798 w 75798"/>
                  <a:gd name="connsiteY14" fmla="*/ 90387 h 109051"/>
                  <a:gd name="connsiteX15" fmla="*/ 21109 w 75798"/>
                  <a:gd name="connsiteY15" fmla="*/ 90387 h 109051"/>
                  <a:gd name="connsiteX16" fmla="*/ 21109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09" y="62513"/>
                    </a:moveTo>
                    <a:lnTo>
                      <a:pt x="70500" y="62513"/>
                    </a:lnTo>
                    <a:lnTo>
                      <a:pt x="70500" y="44338"/>
                    </a:lnTo>
                    <a:lnTo>
                      <a:pt x="21109" y="44338"/>
                    </a:lnTo>
                    <a:lnTo>
                      <a:pt x="21109" y="18664"/>
                    </a:lnTo>
                    <a:lnTo>
                      <a:pt x="75064" y="18664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109" y="109052"/>
                    </a:lnTo>
                    <a:lnTo>
                      <a:pt x="75798" y="109052"/>
                    </a:lnTo>
                    <a:lnTo>
                      <a:pt x="75798" y="90387"/>
                    </a:lnTo>
                    <a:lnTo>
                      <a:pt x="21109" y="90387"/>
                    </a:lnTo>
                    <a:lnTo>
                      <a:pt x="21109" y="6251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FE5193B-6B4B-4267-7F09-6FC80E72E276}"/>
                  </a:ext>
                </a:extLst>
              </p:cNvPr>
              <p:cNvSpPr/>
              <p:nvPr/>
            </p:nvSpPr>
            <p:spPr>
              <a:xfrm>
                <a:off x="7046820" y="2249480"/>
                <a:ext cx="70989" cy="109051"/>
              </a:xfrm>
              <a:custGeom>
                <a:avLst/>
                <a:gdLst>
                  <a:gd name="connsiteX0" fmla="*/ 21110 w 70989"/>
                  <a:gd name="connsiteY0" fmla="*/ 0 h 109051"/>
                  <a:gd name="connsiteX1" fmla="*/ 0 w 70989"/>
                  <a:gd name="connsiteY1" fmla="*/ 0 h 109051"/>
                  <a:gd name="connsiteX2" fmla="*/ 0 w 70989"/>
                  <a:gd name="connsiteY2" fmla="*/ 109052 h 109051"/>
                  <a:gd name="connsiteX3" fmla="*/ 15486 w 70989"/>
                  <a:gd name="connsiteY3" fmla="*/ 109052 h 109051"/>
                  <a:gd name="connsiteX4" fmla="*/ 21110 w 70989"/>
                  <a:gd name="connsiteY4" fmla="*/ 109052 h 109051"/>
                  <a:gd name="connsiteX5" fmla="*/ 70990 w 70989"/>
                  <a:gd name="connsiteY5" fmla="*/ 109052 h 109051"/>
                  <a:gd name="connsiteX6" fmla="*/ 70990 w 70989"/>
                  <a:gd name="connsiteY6" fmla="*/ 90306 h 109051"/>
                  <a:gd name="connsiteX7" fmla="*/ 21110 w 70989"/>
                  <a:gd name="connsiteY7" fmla="*/ 90306 h 109051"/>
                  <a:gd name="connsiteX8" fmla="*/ 21110 w 70989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051">
                    <a:moveTo>
                      <a:pt x="21110" y="0"/>
                    </a:moveTo>
                    <a:lnTo>
                      <a:pt x="0" y="0"/>
                    </a:lnTo>
                    <a:lnTo>
                      <a:pt x="0" y="109052"/>
                    </a:lnTo>
                    <a:lnTo>
                      <a:pt x="15486" y="109052"/>
                    </a:lnTo>
                    <a:lnTo>
                      <a:pt x="21110" y="109052"/>
                    </a:lnTo>
                    <a:lnTo>
                      <a:pt x="70990" y="109052"/>
                    </a:lnTo>
                    <a:lnTo>
                      <a:pt x="70990" y="90306"/>
                    </a:lnTo>
                    <a:lnTo>
                      <a:pt x="21110" y="90306"/>
                    </a:lnTo>
                    <a:lnTo>
                      <a:pt x="21110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93C44C0-30B4-187D-E18F-DE2665EACA30}"/>
                  </a:ext>
                </a:extLst>
              </p:cNvPr>
              <p:cNvSpPr/>
              <p:nvPr/>
            </p:nvSpPr>
            <p:spPr>
              <a:xfrm>
                <a:off x="7140631" y="2249480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E4EB870E-8F54-4B70-E04B-8B46468C50E7}"/>
                  </a:ext>
                </a:extLst>
              </p:cNvPr>
              <p:cNvSpPr/>
              <p:nvPr/>
            </p:nvSpPr>
            <p:spPr>
              <a:xfrm>
                <a:off x="7183583" y="2249480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1071 h 108970"/>
                  <a:gd name="connsiteX10" fmla="*/ 52570 w 104976"/>
                  <a:gd name="connsiteY10" fmla="*/ 29912 h 108970"/>
                  <a:gd name="connsiteX11" fmla="*/ 68137 w 104976"/>
                  <a:gd name="connsiteY11" fmla="*/ 71071 h 108970"/>
                  <a:gd name="connsiteX12" fmla="*/ 36840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1071"/>
                    </a:moveTo>
                    <a:lnTo>
                      <a:pt x="52570" y="29912"/>
                    </a:lnTo>
                    <a:lnTo>
                      <a:pt x="68137" y="71071"/>
                    </a:lnTo>
                    <a:lnTo>
                      <a:pt x="36840" y="7107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50FC8D7-B39E-8AF0-A862-40A702B80E97}"/>
                  </a:ext>
                </a:extLst>
              </p:cNvPr>
              <p:cNvSpPr/>
              <p:nvPr/>
            </p:nvSpPr>
            <p:spPr>
              <a:xfrm>
                <a:off x="7309180" y="2249480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110 w 90387"/>
                  <a:gd name="connsiteY4" fmla="*/ 109052 h 109051"/>
                  <a:gd name="connsiteX5" fmla="*/ 21110 w 90387"/>
                  <a:gd name="connsiteY5" fmla="*/ 38877 h 109051"/>
                  <a:gd name="connsiteX6" fmla="*/ 75310 w 90387"/>
                  <a:gd name="connsiteY6" fmla="*/ 109052 h 109051"/>
                  <a:gd name="connsiteX7" fmla="*/ 90388 w 90387"/>
                  <a:gd name="connsiteY7" fmla="*/ 109052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10" y="109052"/>
                    </a:lnTo>
                    <a:lnTo>
                      <a:pt x="21110" y="38877"/>
                    </a:lnTo>
                    <a:lnTo>
                      <a:pt x="75310" y="109052"/>
                    </a:lnTo>
                    <a:lnTo>
                      <a:pt x="90388" y="10905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78F21E2B-B28F-BD1B-4BB9-76F173B1BDC6}"/>
                  </a:ext>
                </a:extLst>
              </p:cNvPr>
              <p:cNvSpPr/>
              <p:nvPr/>
            </p:nvSpPr>
            <p:spPr>
              <a:xfrm>
                <a:off x="7421900" y="2249480"/>
                <a:ext cx="90713" cy="109051"/>
              </a:xfrm>
              <a:custGeom>
                <a:avLst/>
                <a:gdLst>
                  <a:gd name="connsiteX0" fmla="*/ 90714 w 90713"/>
                  <a:gd name="connsiteY0" fmla="*/ 0 h 109051"/>
                  <a:gd name="connsiteX1" fmla="*/ 0 w 90713"/>
                  <a:gd name="connsiteY1" fmla="*/ 0 h 109051"/>
                  <a:gd name="connsiteX2" fmla="*/ 0 w 90713"/>
                  <a:gd name="connsiteY2" fmla="*/ 18827 h 109051"/>
                  <a:gd name="connsiteX3" fmla="*/ 34721 w 90713"/>
                  <a:gd name="connsiteY3" fmla="*/ 18827 h 109051"/>
                  <a:gd name="connsiteX4" fmla="*/ 34721 w 90713"/>
                  <a:gd name="connsiteY4" fmla="*/ 109052 h 109051"/>
                  <a:gd name="connsiteX5" fmla="*/ 55911 w 90713"/>
                  <a:gd name="connsiteY5" fmla="*/ 109052 h 109051"/>
                  <a:gd name="connsiteX6" fmla="*/ 55911 w 90713"/>
                  <a:gd name="connsiteY6" fmla="*/ 18827 h 109051"/>
                  <a:gd name="connsiteX7" fmla="*/ 90714 w 90713"/>
                  <a:gd name="connsiteY7" fmla="*/ 18827 h 109051"/>
                  <a:gd name="connsiteX8" fmla="*/ 90714 w 90713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051">
                    <a:moveTo>
                      <a:pt x="90714" y="0"/>
                    </a:moveTo>
                    <a:lnTo>
                      <a:pt x="0" y="0"/>
                    </a:lnTo>
                    <a:lnTo>
                      <a:pt x="0" y="18827"/>
                    </a:lnTo>
                    <a:lnTo>
                      <a:pt x="34721" y="18827"/>
                    </a:lnTo>
                    <a:lnTo>
                      <a:pt x="34721" y="109052"/>
                    </a:lnTo>
                    <a:lnTo>
                      <a:pt x="55911" y="109052"/>
                    </a:lnTo>
                    <a:lnTo>
                      <a:pt x="55911" y="18827"/>
                    </a:lnTo>
                    <a:lnTo>
                      <a:pt x="90714" y="18827"/>
                    </a:lnTo>
                    <a:lnTo>
                      <a:pt x="90714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DF1C3E9-6364-8920-0B4F-F25A7F0E6587}"/>
                </a:ext>
              </a:extLst>
            </p:cNvPr>
            <p:cNvSpPr/>
            <p:nvPr/>
          </p:nvSpPr>
          <p:spPr>
            <a:xfrm>
              <a:off x="6841757" y="2419578"/>
              <a:ext cx="662787" cy="50369"/>
            </a:xfrm>
            <a:custGeom>
              <a:avLst/>
              <a:gdLst>
                <a:gd name="connsiteX0" fmla="*/ 0 w 662787"/>
                <a:gd name="connsiteY0" fmla="*/ 0 h 50369"/>
                <a:gd name="connsiteX1" fmla="*/ 662787 w 662787"/>
                <a:gd name="connsiteY1" fmla="*/ 0 h 50369"/>
                <a:gd name="connsiteX2" fmla="*/ 662787 w 662787"/>
                <a:gd name="connsiteY2" fmla="*/ 50369 h 50369"/>
                <a:gd name="connsiteX3" fmla="*/ 0 w 66278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787" h="50369">
                  <a:moveTo>
                    <a:pt x="0" y="0"/>
                  </a:moveTo>
                  <a:lnTo>
                    <a:pt x="662787" y="0"/>
                  </a:lnTo>
                  <a:lnTo>
                    <a:pt x="662787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" name="Graphic 2241">
            <a:extLst>
              <a:ext uri="{FF2B5EF4-FFF2-40B4-BE49-F238E27FC236}">
                <a16:creationId xmlns:a16="http://schemas.microsoft.com/office/drawing/2014/main" id="{D6660B60-C5BC-55A8-BB14-CBEC35888C7A}"/>
              </a:ext>
            </a:extLst>
          </p:cNvPr>
          <p:cNvGrpSpPr/>
          <p:nvPr/>
        </p:nvGrpSpPr>
        <p:grpSpPr>
          <a:xfrm>
            <a:off x="933660" y="908535"/>
            <a:ext cx="913899" cy="222015"/>
            <a:chOff x="7990713" y="438715"/>
            <a:chExt cx="913899" cy="222015"/>
          </a:xfrm>
        </p:grpSpPr>
        <p:grpSp>
          <p:nvGrpSpPr>
            <p:cNvPr id="50" name="Graphic 2241">
              <a:extLst>
                <a:ext uri="{FF2B5EF4-FFF2-40B4-BE49-F238E27FC236}">
                  <a16:creationId xmlns:a16="http://schemas.microsoft.com/office/drawing/2014/main" id="{EDA52197-5CDD-C5A9-5B27-077F2CBC2ADD}"/>
                </a:ext>
              </a:extLst>
            </p:cNvPr>
            <p:cNvGrpSpPr/>
            <p:nvPr/>
          </p:nvGrpSpPr>
          <p:grpSpPr>
            <a:xfrm>
              <a:off x="7990713" y="438715"/>
              <a:ext cx="913899" cy="112230"/>
              <a:chOff x="7990713" y="438715"/>
              <a:chExt cx="913899" cy="112230"/>
            </a:xfrm>
            <a:solidFill>
              <a:srgbClr val="403592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76072197-DFBE-35B1-8C80-8001CC211E1E}"/>
                  </a:ext>
                </a:extLst>
              </p:cNvPr>
              <p:cNvSpPr/>
              <p:nvPr/>
            </p:nvSpPr>
            <p:spPr>
              <a:xfrm>
                <a:off x="7990713" y="440263"/>
                <a:ext cx="103183" cy="109051"/>
              </a:xfrm>
              <a:custGeom>
                <a:avLst/>
                <a:gdLst>
                  <a:gd name="connsiteX0" fmla="*/ 80770 w 103183"/>
                  <a:gd name="connsiteY0" fmla="*/ 0 h 109051"/>
                  <a:gd name="connsiteX1" fmla="*/ 51673 w 103183"/>
                  <a:gd name="connsiteY1" fmla="*/ 76532 h 109051"/>
                  <a:gd name="connsiteX2" fmla="*/ 22903 w 103183"/>
                  <a:gd name="connsiteY2" fmla="*/ 0 h 109051"/>
                  <a:gd name="connsiteX3" fmla="*/ 0 w 103183"/>
                  <a:gd name="connsiteY3" fmla="*/ 0 h 109051"/>
                  <a:gd name="connsiteX4" fmla="*/ 43034 w 103183"/>
                  <a:gd name="connsiteY4" fmla="*/ 109052 h 109051"/>
                  <a:gd name="connsiteX5" fmla="*/ 59824 w 103183"/>
                  <a:gd name="connsiteY5" fmla="*/ 109052 h 109051"/>
                  <a:gd name="connsiteX6" fmla="*/ 103184 w 103183"/>
                  <a:gd name="connsiteY6" fmla="*/ 0 h 109051"/>
                  <a:gd name="connsiteX7" fmla="*/ 80770 w 103183"/>
                  <a:gd name="connsiteY7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183" h="109051">
                    <a:moveTo>
                      <a:pt x="80770" y="0"/>
                    </a:moveTo>
                    <a:lnTo>
                      <a:pt x="51673" y="76532"/>
                    </a:lnTo>
                    <a:lnTo>
                      <a:pt x="22903" y="0"/>
                    </a:lnTo>
                    <a:lnTo>
                      <a:pt x="0" y="0"/>
                    </a:lnTo>
                    <a:lnTo>
                      <a:pt x="43034" y="109052"/>
                    </a:lnTo>
                    <a:lnTo>
                      <a:pt x="59824" y="109052"/>
                    </a:lnTo>
                    <a:lnTo>
                      <a:pt x="103184" y="0"/>
                    </a:lnTo>
                    <a:lnTo>
                      <a:pt x="80770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6E1ADA2-3A7E-A89E-814F-DF84D9A6F464}"/>
                  </a:ext>
                </a:extLst>
              </p:cNvPr>
              <p:cNvSpPr/>
              <p:nvPr/>
            </p:nvSpPr>
            <p:spPr>
              <a:xfrm>
                <a:off x="8093489" y="440263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39 w 104976"/>
                  <a:gd name="connsiteY9" fmla="*/ 71071 h 108970"/>
                  <a:gd name="connsiteX10" fmla="*/ 52570 w 104976"/>
                  <a:gd name="connsiteY10" fmla="*/ 29912 h 108970"/>
                  <a:gd name="connsiteX11" fmla="*/ 68137 w 104976"/>
                  <a:gd name="connsiteY11" fmla="*/ 71071 h 108970"/>
                  <a:gd name="connsiteX12" fmla="*/ 36839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39" y="71071"/>
                    </a:moveTo>
                    <a:lnTo>
                      <a:pt x="52570" y="29912"/>
                    </a:lnTo>
                    <a:lnTo>
                      <a:pt x="68137" y="71071"/>
                    </a:lnTo>
                    <a:lnTo>
                      <a:pt x="36839" y="7107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0B29602C-8D4A-3F59-FEB5-C38EF5D73E52}"/>
                  </a:ext>
                </a:extLst>
              </p:cNvPr>
              <p:cNvSpPr/>
              <p:nvPr/>
            </p:nvSpPr>
            <p:spPr>
              <a:xfrm>
                <a:off x="8219086" y="440263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671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028 w 90387"/>
                  <a:gd name="connsiteY4" fmla="*/ 109052 h 109051"/>
                  <a:gd name="connsiteX5" fmla="*/ 21028 w 90387"/>
                  <a:gd name="connsiteY5" fmla="*/ 38877 h 109051"/>
                  <a:gd name="connsiteX6" fmla="*/ 75309 w 90387"/>
                  <a:gd name="connsiteY6" fmla="*/ 109052 h 109051"/>
                  <a:gd name="connsiteX7" fmla="*/ 90388 w 90387"/>
                  <a:gd name="connsiteY7" fmla="*/ 109052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671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028" y="109052"/>
                    </a:lnTo>
                    <a:lnTo>
                      <a:pt x="21028" y="38877"/>
                    </a:lnTo>
                    <a:lnTo>
                      <a:pt x="75309" y="109052"/>
                    </a:lnTo>
                    <a:lnTo>
                      <a:pt x="90388" y="10905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4087C748-B529-4FB9-FE4F-39F9CDEF7713}"/>
                  </a:ext>
                </a:extLst>
              </p:cNvPr>
              <p:cNvSpPr/>
              <p:nvPr/>
            </p:nvSpPr>
            <p:spPr>
              <a:xfrm>
                <a:off x="8331806" y="440263"/>
                <a:ext cx="90631" cy="109051"/>
              </a:xfrm>
              <a:custGeom>
                <a:avLst/>
                <a:gdLst>
                  <a:gd name="connsiteX0" fmla="*/ 90632 w 90631"/>
                  <a:gd name="connsiteY0" fmla="*/ 18827 h 109051"/>
                  <a:gd name="connsiteX1" fmla="*/ 90632 w 90631"/>
                  <a:gd name="connsiteY1" fmla="*/ 0 h 109051"/>
                  <a:gd name="connsiteX2" fmla="*/ 0 w 90631"/>
                  <a:gd name="connsiteY2" fmla="*/ 0 h 109051"/>
                  <a:gd name="connsiteX3" fmla="*/ 0 w 90631"/>
                  <a:gd name="connsiteY3" fmla="*/ 18827 h 109051"/>
                  <a:gd name="connsiteX4" fmla="*/ 34721 w 90631"/>
                  <a:gd name="connsiteY4" fmla="*/ 18827 h 109051"/>
                  <a:gd name="connsiteX5" fmla="*/ 34721 w 90631"/>
                  <a:gd name="connsiteY5" fmla="*/ 109052 h 109051"/>
                  <a:gd name="connsiteX6" fmla="*/ 55911 w 90631"/>
                  <a:gd name="connsiteY6" fmla="*/ 109052 h 109051"/>
                  <a:gd name="connsiteX7" fmla="*/ 55911 w 90631"/>
                  <a:gd name="connsiteY7" fmla="*/ 18827 h 109051"/>
                  <a:gd name="connsiteX8" fmla="*/ 90632 w 90631"/>
                  <a:gd name="connsiteY8" fmla="*/ 1882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631" h="109051">
                    <a:moveTo>
                      <a:pt x="90632" y="18827"/>
                    </a:moveTo>
                    <a:lnTo>
                      <a:pt x="90632" y="0"/>
                    </a:lnTo>
                    <a:lnTo>
                      <a:pt x="0" y="0"/>
                    </a:lnTo>
                    <a:lnTo>
                      <a:pt x="0" y="18827"/>
                    </a:lnTo>
                    <a:lnTo>
                      <a:pt x="34721" y="18827"/>
                    </a:lnTo>
                    <a:lnTo>
                      <a:pt x="34721" y="109052"/>
                    </a:lnTo>
                    <a:lnTo>
                      <a:pt x="55911" y="109052"/>
                    </a:lnTo>
                    <a:lnTo>
                      <a:pt x="55911" y="18827"/>
                    </a:lnTo>
                    <a:lnTo>
                      <a:pt x="90632" y="1882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329606A-6F23-5DF7-20CC-5BAB6A54CD1F}"/>
                  </a:ext>
                </a:extLst>
              </p:cNvPr>
              <p:cNvSpPr/>
              <p:nvPr/>
            </p:nvSpPr>
            <p:spPr>
              <a:xfrm>
                <a:off x="8422519" y="440263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1071 h 108970"/>
                  <a:gd name="connsiteX10" fmla="*/ 52488 w 104976"/>
                  <a:gd name="connsiteY10" fmla="*/ 29912 h 108970"/>
                  <a:gd name="connsiteX11" fmla="*/ 68055 w 104976"/>
                  <a:gd name="connsiteY11" fmla="*/ 71071 h 108970"/>
                  <a:gd name="connsiteX12" fmla="*/ 36758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1071"/>
                    </a:moveTo>
                    <a:lnTo>
                      <a:pt x="52488" y="29912"/>
                    </a:lnTo>
                    <a:lnTo>
                      <a:pt x="68055" y="71071"/>
                    </a:lnTo>
                    <a:lnTo>
                      <a:pt x="36758" y="7107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C0CC2CF-6887-A764-D05C-F9CB866900D8}"/>
                  </a:ext>
                </a:extLst>
              </p:cNvPr>
              <p:cNvSpPr/>
              <p:nvPr/>
            </p:nvSpPr>
            <p:spPr>
              <a:xfrm>
                <a:off x="8536217" y="438715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1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5 w 110029"/>
                  <a:gd name="connsiteY15" fmla="*/ 0 h 112230"/>
                  <a:gd name="connsiteX16" fmla="*/ 34720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5 h 112230"/>
                  <a:gd name="connsiteX19" fmla="*/ 0 w 110029"/>
                  <a:gd name="connsiteY19" fmla="*/ 55830 h 112230"/>
                  <a:gd name="connsiteX20" fmla="*/ 4319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0 h 112230"/>
                  <a:gd name="connsiteX24" fmla="*/ 83785 w 110029"/>
                  <a:gd name="connsiteY24" fmla="*/ 105629 h 112230"/>
                  <a:gd name="connsiteX25" fmla="*/ 103020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1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8" y="69604"/>
                      <a:pt x="21761" y="63165"/>
                      <a:pt x="21761" y="55830"/>
                    </a:cubicBezTo>
                    <a:cubicBezTo>
                      <a:pt x="21761" y="48495"/>
                      <a:pt x="23228" y="42382"/>
                      <a:pt x="26244" y="36921"/>
                    </a:cubicBezTo>
                    <a:cubicBezTo>
                      <a:pt x="29260" y="31460"/>
                      <a:pt x="33416" y="27141"/>
                      <a:pt x="38714" y="24125"/>
                    </a:cubicBezTo>
                    <a:cubicBezTo>
                      <a:pt x="44012" y="21109"/>
                      <a:pt x="50124" y="19561"/>
                      <a:pt x="57053" y="19561"/>
                    </a:cubicBezTo>
                    <a:cubicBezTo>
                      <a:pt x="63165" y="19561"/>
                      <a:pt x="68707" y="20783"/>
                      <a:pt x="73761" y="23147"/>
                    </a:cubicBezTo>
                    <a:cubicBezTo>
                      <a:pt x="78814" y="25511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3"/>
                      <a:pt x="81911" y="4972"/>
                    </a:cubicBezTo>
                    <a:cubicBezTo>
                      <a:pt x="74413" y="1630"/>
                      <a:pt x="66181" y="0"/>
                      <a:pt x="57215" y="0"/>
                    </a:cubicBezTo>
                    <a:cubicBezTo>
                      <a:pt x="49146" y="0"/>
                      <a:pt x="41648" y="1386"/>
                      <a:pt x="34720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0" y="21191"/>
                      <a:pt x="7335" y="27141"/>
                      <a:pt x="4401" y="33905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19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4" y="110763"/>
                      <a:pt x="48087" y="112230"/>
                      <a:pt x="55748" y="112230"/>
                    </a:cubicBezTo>
                    <a:cubicBezTo>
                      <a:pt x="66262" y="112230"/>
                      <a:pt x="75635" y="110030"/>
                      <a:pt x="83785" y="105629"/>
                    </a:cubicBezTo>
                    <a:cubicBezTo>
                      <a:pt x="91936" y="101227"/>
                      <a:pt x="98374" y="94626"/>
                      <a:pt x="103020" y="85823"/>
                    </a:cubicBezTo>
                    <a:cubicBezTo>
                      <a:pt x="107666" y="77021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7F783E7-01E4-61EB-8726-4393B543AD9F}"/>
                  </a:ext>
                </a:extLst>
              </p:cNvPr>
              <p:cNvSpPr/>
              <p:nvPr/>
            </p:nvSpPr>
            <p:spPr>
              <a:xfrm>
                <a:off x="8670209" y="440263"/>
                <a:ext cx="75798" cy="109051"/>
              </a:xfrm>
              <a:custGeom>
                <a:avLst/>
                <a:gdLst>
                  <a:gd name="connsiteX0" fmla="*/ 21109 w 75798"/>
                  <a:gd name="connsiteY0" fmla="*/ 62513 h 109051"/>
                  <a:gd name="connsiteX1" fmla="*/ 70582 w 75798"/>
                  <a:gd name="connsiteY1" fmla="*/ 62513 h 109051"/>
                  <a:gd name="connsiteX2" fmla="*/ 70582 w 75798"/>
                  <a:gd name="connsiteY2" fmla="*/ 44338 h 109051"/>
                  <a:gd name="connsiteX3" fmla="*/ 21109 w 75798"/>
                  <a:gd name="connsiteY3" fmla="*/ 44338 h 109051"/>
                  <a:gd name="connsiteX4" fmla="*/ 21109 w 75798"/>
                  <a:gd name="connsiteY4" fmla="*/ 18664 h 109051"/>
                  <a:gd name="connsiteX5" fmla="*/ 75064 w 75798"/>
                  <a:gd name="connsiteY5" fmla="*/ 18664 h 109051"/>
                  <a:gd name="connsiteX6" fmla="*/ 75064 w 75798"/>
                  <a:gd name="connsiteY6" fmla="*/ 0 h 109051"/>
                  <a:gd name="connsiteX7" fmla="*/ 21109 w 75798"/>
                  <a:gd name="connsiteY7" fmla="*/ 0 h 109051"/>
                  <a:gd name="connsiteX8" fmla="*/ 15485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2 h 109051"/>
                  <a:gd name="connsiteX11" fmla="*/ 15485 w 75798"/>
                  <a:gd name="connsiteY11" fmla="*/ 109052 h 109051"/>
                  <a:gd name="connsiteX12" fmla="*/ 21109 w 75798"/>
                  <a:gd name="connsiteY12" fmla="*/ 109052 h 109051"/>
                  <a:gd name="connsiteX13" fmla="*/ 75798 w 75798"/>
                  <a:gd name="connsiteY13" fmla="*/ 109052 h 109051"/>
                  <a:gd name="connsiteX14" fmla="*/ 75798 w 75798"/>
                  <a:gd name="connsiteY14" fmla="*/ 90387 h 109051"/>
                  <a:gd name="connsiteX15" fmla="*/ 21109 w 75798"/>
                  <a:gd name="connsiteY15" fmla="*/ 90387 h 109051"/>
                  <a:gd name="connsiteX16" fmla="*/ 21109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09" y="62513"/>
                    </a:moveTo>
                    <a:lnTo>
                      <a:pt x="70582" y="62513"/>
                    </a:lnTo>
                    <a:lnTo>
                      <a:pt x="70582" y="44338"/>
                    </a:lnTo>
                    <a:lnTo>
                      <a:pt x="21109" y="44338"/>
                    </a:lnTo>
                    <a:lnTo>
                      <a:pt x="21109" y="18664"/>
                    </a:lnTo>
                    <a:lnTo>
                      <a:pt x="75064" y="18664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109" y="109052"/>
                    </a:lnTo>
                    <a:lnTo>
                      <a:pt x="75798" y="109052"/>
                    </a:lnTo>
                    <a:lnTo>
                      <a:pt x="75798" y="90387"/>
                    </a:lnTo>
                    <a:lnTo>
                      <a:pt x="21109" y="90387"/>
                    </a:lnTo>
                    <a:lnTo>
                      <a:pt x="21109" y="6251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F5576E0-C449-7E7D-83D9-FF8B0DC384FA}"/>
                  </a:ext>
                </a:extLst>
              </p:cNvPr>
              <p:cNvSpPr/>
              <p:nvPr/>
            </p:nvSpPr>
            <p:spPr>
              <a:xfrm>
                <a:off x="8801104" y="440263"/>
                <a:ext cx="103509" cy="109051"/>
              </a:xfrm>
              <a:custGeom>
                <a:avLst/>
                <a:gdLst>
                  <a:gd name="connsiteX0" fmla="*/ 103509 w 103509"/>
                  <a:gd name="connsiteY0" fmla="*/ 109052 h 109051"/>
                  <a:gd name="connsiteX1" fmla="*/ 65692 w 103509"/>
                  <a:gd name="connsiteY1" fmla="*/ 52244 h 109051"/>
                  <a:gd name="connsiteX2" fmla="*/ 101716 w 103509"/>
                  <a:gd name="connsiteY2" fmla="*/ 0 h 109051"/>
                  <a:gd name="connsiteX3" fmla="*/ 77673 w 103509"/>
                  <a:gd name="connsiteY3" fmla="*/ 0 h 109051"/>
                  <a:gd name="connsiteX4" fmla="*/ 52733 w 103509"/>
                  <a:gd name="connsiteY4" fmla="*/ 37655 h 109051"/>
                  <a:gd name="connsiteX5" fmla="*/ 27140 w 103509"/>
                  <a:gd name="connsiteY5" fmla="*/ 0 h 109051"/>
                  <a:gd name="connsiteX6" fmla="*/ 1956 w 103509"/>
                  <a:gd name="connsiteY6" fmla="*/ 0 h 109051"/>
                  <a:gd name="connsiteX7" fmla="*/ 39284 w 103509"/>
                  <a:gd name="connsiteY7" fmla="*/ 53059 h 109051"/>
                  <a:gd name="connsiteX8" fmla="*/ 0 w 103509"/>
                  <a:gd name="connsiteY8" fmla="*/ 109052 h 109051"/>
                  <a:gd name="connsiteX9" fmla="*/ 23880 w 103509"/>
                  <a:gd name="connsiteY9" fmla="*/ 109052 h 109051"/>
                  <a:gd name="connsiteX10" fmla="*/ 52080 w 103509"/>
                  <a:gd name="connsiteY10" fmla="*/ 67566 h 109051"/>
                  <a:gd name="connsiteX11" fmla="*/ 78732 w 103509"/>
                  <a:gd name="connsiteY11" fmla="*/ 109052 h 109051"/>
                  <a:gd name="connsiteX12" fmla="*/ 103509 w 103509"/>
                  <a:gd name="connsiteY12" fmla="*/ 10905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3509" h="109051">
                    <a:moveTo>
                      <a:pt x="103509" y="109052"/>
                    </a:moveTo>
                    <a:lnTo>
                      <a:pt x="65692" y="52244"/>
                    </a:lnTo>
                    <a:lnTo>
                      <a:pt x="101716" y="0"/>
                    </a:lnTo>
                    <a:lnTo>
                      <a:pt x="77673" y="0"/>
                    </a:lnTo>
                    <a:lnTo>
                      <a:pt x="52733" y="37655"/>
                    </a:lnTo>
                    <a:lnTo>
                      <a:pt x="27140" y="0"/>
                    </a:lnTo>
                    <a:lnTo>
                      <a:pt x="1956" y="0"/>
                    </a:lnTo>
                    <a:lnTo>
                      <a:pt x="39284" y="53059"/>
                    </a:lnTo>
                    <a:lnTo>
                      <a:pt x="0" y="109052"/>
                    </a:lnTo>
                    <a:lnTo>
                      <a:pt x="23880" y="109052"/>
                    </a:lnTo>
                    <a:lnTo>
                      <a:pt x="52080" y="67566"/>
                    </a:lnTo>
                    <a:lnTo>
                      <a:pt x="78732" y="109052"/>
                    </a:lnTo>
                    <a:lnTo>
                      <a:pt x="103509" y="109052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0923D5F-DABB-E644-B386-59E25C10DC67}"/>
                </a:ext>
              </a:extLst>
            </p:cNvPr>
            <p:cNvSpPr/>
            <p:nvPr/>
          </p:nvSpPr>
          <p:spPr>
            <a:xfrm>
              <a:off x="7992588" y="610361"/>
              <a:ext cx="910884" cy="50369"/>
            </a:xfrm>
            <a:custGeom>
              <a:avLst/>
              <a:gdLst>
                <a:gd name="connsiteX0" fmla="*/ 0 w 910884"/>
                <a:gd name="connsiteY0" fmla="*/ 0 h 50369"/>
                <a:gd name="connsiteX1" fmla="*/ 910884 w 910884"/>
                <a:gd name="connsiteY1" fmla="*/ 0 h 50369"/>
                <a:gd name="connsiteX2" fmla="*/ 910884 w 910884"/>
                <a:gd name="connsiteY2" fmla="*/ 50369 h 50369"/>
                <a:gd name="connsiteX3" fmla="*/ 0 w 910884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0884" h="50369">
                  <a:moveTo>
                    <a:pt x="0" y="0"/>
                  </a:moveTo>
                  <a:lnTo>
                    <a:pt x="910884" y="0"/>
                  </a:lnTo>
                  <a:lnTo>
                    <a:pt x="910884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0" name="Graphic 2241">
            <a:extLst>
              <a:ext uri="{FF2B5EF4-FFF2-40B4-BE49-F238E27FC236}">
                <a16:creationId xmlns:a16="http://schemas.microsoft.com/office/drawing/2014/main" id="{23E10FC2-5FE9-E4B9-BEA1-EC0BE30638DC}"/>
              </a:ext>
            </a:extLst>
          </p:cNvPr>
          <p:cNvGrpSpPr/>
          <p:nvPr/>
        </p:nvGrpSpPr>
        <p:grpSpPr>
          <a:xfrm>
            <a:off x="4692329" y="908535"/>
            <a:ext cx="724811" cy="220467"/>
            <a:chOff x="8085257" y="1646353"/>
            <a:chExt cx="724811" cy="220467"/>
          </a:xfrm>
        </p:grpSpPr>
        <p:grpSp>
          <p:nvGrpSpPr>
            <p:cNvPr id="61" name="Graphic 2241">
              <a:extLst>
                <a:ext uri="{FF2B5EF4-FFF2-40B4-BE49-F238E27FC236}">
                  <a16:creationId xmlns:a16="http://schemas.microsoft.com/office/drawing/2014/main" id="{24DAE0FB-FAF8-986F-9E51-9843753375EB}"/>
                </a:ext>
              </a:extLst>
            </p:cNvPr>
            <p:cNvGrpSpPr/>
            <p:nvPr/>
          </p:nvGrpSpPr>
          <p:grpSpPr>
            <a:xfrm>
              <a:off x="8087947" y="1646353"/>
              <a:ext cx="719350" cy="110681"/>
              <a:chOff x="8087947" y="1646353"/>
              <a:chExt cx="719350" cy="110681"/>
            </a:xfrm>
            <a:solidFill>
              <a:srgbClr val="403592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2B19A3F-10B3-EA82-80E9-BF944BE3905B}"/>
                  </a:ext>
                </a:extLst>
              </p:cNvPr>
              <p:cNvSpPr/>
              <p:nvPr/>
            </p:nvSpPr>
            <p:spPr>
              <a:xfrm>
                <a:off x="8087947" y="1646353"/>
                <a:ext cx="70989" cy="109051"/>
              </a:xfrm>
              <a:custGeom>
                <a:avLst/>
                <a:gdLst>
                  <a:gd name="connsiteX0" fmla="*/ 21028 w 70989"/>
                  <a:gd name="connsiteY0" fmla="*/ 0 h 109051"/>
                  <a:gd name="connsiteX1" fmla="*/ 0 w 70989"/>
                  <a:gd name="connsiteY1" fmla="*/ 0 h 109051"/>
                  <a:gd name="connsiteX2" fmla="*/ 0 w 70989"/>
                  <a:gd name="connsiteY2" fmla="*/ 109052 h 109051"/>
                  <a:gd name="connsiteX3" fmla="*/ 15485 w 70989"/>
                  <a:gd name="connsiteY3" fmla="*/ 109052 h 109051"/>
                  <a:gd name="connsiteX4" fmla="*/ 21028 w 70989"/>
                  <a:gd name="connsiteY4" fmla="*/ 109052 h 109051"/>
                  <a:gd name="connsiteX5" fmla="*/ 70989 w 70989"/>
                  <a:gd name="connsiteY5" fmla="*/ 109052 h 109051"/>
                  <a:gd name="connsiteX6" fmla="*/ 70989 w 70989"/>
                  <a:gd name="connsiteY6" fmla="*/ 90306 h 109051"/>
                  <a:gd name="connsiteX7" fmla="*/ 21028 w 70989"/>
                  <a:gd name="connsiteY7" fmla="*/ 90306 h 109051"/>
                  <a:gd name="connsiteX8" fmla="*/ 21028 w 70989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051">
                    <a:moveTo>
                      <a:pt x="21028" y="0"/>
                    </a:move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028" y="109052"/>
                    </a:lnTo>
                    <a:lnTo>
                      <a:pt x="70989" y="109052"/>
                    </a:lnTo>
                    <a:lnTo>
                      <a:pt x="70989" y="90306"/>
                    </a:lnTo>
                    <a:lnTo>
                      <a:pt x="21028" y="90306"/>
                    </a:lnTo>
                    <a:lnTo>
                      <a:pt x="21028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FFAED7F-3E4F-6549-F037-89729395F2FB}"/>
                  </a:ext>
                </a:extLst>
              </p:cNvPr>
              <p:cNvSpPr/>
              <p:nvPr/>
            </p:nvSpPr>
            <p:spPr>
              <a:xfrm>
                <a:off x="8176378" y="1646353"/>
                <a:ext cx="88675" cy="110681"/>
              </a:xfrm>
              <a:custGeom>
                <a:avLst/>
                <a:gdLst>
                  <a:gd name="connsiteX0" fmla="*/ 67485 w 88675"/>
                  <a:gd name="connsiteY0" fmla="*/ 67648 h 110681"/>
                  <a:gd name="connsiteX1" fmla="*/ 64469 w 88675"/>
                  <a:gd name="connsiteY1" fmla="*/ 80037 h 110681"/>
                  <a:gd name="connsiteX2" fmla="*/ 56400 w 88675"/>
                  <a:gd name="connsiteY2" fmla="*/ 88187 h 110681"/>
                  <a:gd name="connsiteX3" fmla="*/ 44664 w 88675"/>
                  <a:gd name="connsiteY3" fmla="*/ 91039 h 110681"/>
                  <a:gd name="connsiteX4" fmla="*/ 32765 w 88675"/>
                  <a:gd name="connsiteY4" fmla="*/ 88187 h 110681"/>
                  <a:gd name="connsiteX5" fmla="*/ 24369 w 88675"/>
                  <a:gd name="connsiteY5" fmla="*/ 80037 h 110681"/>
                  <a:gd name="connsiteX6" fmla="*/ 21272 w 88675"/>
                  <a:gd name="connsiteY6" fmla="*/ 67485 h 110681"/>
                  <a:gd name="connsiteX7" fmla="*/ 21272 w 88675"/>
                  <a:gd name="connsiteY7" fmla="*/ 0 h 110681"/>
                  <a:gd name="connsiteX8" fmla="*/ 0 w 88675"/>
                  <a:gd name="connsiteY8" fmla="*/ 0 h 110681"/>
                  <a:gd name="connsiteX9" fmla="*/ 0 w 88675"/>
                  <a:gd name="connsiteY9" fmla="*/ 66833 h 110681"/>
                  <a:gd name="connsiteX10" fmla="*/ 5787 w 88675"/>
                  <a:gd name="connsiteY10" fmla="*/ 89328 h 110681"/>
                  <a:gd name="connsiteX11" fmla="*/ 21680 w 88675"/>
                  <a:gd name="connsiteY11" fmla="*/ 104977 h 110681"/>
                  <a:gd name="connsiteX12" fmla="*/ 44664 w 88675"/>
                  <a:gd name="connsiteY12" fmla="*/ 110682 h 110681"/>
                  <a:gd name="connsiteX13" fmla="*/ 67485 w 88675"/>
                  <a:gd name="connsiteY13" fmla="*/ 104977 h 110681"/>
                  <a:gd name="connsiteX14" fmla="*/ 83052 w 88675"/>
                  <a:gd name="connsiteY14" fmla="*/ 89409 h 110681"/>
                  <a:gd name="connsiteX15" fmla="*/ 88676 w 88675"/>
                  <a:gd name="connsiteY15" fmla="*/ 66996 h 110681"/>
                  <a:gd name="connsiteX16" fmla="*/ 88676 w 88675"/>
                  <a:gd name="connsiteY16" fmla="*/ 0 h 110681"/>
                  <a:gd name="connsiteX17" fmla="*/ 67404 w 88675"/>
                  <a:gd name="connsiteY17" fmla="*/ 0 h 110681"/>
                  <a:gd name="connsiteX18" fmla="*/ 67404 w 88675"/>
                  <a:gd name="connsiteY18" fmla="*/ 67567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8675" h="110681">
                    <a:moveTo>
                      <a:pt x="67485" y="67648"/>
                    </a:moveTo>
                    <a:cubicBezTo>
                      <a:pt x="67485" y="72375"/>
                      <a:pt x="66507" y="76532"/>
                      <a:pt x="64469" y="80037"/>
                    </a:cubicBezTo>
                    <a:cubicBezTo>
                      <a:pt x="62432" y="83541"/>
                      <a:pt x="59742" y="86231"/>
                      <a:pt x="56400" y="88187"/>
                    </a:cubicBezTo>
                    <a:cubicBezTo>
                      <a:pt x="53059" y="90143"/>
                      <a:pt x="49147" y="91039"/>
                      <a:pt x="44664" y="91039"/>
                    </a:cubicBezTo>
                    <a:cubicBezTo>
                      <a:pt x="40181" y="91039"/>
                      <a:pt x="36269" y="90061"/>
                      <a:pt x="32765" y="88187"/>
                    </a:cubicBezTo>
                    <a:cubicBezTo>
                      <a:pt x="29260" y="86312"/>
                      <a:pt x="26489" y="83541"/>
                      <a:pt x="24369" y="80037"/>
                    </a:cubicBezTo>
                    <a:cubicBezTo>
                      <a:pt x="22250" y="76532"/>
                      <a:pt x="21272" y="72375"/>
                      <a:pt x="21272" y="67485"/>
                    </a:cubicBezTo>
                    <a:lnTo>
                      <a:pt x="21272" y="0"/>
                    </a:lnTo>
                    <a:lnTo>
                      <a:pt x="0" y="0"/>
                    </a:lnTo>
                    <a:lnTo>
                      <a:pt x="0" y="66833"/>
                    </a:lnTo>
                    <a:cubicBezTo>
                      <a:pt x="0" y="75228"/>
                      <a:pt x="1956" y="82726"/>
                      <a:pt x="5787" y="89328"/>
                    </a:cubicBezTo>
                    <a:cubicBezTo>
                      <a:pt x="9699" y="95930"/>
                      <a:pt x="14997" y="101146"/>
                      <a:pt x="21680" y="104977"/>
                    </a:cubicBezTo>
                    <a:cubicBezTo>
                      <a:pt x="28363" y="108807"/>
                      <a:pt x="36024" y="110682"/>
                      <a:pt x="44664" y="110682"/>
                    </a:cubicBezTo>
                    <a:cubicBezTo>
                      <a:pt x="53303" y="110682"/>
                      <a:pt x="60802" y="108807"/>
                      <a:pt x="67485" y="104977"/>
                    </a:cubicBezTo>
                    <a:cubicBezTo>
                      <a:pt x="74087" y="101146"/>
                      <a:pt x="79303" y="95930"/>
                      <a:pt x="83052" y="89409"/>
                    </a:cubicBezTo>
                    <a:cubicBezTo>
                      <a:pt x="86802" y="82808"/>
                      <a:pt x="88676" y="75391"/>
                      <a:pt x="88676" y="66996"/>
                    </a:cubicBezTo>
                    <a:lnTo>
                      <a:pt x="88676" y="0"/>
                    </a:lnTo>
                    <a:lnTo>
                      <a:pt x="67404" y="0"/>
                    </a:lnTo>
                    <a:lnTo>
                      <a:pt x="67404" y="6756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BE8C824-3D6E-0A22-4681-C0AC5A0FE965}"/>
                  </a:ext>
                </a:extLst>
              </p:cNvPr>
              <p:cNvSpPr/>
              <p:nvPr/>
            </p:nvSpPr>
            <p:spPr>
              <a:xfrm>
                <a:off x="8293662" y="1646353"/>
                <a:ext cx="109459" cy="109051"/>
              </a:xfrm>
              <a:custGeom>
                <a:avLst/>
                <a:gdLst>
                  <a:gd name="connsiteX0" fmla="*/ 54770 w 109459"/>
                  <a:gd name="connsiteY0" fmla="*/ 63899 h 109051"/>
                  <a:gd name="connsiteX1" fmla="*/ 14915 w 109459"/>
                  <a:gd name="connsiteY1" fmla="*/ 0 h 109051"/>
                  <a:gd name="connsiteX2" fmla="*/ 0 w 109459"/>
                  <a:gd name="connsiteY2" fmla="*/ 0 h 109051"/>
                  <a:gd name="connsiteX3" fmla="*/ 0 w 109459"/>
                  <a:gd name="connsiteY3" fmla="*/ 109052 h 109051"/>
                  <a:gd name="connsiteX4" fmla="*/ 21109 w 109459"/>
                  <a:gd name="connsiteY4" fmla="*/ 109052 h 109051"/>
                  <a:gd name="connsiteX5" fmla="*/ 21109 w 109459"/>
                  <a:gd name="connsiteY5" fmla="*/ 43930 h 109051"/>
                  <a:gd name="connsiteX6" fmla="*/ 47435 w 109459"/>
                  <a:gd name="connsiteY6" fmla="*/ 86720 h 109051"/>
                  <a:gd name="connsiteX7" fmla="*/ 62024 w 109459"/>
                  <a:gd name="connsiteY7" fmla="*/ 86720 h 109051"/>
                  <a:gd name="connsiteX8" fmla="*/ 88350 w 109459"/>
                  <a:gd name="connsiteY8" fmla="*/ 44175 h 109051"/>
                  <a:gd name="connsiteX9" fmla="*/ 88350 w 109459"/>
                  <a:gd name="connsiteY9" fmla="*/ 109052 h 109051"/>
                  <a:gd name="connsiteX10" fmla="*/ 109459 w 109459"/>
                  <a:gd name="connsiteY10" fmla="*/ 109052 h 109051"/>
                  <a:gd name="connsiteX11" fmla="*/ 109459 w 109459"/>
                  <a:gd name="connsiteY11" fmla="*/ 0 h 109051"/>
                  <a:gd name="connsiteX12" fmla="*/ 94544 w 109459"/>
                  <a:gd name="connsiteY12" fmla="*/ 0 h 109051"/>
                  <a:gd name="connsiteX13" fmla="*/ 54770 w 109459"/>
                  <a:gd name="connsiteY13" fmla="*/ 6389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9459" h="109051">
                    <a:moveTo>
                      <a:pt x="54770" y="63899"/>
                    </a:moveTo>
                    <a:lnTo>
                      <a:pt x="1491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43930"/>
                    </a:lnTo>
                    <a:lnTo>
                      <a:pt x="47435" y="86720"/>
                    </a:lnTo>
                    <a:lnTo>
                      <a:pt x="62024" y="86720"/>
                    </a:lnTo>
                    <a:lnTo>
                      <a:pt x="88350" y="44175"/>
                    </a:lnTo>
                    <a:lnTo>
                      <a:pt x="88350" y="109052"/>
                    </a:lnTo>
                    <a:lnTo>
                      <a:pt x="109459" y="109052"/>
                    </a:lnTo>
                    <a:lnTo>
                      <a:pt x="109459" y="0"/>
                    </a:lnTo>
                    <a:lnTo>
                      <a:pt x="94544" y="0"/>
                    </a:lnTo>
                    <a:lnTo>
                      <a:pt x="54770" y="6389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4AF0898-95B0-2CEB-66A1-F51D47866DCB}"/>
                  </a:ext>
                </a:extLst>
              </p:cNvPr>
              <p:cNvSpPr/>
              <p:nvPr/>
            </p:nvSpPr>
            <p:spPr>
              <a:xfrm>
                <a:off x="8433196" y="1646353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797ED7F-8E5B-11EA-7355-29E9BB3E2758}"/>
                  </a:ext>
                </a:extLst>
              </p:cNvPr>
              <p:cNvSpPr/>
              <p:nvPr/>
            </p:nvSpPr>
            <p:spPr>
              <a:xfrm>
                <a:off x="8484380" y="1646353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671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028 w 90387"/>
                  <a:gd name="connsiteY4" fmla="*/ 109052 h 109051"/>
                  <a:gd name="connsiteX5" fmla="*/ 21028 w 90387"/>
                  <a:gd name="connsiteY5" fmla="*/ 38877 h 109051"/>
                  <a:gd name="connsiteX6" fmla="*/ 75310 w 90387"/>
                  <a:gd name="connsiteY6" fmla="*/ 109052 h 109051"/>
                  <a:gd name="connsiteX7" fmla="*/ 90388 w 90387"/>
                  <a:gd name="connsiteY7" fmla="*/ 109052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671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028" y="109052"/>
                    </a:lnTo>
                    <a:lnTo>
                      <a:pt x="21028" y="38877"/>
                    </a:lnTo>
                    <a:lnTo>
                      <a:pt x="75310" y="109052"/>
                    </a:lnTo>
                    <a:lnTo>
                      <a:pt x="90388" y="10905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03E8D23-9179-7940-305D-084031CA2CB3}"/>
                  </a:ext>
                </a:extLst>
              </p:cNvPr>
              <p:cNvSpPr/>
              <p:nvPr/>
            </p:nvSpPr>
            <p:spPr>
              <a:xfrm>
                <a:off x="8596611" y="1646353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1071 h 108970"/>
                  <a:gd name="connsiteX10" fmla="*/ 52570 w 104976"/>
                  <a:gd name="connsiteY10" fmla="*/ 29912 h 108970"/>
                  <a:gd name="connsiteX11" fmla="*/ 68137 w 104976"/>
                  <a:gd name="connsiteY11" fmla="*/ 71071 h 108970"/>
                  <a:gd name="connsiteX12" fmla="*/ 36840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1071"/>
                    </a:moveTo>
                    <a:lnTo>
                      <a:pt x="52570" y="29912"/>
                    </a:lnTo>
                    <a:lnTo>
                      <a:pt x="68137" y="71071"/>
                    </a:lnTo>
                    <a:lnTo>
                      <a:pt x="36840" y="7107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75316E84-B6B1-958C-C4C1-514184A9D513}"/>
                  </a:ext>
                </a:extLst>
              </p:cNvPr>
              <p:cNvSpPr/>
              <p:nvPr/>
            </p:nvSpPr>
            <p:spPr>
              <a:xfrm>
                <a:off x="8722208" y="1646435"/>
                <a:ext cx="85089" cy="108970"/>
              </a:xfrm>
              <a:custGeom>
                <a:avLst/>
                <a:gdLst>
                  <a:gd name="connsiteX0" fmla="*/ 59498 w 85089"/>
                  <a:gd name="connsiteY0" fmla="*/ 108970 h 108970"/>
                  <a:gd name="connsiteX1" fmla="*/ 85090 w 85089"/>
                  <a:gd name="connsiteY1" fmla="*/ 108970 h 108970"/>
                  <a:gd name="connsiteX2" fmla="*/ 48739 w 85089"/>
                  <a:gd name="connsiteY2" fmla="*/ 63084 h 108970"/>
                  <a:gd name="connsiteX3" fmla="*/ 61047 w 85089"/>
                  <a:gd name="connsiteY3" fmla="*/ 59498 h 108970"/>
                  <a:gd name="connsiteX4" fmla="*/ 73516 w 85089"/>
                  <a:gd name="connsiteY4" fmla="*/ 48413 h 108970"/>
                  <a:gd name="connsiteX5" fmla="*/ 77918 w 85089"/>
                  <a:gd name="connsiteY5" fmla="*/ 31786 h 108970"/>
                  <a:gd name="connsiteX6" fmla="*/ 73516 w 85089"/>
                  <a:gd name="connsiteY6" fmla="*/ 15323 h 108970"/>
                  <a:gd name="connsiteX7" fmla="*/ 61128 w 85089"/>
                  <a:gd name="connsiteY7" fmla="*/ 4075 h 108970"/>
                  <a:gd name="connsiteX8" fmla="*/ 42789 w 85089"/>
                  <a:gd name="connsiteY8" fmla="*/ 0 h 108970"/>
                  <a:gd name="connsiteX9" fmla="*/ 0 w 85089"/>
                  <a:gd name="connsiteY9" fmla="*/ 0 h 108970"/>
                  <a:gd name="connsiteX10" fmla="*/ 0 w 85089"/>
                  <a:gd name="connsiteY10" fmla="*/ 108970 h 108970"/>
                  <a:gd name="connsiteX11" fmla="*/ 21110 w 85089"/>
                  <a:gd name="connsiteY11" fmla="*/ 108970 h 108970"/>
                  <a:gd name="connsiteX12" fmla="*/ 21110 w 85089"/>
                  <a:gd name="connsiteY12" fmla="*/ 63573 h 108970"/>
                  <a:gd name="connsiteX13" fmla="*/ 24777 w 85089"/>
                  <a:gd name="connsiteY13" fmla="*/ 63573 h 108970"/>
                  <a:gd name="connsiteX14" fmla="*/ 59580 w 85089"/>
                  <a:gd name="connsiteY14" fmla="*/ 108970 h 108970"/>
                  <a:gd name="connsiteX15" fmla="*/ 21028 w 85089"/>
                  <a:gd name="connsiteY15" fmla="*/ 17197 h 108970"/>
                  <a:gd name="connsiteX16" fmla="*/ 40752 w 85089"/>
                  <a:gd name="connsiteY16" fmla="*/ 17197 h 108970"/>
                  <a:gd name="connsiteX17" fmla="*/ 52651 w 85089"/>
                  <a:gd name="connsiteY17" fmla="*/ 21435 h 108970"/>
                  <a:gd name="connsiteX18" fmla="*/ 56808 w 85089"/>
                  <a:gd name="connsiteY18" fmla="*/ 32194 h 108970"/>
                  <a:gd name="connsiteX19" fmla="*/ 52651 w 85089"/>
                  <a:gd name="connsiteY19" fmla="*/ 42952 h 108970"/>
                  <a:gd name="connsiteX20" fmla="*/ 40589 w 85089"/>
                  <a:gd name="connsiteY20" fmla="*/ 46865 h 108970"/>
                  <a:gd name="connsiteX21" fmla="*/ 21028 w 85089"/>
                  <a:gd name="connsiteY21" fmla="*/ 46865 h 108970"/>
                  <a:gd name="connsiteX22" fmla="*/ 21028 w 85089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089" h="108970">
                    <a:moveTo>
                      <a:pt x="59498" y="108970"/>
                    </a:moveTo>
                    <a:lnTo>
                      <a:pt x="85090" y="108970"/>
                    </a:lnTo>
                    <a:lnTo>
                      <a:pt x="48739" y="63084"/>
                    </a:lnTo>
                    <a:cubicBezTo>
                      <a:pt x="53222" y="62513"/>
                      <a:pt x="57379" y="61372"/>
                      <a:pt x="61047" y="59498"/>
                    </a:cubicBez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8" y="38144"/>
                      <a:pt x="77918" y="31786"/>
                    </a:cubicBezTo>
                    <a:cubicBezTo>
                      <a:pt x="77918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10" y="108970"/>
                    </a:lnTo>
                    <a:lnTo>
                      <a:pt x="21110" y="63573"/>
                    </a:lnTo>
                    <a:lnTo>
                      <a:pt x="24777" y="63573"/>
                    </a:lnTo>
                    <a:lnTo>
                      <a:pt x="59580" y="108970"/>
                    </a:lnTo>
                    <a:close/>
                    <a:moveTo>
                      <a:pt x="21028" y="17197"/>
                    </a:moveTo>
                    <a:lnTo>
                      <a:pt x="40752" y="17197"/>
                    </a:lnTo>
                    <a:cubicBezTo>
                      <a:pt x="45887" y="17197"/>
                      <a:pt x="49881" y="18583"/>
                      <a:pt x="52651" y="21435"/>
                    </a:cubicBezTo>
                    <a:cubicBezTo>
                      <a:pt x="55423" y="24288"/>
                      <a:pt x="56808" y="27874"/>
                      <a:pt x="56808" y="32194"/>
                    </a:cubicBezTo>
                    <a:cubicBezTo>
                      <a:pt x="56808" y="36514"/>
                      <a:pt x="55423" y="40344"/>
                      <a:pt x="52651" y="42952"/>
                    </a:cubicBezTo>
                    <a:cubicBezTo>
                      <a:pt x="49881" y="45561"/>
                      <a:pt x="45805" y="46865"/>
                      <a:pt x="40589" y="46865"/>
                    </a:cubicBezTo>
                    <a:lnTo>
                      <a:pt x="21028" y="46865"/>
                    </a:lnTo>
                    <a:lnTo>
                      <a:pt x="21028" y="1711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ECC4E32-2B41-49B4-7834-1F37A4DA8610}"/>
                </a:ext>
              </a:extLst>
            </p:cNvPr>
            <p:cNvSpPr/>
            <p:nvPr/>
          </p:nvSpPr>
          <p:spPr>
            <a:xfrm>
              <a:off x="8085257" y="1816451"/>
              <a:ext cx="724811" cy="50369"/>
            </a:xfrm>
            <a:custGeom>
              <a:avLst/>
              <a:gdLst>
                <a:gd name="connsiteX0" fmla="*/ 0 w 724811"/>
                <a:gd name="connsiteY0" fmla="*/ 0 h 50369"/>
                <a:gd name="connsiteX1" fmla="*/ 724811 w 724811"/>
                <a:gd name="connsiteY1" fmla="*/ 0 h 50369"/>
                <a:gd name="connsiteX2" fmla="*/ 724811 w 724811"/>
                <a:gd name="connsiteY2" fmla="*/ 50369 h 50369"/>
                <a:gd name="connsiteX3" fmla="*/ 0 w 72481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4811" h="50369">
                  <a:moveTo>
                    <a:pt x="0" y="0"/>
                  </a:moveTo>
                  <a:lnTo>
                    <a:pt x="724811" y="0"/>
                  </a:lnTo>
                  <a:lnTo>
                    <a:pt x="72481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0" name="Graphic 2241">
            <a:extLst>
              <a:ext uri="{FF2B5EF4-FFF2-40B4-BE49-F238E27FC236}">
                <a16:creationId xmlns:a16="http://schemas.microsoft.com/office/drawing/2014/main" id="{4F28ADB5-8931-2F1F-4871-C6ECE798D058}"/>
              </a:ext>
            </a:extLst>
          </p:cNvPr>
          <p:cNvGrpSpPr/>
          <p:nvPr/>
        </p:nvGrpSpPr>
        <p:grpSpPr>
          <a:xfrm>
            <a:off x="8450241" y="1509180"/>
            <a:ext cx="254535" cy="222178"/>
            <a:chOff x="5335408" y="2247768"/>
            <a:chExt cx="254535" cy="222178"/>
          </a:xfrm>
        </p:grpSpPr>
        <p:grpSp>
          <p:nvGrpSpPr>
            <p:cNvPr id="71" name="Graphic 2241">
              <a:extLst>
                <a:ext uri="{FF2B5EF4-FFF2-40B4-BE49-F238E27FC236}">
                  <a16:creationId xmlns:a16="http://schemas.microsoft.com/office/drawing/2014/main" id="{6D193309-37F4-2CDC-6E7C-043160F296C3}"/>
                </a:ext>
              </a:extLst>
            </p:cNvPr>
            <p:cNvGrpSpPr/>
            <p:nvPr/>
          </p:nvGrpSpPr>
          <p:grpSpPr>
            <a:xfrm>
              <a:off x="5335408" y="2247768"/>
              <a:ext cx="254535" cy="112311"/>
              <a:chOff x="5335408" y="2247768"/>
              <a:chExt cx="254535" cy="112311"/>
            </a:xfrm>
            <a:solidFill>
              <a:srgbClr val="403592"/>
            </a:solidFill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D08A3D67-7E2C-111A-B4A7-1D4286ED5A57}"/>
                  </a:ext>
                </a:extLst>
              </p:cNvPr>
              <p:cNvSpPr/>
              <p:nvPr/>
            </p:nvSpPr>
            <p:spPr>
              <a:xfrm>
                <a:off x="5335408" y="2249480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1071 h 108970"/>
                  <a:gd name="connsiteX10" fmla="*/ 52488 w 104976"/>
                  <a:gd name="connsiteY10" fmla="*/ 29912 h 108970"/>
                  <a:gd name="connsiteX11" fmla="*/ 68056 w 104976"/>
                  <a:gd name="connsiteY11" fmla="*/ 71071 h 108970"/>
                  <a:gd name="connsiteX12" fmla="*/ 36758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1071"/>
                    </a:moveTo>
                    <a:lnTo>
                      <a:pt x="52488" y="29912"/>
                    </a:lnTo>
                    <a:lnTo>
                      <a:pt x="68056" y="71071"/>
                    </a:lnTo>
                    <a:lnTo>
                      <a:pt x="36758" y="7107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87944239-E73E-9DB7-6B42-96F520C7E830}"/>
                  </a:ext>
                </a:extLst>
              </p:cNvPr>
              <p:cNvSpPr/>
              <p:nvPr/>
            </p:nvSpPr>
            <p:spPr>
              <a:xfrm>
                <a:off x="5449106" y="2247768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88 w 97396"/>
                  <a:gd name="connsiteY4" fmla="*/ 71153 h 112311"/>
                  <a:gd name="connsiteX5" fmla="*/ 21843 w 97396"/>
                  <a:gd name="connsiteY5" fmla="*/ 56156 h 112311"/>
                  <a:gd name="connsiteX6" fmla="*/ 24288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0 h 112311"/>
                  <a:gd name="connsiteX9" fmla="*/ 55993 w 97396"/>
                  <a:gd name="connsiteY9" fmla="*/ 19724 h 112311"/>
                  <a:gd name="connsiteX10" fmla="*/ 71152 w 97396"/>
                  <a:gd name="connsiteY10" fmla="*/ 22495 h 112311"/>
                  <a:gd name="connsiteX11" fmla="*/ 82156 w 97396"/>
                  <a:gd name="connsiteY11" fmla="*/ 30238 h 112311"/>
                  <a:gd name="connsiteX12" fmla="*/ 96582 w 97396"/>
                  <a:gd name="connsiteY12" fmla="*/ 15812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20 h 112311"/>
                  <a:gd name="connsiteX16" fmla="*/ 15975 w 97396"/>
                  <a:gd name="connsiteY16" fmla="*/ 16219 h 112311"/>
                  <a:gd name="connsiteX17" fmla="*/ 4157 w 97396"/>
                  <a:gd name="connsiteY17" fmla="*/ 34068 h 112311"/>
                  <a:gd name="connsiteX18" fmla="*/ 0 w 97396"/>
                  <a:gd name="connsiteY18" fmla="*/ 56074 h 112311"/>
                  <a:gd name="connsiteX19" fmla="*/ 4157 w 97396"/>
                  <a:gd name="connsiteY19" fmla="*/ 78080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7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5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854"/>
                      <a:pt x="62269" y="92751"/>
                      <a:pt x="56156" y="92751"/>
                    </a:cubicBezTo>
                    <a:cubicBezTo>
                      <a:pt x="51103" y="92751"/>
                      <a:pt x="46457" y="91854"/>
                      <a:pt x="42300" y="90143"/>
                    </a:cubicBezTo>
                    <a:cubicBezTo>
                      <a:pt x="38144" y="88431"/>
                      <a:pt x="34476" y="85905"/>
                      <a:pt x="31379" y="82726"/>
                    </a:cubicBezTo>
                    <a:cubicBezTo>
                      <a:pt x="28282" y="79547"/>
                      <a:pt x="25918" y="75717"/>
                      <a:pt x="24288" y="71153"/>
                    </a:cubicBezTo>
                    <a:cubicBezTo>
                      <a:pt x="22658" y="66670"/>
                      <a:pt x="21843" y="61698"/>
                      <a:pt x="21843" y="56156"/>
                    </a:cubicBezTo>
                    <a:cubicBezTo>
                      <a:pt x="21843" y="50614"/>
                      <a:pt x="22658" y="45805"/>
                      <a:pt x="24288" y="41322"/>
                    </a:cubicBezTo>
                    <a:cubicBezTo>
                      <a:pt x="25918" y="36840"/>
                      <a:pt x="28282" y="32927"/>
                      <a:pt x="31379" y="29667"/>
                    </a:cubicBezTo>
                    <a:cubicBezTo>
                      <a:pt x="34476" y="26407"/>
                      <a:pt x="38144" y="23962"/>
                      <a:pt x="42300" y="22250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2" y="22495"/>
                    </a:cubicBezTo>
                    <a:cubicBezTo>
                      <a:pt x="75472" y="24369"/>
                      <a:pt x="79140" y="26978"/>
                      <a:pt x="82156" y="30238"/>
                    </a:cubicBezTo>
                    <a:lnTo>
                      <a:pt x="96582" y="15812"/>
                    </a:lnTo>
                    <a:cubicBezTo>
                      <a:pt x="91528" y="10921"/>
                      <a:pt x="85742" y="7091"/>
                      <a:pt x="79140" y="4238"/>
                    </a:cubicBezTo>
                    <a:cubicBezTo>
                      <a:pt x="72538" y="1386"/>
                      <a:pt x="64877" y="0"/>
                      <a:pt x="55993" y="0"/>
                    </a:cubicBezTo>
                    <a:cubicBezTo>
                      <a:pt x="48005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1" y="21272"/>
                      <a:pt x="7009" y="27222"/>
                      <a:pt x="4157" y="34068"/>
                    </a:cubicBezTo>
                    <a:cubicBezTo>
                      <a:pt x="1304" y="40915"/>
                      <a:pt x="0" y="48250"/>
                      <a:pt x="0" y="56074"/>
                    </a:cubicBezTo>
                    <a:cubicBezTo>
                      <a:pt x="0" y="63899"/>
                      <a:pt x="1385" y="71234"/>
                      <a:pt x="4157" y="78080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1" y="105140"/>
                      <a:pt x="33987" y="107992"/>
                    </a:cubicBezTo>
                    <a:cubicBezTo>
                      <a:pt x="40833" y="110845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ubicBezTo>
                      <a:pt x="79873" y="85253"/>
                      <a:pt x="76124" y="87861"/>
                      <a:pt x="71805" y="89735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D0817F6-AE3A-911F-41BC-E2AA370F7FC6}"/>
                  </a:ext>
                </a:extLst>
              </p:cNvPr>
              <p:cNvSpPr/>
              <p:nvPr/>
            </p:nvSpPr>
            <p:spPr>
              <a:xfrm>
                <a:off x="5568834" y="2249480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6132ACF-E7E9-AD35-5B2C-5E32DB96946E}"/>
                </a:ext>
              </a:extLst>
            </p:cNvPr>
            <p:cNvSpPr/>
            <p:nvPr/>
          </p:nvSpPr>
          <p:spPr>
            <a:xfrm>
              <a:off x="5337201" y="2419578"/>
              <a:ext cx="251927" cy="50369"/>
            </a:xfrm>
            <a:custGeom>
              <a:avLst/>
              <a:gdLst>
                <a:gd name="connsiteX0" fmla="*/ 0 w 251927"/>
                <a:gd name="connsiteY0" fmla="*/ 0 h 50369"/>
                <a:gd name="connsiteX1" fmla="*/ 251928 w 251927"/>
                <a:gd name="connsiteY1" fmla="*/ 0 h 50369"/>
                <a:gd name="connsiteX2" fmla="*/ 251928 w 251927"/>
                <a:gd name="connsiteY2" fmla="*/ 50369 h 50369"/>
                <a:gd name="connsiteX3" fmla="*/ 0 w 25192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927" h="50369">
                  <a:moveTo>
                    <a:pt x="0" y="0"/>
                  </a:moveTo>
                  <a:lnTo>
                    <a:pt x="251928" y="0"/>
                  </a:lnTo>
                  <a:lnTo>
                    <a:pt x="251928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6" name="Graphic 2241">
            <a:extLst>
              <a:ext uri="{FF2B5EF4-FFF2-40B4-BE49-F238E27FC236}">
                <a16:creationId xmlns:a16="http://schemas.microsoft.com/office/drawing/2014/main" id="{99277C3E-3704-1F96-D56A-D1F140E172DB}"/>
              </a:ext>
            </a:extLst>
          </p:cNvPr>
          <p:cNvGrpSpPr/>
          <p:nvPr/>
        </p:nvGrpSpPr>
        <p:grpSpPr>
          <a:xfrm>
            <a:off x="8450241" y="2564165"/>
            <a:ext cx="810634" cy="222097"/>
            <a:chOff x="3643394" y="2851139"/>
            <a:chExt cx="810634" cy="222097"/>
          </a:xfrm>
        </p:grpSpPr>
        <p:grpSp>
          <p:nvGrpSpPr>
            <p:cNvPr id="77" name="Graphic 2241">
              <a:extLst>
                <a:ext uri="{FF2B5EF4-FFF2-40B4-BE49-F238E27FC236}">
                  <a16:creationId xmlns:a16="http://schemas.microsoft.com/office/drawing/2014/main" id="{0B421D4F-7391-9C06-8F1B-86D9E8425909}"/>
                </a:ext>
              </a:extLst>
            </p:cNvPr>
            <p:cNvGrpSpPr/>
            <p:nvPr/>
          </p:nvGrpSpPr>
          <p:grpSpPr>
            <a:xfrm>
              <a:off x="3643394" y="2851139"/>
              <a:ext cx="807782" cy="112230"/>
              <a:chOff x="3643394" y="2851139"/>
              <a:chExt cx="807782" cy="112230"/>
            </a:xfrm>
            <a:solidFill>
              <a:srgbClr val="403592"/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77072312-F579-57CC-FEE7-B7CDCFD3C469}"/>
                  </a:ext>
                </a:extLst>
              </p:cNvPr>
              <p:cNvSpPr/>
              <p:nvPr/>
            </p:nvSpPr>
            <p:spPr>
              <a:xfrm>
                <a:off x="3643394" y="2852769"/>
                <a:ext cx="73027" cy="109051"/>
              </a:xfrm>
              <a:custGeom>
                <a:avLst/>
                <a:gdLst>
                  <a:gd name="connsiteX0" fmla="*/ 15486 w 73027"/>
                  <a:gd name="connsiteY0" fmla="*/ 0 h 109051"/>
                  <a:gd name="connsiteX1" fmla="*/ 0 w 73027"/>
                  <a:gd name="connsiteY1" fmla="*/ 0 h 109051"/>
                  <a:gd name="connsiteX2" fmla="*/ 0 w 73027"/>
                  <a:gd name="connsiteY2" fmla="*/ 109052 h 109051"/>
                  <a:gd name="connsiteX3" fmla="*/ 21109 w 73027"/>
                  <a:gd name="connsiteY3" fmla="*/ 109052 h 109051"/>
                  <a:gd name="connsiteX4" fmla="*/ 21109 w 73027"/>
                  <a:gd name="connsiteY4" fmla="*/ 64388 h 109051"/>
                  <a:gd name="connsiteX5" fmla="*/ 70338 w 73027"/>
                  <a:gd name="connsiteY5" fmla="*/ 64388 h 109051"/>
                  <a:gd name="connsiteX6" fmla="*/ 70338 w 73027"/>
                  <a:gd name="connsiteY6" fmla="*/ 45805 h 109051"/>
                  <a:gd name="connsiteX7" fmla="*/ 21109 w 73027"/>
                  <a:gd name="connsiteY7" fmla="*/ 45805 h 109051"/>
                  <a:gd name="connsiteX8" fmla="*/ 21109 w 73027"/>
                  <a:gd name="connsiteY8" fmla="*/ 18664 h 109051"/>
                  <a:gd name="connsiteX9" fmla="*/ 73027 w 73027"/>
                  <a:gd name="connsiteY9" fmla="*/ 18664 h 109051"/>
                  <a:gd name="connsiteX10" fmla="*/ 73027 w 73027"/>
                  <a:gd name="connsiteY10" fmla="*/ 0 h 109051"/>
                  <a:gd name="connsiteX11" fmla="*/ 21109 w 73027"/>
                  <a:gd name="connsiteY11" fmla="*/ 0 h 109051"/>
                  <a:gd name="connsiteX12" fmla="*/ 15486 w 73027"/>
                  <a:gd name="connsiteY12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027" h="109051">
                    <a:moveTo>
                      <a:pt x="15486" y="0"/>
                    </a:move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64388"/>
                    </a:lnTo>
                    <a:lnTo>
                      <a:pt x="70338" y="64388"/>
                    </a:lnTo>
                    <a:lnTo>
                      <a:pt x="70338" y="45805"/>
                    </a:lnTo>
                    <a:lnTo>
                      <a:pt x="21109" y="45805"/>
                    </a:lnTo>
                    <a:lnTo>
                      <a:pt x="21109" y="18664"/>
                    </a:lnTo>
                    <a:lnTo>
                      <a:pt x="73027" y="18664"/>
                    </a:lnTo>
                    <a:lnTo>
                      <a:pt x="73027" y="0"/>
                    </a:lnTo>
                    <a:lnTo>
                      <a:pt x="21109" y="0"/>
                    </a:lnTo>
                    <a:lnTo>
                      <a:pt x="15486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631DD61-03C3-9DAB-0432-96C24898B85C}"/>
                  </a:ext>
                </a:extLst>
              </p:cNvPr>
              <p:cNvSpPr/>
              <p:nvPr/>
            </p:nvSpPr>
            <p:spPr>
              <a:xfrm>
                <a:off x="3740709" y="2852769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B7056314-4B21-E449-5128-BE4F0C1C15D1}"/>
                  </a:ext>
                </a:extLst>
              </p:cNvPr>
              <p:cNvSpPr/>
              <p:nvPr/>
            </p:nvSpPr>
            <p:spPr>
              <a:xfrm>
                <a:off x="3791975" y="2852851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09 w 85171"/>
                  <a:gd name="connsiteY8" fmla="*/ 108970 h 108970"/>
                  <a:gd name="connsiteX9" fmla="*/ 21109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028 w 85171"/>
                  <a:gd name="connsiteY15" fmla="*/ 17197 h 108970"/>
                  <a:gd name="connsiteX16" fmla="*/ 40752 w 85171"/>
                  <a:gd name="connsiteY16" fmla="*/ 17197 h 108970"/>
                  <a:gd name="connsiteX17" fmla="*/ 52651 w 85171"/>
                  <a:gd name="connsiteY17" fmla="*/ 21435 h 108970"/>
                  <a:gd name="connsiteX18" fmla="*/ 56808 w 85171"/>
                  <a:gd name="connsiteY18" fmla="*/ 32194 h 108970"/>
                  <a:gd name="connsiteX19" fmla="*/ 52651 w 85171"/>
                  <a:gd name="connsiteY19" fmla="*/ 42952 h 108970"/>
                  <a:gd name="connsiteX20" fmla="*/ 40589 w 85171"/>
                  <a:gd name="connsiteY20" fmla="*/ 46946 h 108970"/>
                  <a:gd name="connsiteX21" fmla="*/ 21028 w 85171"/>
                  <a:gd name="connsiteY21" fmla="*/ 46946 h 108970"/>
                  <a:gd name="connsiteX22" fmla="*/ 21028 w 85171"/>
                  <a:gd name="connsiteY22" fmla="*/ 1719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5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5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3"/>
                      <a:pt x="57460" y="61372"/>
                      <a:pt x="61128" y="59498"/>
                    </a:cubicBezTo>
                    <a:close/>
                    <a:moveTo>
                      <a:pt x="21028" y="17197"/>
                    </a:moveTo>
                    <a:lnTo>
                      <a:pt x="40752" y="17197"/>
                    </a:lnTo>
                    <a:cubicBezTo>
                      <a:pt x="45887" y="17197"/>
                      <a:pt x="49880" y="18583"/>
                      <a:pt x="52651" y="21435"/>
                    </a:cubicBezTo>
                    <a:cubicBezTo>
                      <a:pt x="55422" y="24288"/>
                      <a:pt x="56808" y="27874"/>
                      <a:pt x="56808" y="32194"/>
                    </a:cubicBezTo>
                    <a:cubicBezTo>
                      <a:pt x="56808" y="36514"/>
                      <a:pt x="55422" y="40344"/>
                      <a:pt x="52651" y="42952"/>
                    </a:cubicBezTo>
                    <a:cubicBezTo>
                      <a:pt x="49880" y="45560"/>
                      <a:pt x="45805" y="46946"/>
                      <a:pt x="40589" y="46946"/>
                    </a:cubicBezTo>
                    <a:lnTo>
                      <a:pt x="21028" y="46946"/>
                    </a:lnTo>
                    <a:lnTo>
                      <a:pt x="21028" y="1719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0F10005F-4FEA-A7FA-CD54-27E3B743DA53}"/>
                  </a:ext>
                </a:extLst>
              </p:cNvPr>
              <p:cNvSpPr/>
              <p:nvPr/>
            </p:nvSpPr>
            <p:spPr>
              <a:xfrm>
                <a:off x="3885948" y="2851139"/>
                <a:ext cx="79465" cy="112230"/>
              </a:xfrm>
              <a:custGeom>
                <a:avLst/>
                <a:gdLst>
                  <a:gd name="connsiteX0" fmla="*/ 69441 w 79465"/>
                  <a:gd name="connsiteY0" fmla="*/ 55830 h 112230"/>
                  <a:gd name="connsiteX1" fmla="*/ 59416 w 79465"/>
                  <a:gd name="connsiteY1" fmla="*/ 49799 h 112230"/>
                  <a:gd name="connsiteX2" fmla="*/ 48413 w 79465"/>
                  <a:gd name="connsiteY2" fmla="*/ 45560 h 112230"/>
                  <a:gd name="connsiteX3" fmla="*/ 38225 w 79465"/>
                  <a:gd name="connsiteY3" fmla="*/ 41567 h 112230"/>
                  <a:gd name="connsiteX4" fmla="*/ 30890 w 79465"/>
                  <a:gd name="connsiteY4" fmla="*/ 36758 h 112230"/>
                  <a:gd name="connsiteX5" fmla="*/ 28119 w 79465"/>
                  <a:gd name="connsiteY5" fmla="*/ 29586 h 112230"/>
                  <a:gd name="connsiteX6" fmla="*/ 32275 w 79465"/>
                  <a:gd name="connsiteY6" fmla="*/ 21598 h 112230"/>
                  <a:gd name="connsiteX7" fmla="*/ 43768 w 79465"/>
                  <a:gd name="connsiteY7" fmla="*/ 18746 h 112230"/>
                  <a:gd name="connsiteX8" fmla="*/ 55178 w 79465"/>
                  <a:gd name="connsiteY8" fmla="*/ 21191 h 112230"/>
                  <a:gd name="connsiteX9" fmla="*/ 65040 w 79465"/>
                  <a:gd name="connsiteY9" fmla="*/ 28934 h 112230"/>
                  <a:gd name="connsiteX10" fmla="*/ 78977 w 79465"/>
                  <a:gd name="connsiteY10" fmla="*/ 14997 h 112230"/>
                  <a:gd name="connsiteX11" fmla="*/ 64306 w 79465"/>
                  <a:gd name="connsiteY11" fmla="*/ 4157 h 112230"/>
                  <a:gd name="connsiteX12" fmla="*/ 44093 w 79465"/>
                  <a:gd name="connsiteY12" fmla="*/ 0 h 112230"/>
                  <a:gd name="connsiteX13" fmla="*/ 25185 w 79465"/>
                  <a:gd name="connsiteY13" fmla="*/ 3749 h 112230"/>
                  <a:gd name="connsiteX14" fmla="*/ 11981 w 79465"/>
                  <a:gd name="connsiteY14" fmla="*/ 14426 h 112230"/>
                  <a:gd name="connsiteX15" fmla="*/ 7172 w 79465"/>
                  <a:gd name="connsiteY15" fmla="*/ 31297 h 112230"/>
                  <a:gd name="connsiteX16" fmla="*/ 9862 w 79465"/>
                  <a:gd name="connsiteY16" fmla="*/ 45234 h 112230"/>
                  <a:gd name="connsiteX17" fmla="*/ 17197 w 79465"/>
                  <a:gd name="connsiteY17" fmla="*/ 54200 h 112230"/>
                  <a:gd name="connsiteX18" fmla="*/ 27304 w 79465"/>
                  <a:gd name="connsiteY18" fmla="*/ 60068 h 112230"/>
                  <a:gd name="connsiteX19" fmla="*/ 38225 w 79465"/>
                  <a:gd name="connsiteY19" fmla="*/ 64143 h 112230"/>
                  <a:gd name="connsiteX20" fmla="*/ 48332 w 79465"/>
                  <a:gd name="connsiteY20" fmla="*/ 68056 h 112230"/>
                  <a:gd name="connsiteX21" fmla="*/ 55667 w 79465"/>
                  <a:gd name="connsiteY21" fmla="*/ 73272 h 112230"/>
                  <a:gd name="connsiteX22" fmla="*/ 58438 w 79465"/>
                  <a:gd name="connsiteY22" fmla="*/ 81340 h 112230"/>
                  <a:gd name="connsiteX23" fmla="*/ 53629 w 79465"/>
                  <a:gd name="connsiteY23" fmla="*/ 90306 h 112230"/>
                  <a:gd name="connsiteX24" fmla="*/ 40589 w 79465"/>
                  <a:gd name="connsiteY24" fmla="*/ 93566 h 112230"/>
                  <a:gd name="connsiteX25" fmla="*/ 25185 w 79465"/>
                  <a:gd name="connsiteY25" fmla="*/ 90061 h 112230"/>
                  <a:gd name="connsiteX26" fmla="*/ 13937 w 79465"/>
                  <a:gd name="connsiteY26" fmla="*/ 80199 h 112230"/>
                  <a:gd name="connsiteX27" fmla="*/ 0 w 79465"/>
                  <a:gd name="connsiteY27" fmla="*/ 94137 h 112230"/>
                  <a:gd name="connsiteX28" fmla="*/ 16953 w 79465"/>
                  <a:gd name="connsiteY28" fmla="*/ 107748 h 112230"/>
                  <a:gd name="connsiteX29" fmla="*/ 39366 w 79465"/>
                  <a:gd name="connsiteY29" fmla="*/ 112230 h 112230"/>
                  <a:gd name="connsiteX30" fmla="*/ 68789 w 79465"/>
                  <a:gd name="connsiteY30" fmla="*/ 103509 h 112230"/>
                  <a:gd name="connsiteX31" fmla="*/ 79466 w 79465"/>
                  <a:gd name="connsiteY31" fmla="*/ 79547 h 112230"/>
                  <a:gd name="connsiteX32" fmla="*/ 76695 w 79465"/>
                  <a:gd name="connsiteY32" fmla="*/ 65203 h 112230"/>
                  <a:gd name="connsiteX33" fmla="*/ 69360 w 79465"/>
                  <a:gd name="connsiteY33" fmla="*/ 55748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69441" y="55830"/>
                    </a:move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9"/>
                      <a:pt x="52162" y="46783"/>
                      <a:pt x="48413" y="45560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3"/>
                      <a:pt x="29504" y="23473"/>
                      <a:pt x="32275" y="21598"/>
                    </a:cubicBezTo>
                    <a:cubicBezTo>
                      <a:pt x="35047" y="19724"/>
                      <a:pt x="38877" y="18746"/>
                      <a:pt x="43768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95"/>
                      <a:pt x="70338" y="6928"/>
                      <a:pt x="64306" y="4157"/>
                    </a:cubicBezTo>
                    <a:cubicBezTo>
                      <a:pt x="58275" y="1385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2" y="6276"/>
                      <a:pt x="15241" y="9780"/>
                      <a:pt x="11981" y="14426"/>
                    </a:cubicBezTo>
                    <a:cubicBezTo>
                      <a:pt x="8802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4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8" y="63002"/>
                      <a:pt x="38225" y="64143"/>
                    </a:cubicBezTo>
                    <a:cubicBezTo>
                      <a:pt x="41893" y="65366"/>
                      <a:pt x="45235" y="66588"/>
                      <a:pt x="48332" y="68056"/>
                    </a:cubicBezTo>
                    <a:cubicBezTo>
                      <a:pt x="51347" y="69441"/>
                      <a:pt x="53874" y="71152"/>
                      <a:pt x="55667" y="73272"/>
                    </a:cubicBezTo>
                    <a:cubicBezTo>
                      <a:pt x="57460" y="75391"/>
                      <a:pt x="58438" y="77999"/>
                      <a:pt x="58438" y="81340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50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1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49"/>
                      <a:pt x="10759" y="104813"/>
                      <a:pt x="16953" y="107748"/>
                    </a:cubicBezTo>
                    <a:cubicBezTo>
                      <a:pt x="23229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09"/>
                    </a:cubicBezTo>
                    <a:cubicBezTo>
                      <a:pt x="75961" y="97641"/>
                      <a:pt x="79466" y="89654"/>
                      <a:pt x="79466" y="79547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ubicBezTo>
                      <a:pt x="74820" y="61291"/>
                      <a:pt x="72375" y="58193"/>
                      <a:pt x="69360" y="5574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8B2528C-AEA0-BC21-D5AB-9237CA5F3EA0}"/>
                  </a:ext>
                </a:extLst>
              </p:cNvPr>
              <p:cNvSpPr/>
              <p:nvPr/>
            </p:nvSpPr>
            <p:spPr>
              <a:xfrm>
                <a:off x="3977803" y="2852769"/>
                <a:ext cx="90713" cy="109051"/>
              </a:xfrm>
              <a:custGeom>
                <a:avLst/>
                <a:gdLst>
                  <a:gd name="connsiteX0" fmla="*/ 0 w 90713"/>
                  <a:gd name="connsiteY0" fmla="*/ 18827 h 109051"/>
                  <a:gd name="connsiteX1" fmla="*/ 34720 w 90713"/>
                  <a:gd name="connsiteY1" fmla="*/ 18827 h 109051"/>
                  <a:gd name="connsiteX2" fmla="*/ 34720 w 90713"/>
                  <a:gd name="connsiteY2" fmla="*/ 109052 h 109051"/>
                  <a:gd name="connsiteX3" fmla="*/ 55993 w 90713"/>
                  <a:gd name="connsiteY3" fmla="*/ 109052 h 109051"/>
                  <a:gd name="connsiteX4" fmla="*/ 55993 w 90713"/>
                  <a:gd name="connsiteY4" fmla="*/ 18827 h 109051"/>
                  <a:gd name="connsiteX5" fmla="*/ 90714 w 90713"/>
                  <a:gd name="connsiteY5" fmla="*/ 18827 h 109051"/>
                  <a:gd name="connsiteX6" fmla="*/ 90714 w 90713"/>
                  <a:gd name="connsiteY6" fmla="*/ 0 h 109051"/>
                  <a:gd name="connsiteX7" fmla="*/ 0 w 90713"/>
                  <a:gd name="connsiteY7" fmla="*/ 0 h 109051"/>
                  <a:gd name="connsiteX8" fmla="*/ 0 w 90713"/>
                  <a:gd name="connsiteY8" fmla="*/ 1882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051">
                    <a:moveTo>
                      <a:pt x="0" y="18827"/>
                    </a:moveTo>
                    <a:lnTo>
                      <a:pt x="34720" y="18827"/>
                    </a:lnTo>
                    <a:lnTo>
                      <a:pt x="34720" y="109052"/>
                    </a:lnTo>
                    <a:lnTo>
                      <a:pt x="55993" y="109052"/>
                    </a:lnTo>
                    <a:lnTo>
                      <a:pt x="55993" y="18827"/>
                    </a:lnTo>
                    <a:lnTo>
                      <a:pt x="90714" y="18827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82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75A341B-1774-0E78-0FF4-2D8E7075F05E}"/>
                  </a:ext>
                </a:extLst>
              </p:cNvPr>
              <p:cNvSpPr/>
              <p:nvPr/>
            </p:nvSpPr>
            <p:spPr>
              <a:xfrm>
                <a:off x="4090848" y="2852769"/>
                <a:ext cx="109459" cy="109051"/>
              </a:xfrm>
              <a:custGeom>
                <a:avLst/>
                <a:gdLst>
                  <a:gd name="connsiteX0" fmla="*/ 54770 w 109459"/>
                  <a:gd name="connsiteY0" fmla="*/ 63899 h 109051"/>
                  <a:gd name="connsiteX1" fmla="*/ 14833 w 109459"/>
                  <a:gd name="connsiteY1" fmla="*/ 0 h 109051"/>
                  <a:gd name="connsiteX2" fmla="*/ 0 w 109459"/>
                  <a:gd name="connsiteY2" fmla="*/ 0 h 109051"/>
                  <a:gd name="connsiteX3" fmla="*/ 0 w 109459"/>
                  <a:gd name="connsiteY3" fmla="*/ 109052 h 109051"/>
                  <a:gd name="connsiteX4" fmla="*/ 21028 w 109459"/>
                  <a:gd name="connsiteY4" fmla="*/ 109052 h 109051"/>
                  <a:gd name="connsiteX5" fmla="*/ 21028 w 109459"/>
                  <a:gd name="connsiteY5" fmla="*/ 43931 h 109051"/>
                  <a:gd name="connsiteX6" fmla="*/ 47435 w 109459"/>
                  <a:gd name="connsiteY6" fmla="*/ 86720 h 109051"/>
                  <a:gd name="connsiteX7" fmla="*/ 62024 w 109459"/>
                  <a:gd name="connsiteY7" fmla="*/ 86720 h 109051"/>
                  <a:gd name="connsiteX8" fmla="*/ 88350 w 109459"/>
                  <a:gd name="connsiteY8" fmla="*/ 44175 h 109051"/>
                  <a:gd name="connsiteX9" fmla="*/ 88350 w 109459"/>
                  <a:gd name="connsiteY9" fmla="*/ 109052 h 109051"/>
                  <a:gd name="connsiteX10" fmla="*/ 109459 w 109459"/>
                  <a:gd name="connsiteY10" fmla="*/ 109052 h 109051"/>
                  <a:gd name="connsiteX11" fmla="*/ 109459 w 109459"/>
                  <a:gd name="connsiteY11" fmla="*/ 0 h 109051"/>
                  <a:gd name="connsiteX12" fmla="*/ 94544 w 109459"/>
                  <a:gd name="connsiteY12" fmla="*/ 0 h 109051"/>
                  <a:gd name="connsiteX13" fmla="*/ 54770 w 109459"/>
                  <a:gd name="connsiteY13" fmla="*/ 6389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9459" h="109051">
                    <a:moveTo>
                      <a:pt x="54770" y="63899"/>
                    </a:moveTo>
                    <a:lnTo>
                      <a:pt x="14833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028" y="109052"/>
                    </a:lnTo>
                    <a:lnTo>
                      <a:pt x="21028" y="43931"/>
                    </a:lnTo>
                    <a:lnTo>
                      <a:pt x="47435" y="86720"/>
                    </a:lnTo>
                    <a:lnTo>
                      <a:pt x="62024" y="86720"/>
                    </a:lnTo>
                    <a:lnTo>
                      <a:pt x="88350" y="44175"/>
                    </a:lnTo>
                    <a:lnTo>
                      <a:pt x="88350" y="109052"/>
                    </a:lnTo>
                    <a:lnTo>
                      <a:pt x="109459" y="109052"/>
                    </a:lnTo>
                    <a:lnTo>
                      <a:pt x="109459" y="0"/>
                    </a:lnTo>
                    <a:lnTo>
                      <a:pt x="94544" y="0"/>
                    </a:lnTo>
                    <a:lnTo>
                      <a:pt x="54770" y="6389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A551324-ACFA-2235-94F8-D5E37EE0F2AA}"/>
                  </a:ext>
                </a:extLst>
              </p:cNvPr>
              <p:cNvSpPr/>
              <p:nvPr/>
            </p:nvSpPr>
            <p:spPr>
              <a:xfrm>
                <a:off x="4230383" y="2852769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D2E8749-1DCF-D290-7B79-81D7E8712F39}"/>
                  </a:ext>
                </a:extLst>
              </p:cNvPr>
              <p:cNvSpPr/>
              <p:nvPr/>
            </p:nvSpPr>
            <p:spPr>
              <a:xfrm>
                <a:off x="4281567" y="2852769"/>
                <a:ext cx="70989" cy="109051"/>
              </a:xfrm>
              <a:custGeom>
                <a:avLst/>
                <a:gdLst>
                  <a:gd name="connsiteX0" fmla="*/ 21028 w 70989"/>
                  <a:gd name="connsiteY0" fmla="*/ 0 h 109051"/>
                  <a:gd name="connsiteX1" fmla="*/ 0 w 70989"/>
                  <a:gd name="connsiteY1" fmla="*/ 0 h 109051"/>
                  <a:gd name="connsiteX2" fmla="*/ 0 w 70989"/>
                  <a:gd name="connsiteY2" fmla="*/ 109052 h 109051"/>
                  <a:gd name="connsiteX3" fmla="*/ 15486 w 70989"/>
                  <a:gd name="connsiteY3" fmla="*/ 109052 h 109051"/>
                  <a:gd name="connsiteX4" fmla="*/ 21028 w 70989"/>
                  <a:gd name="connsiteY4" fmla="*/ 109052 h 109051"/>
                  <a:gd name="connsiteX5" fmla="*/ 70990 w 70989"/>
                  <a:gd name="connsiteY5" fmla="*/ 109052 h 109051"/>
                  <a:gd name="connsiteX6" fmla="*/ 70990 w 70989"/>
                  <a:gd name="connsiteY6" fmla="*/ 90225 h 109051"/>
                  <a:gd name="connsiteX7" fmla="*/ 21028 w 70989"/>
                  <a:gd name="connsiteY7" fmla="*/ 90225 h 109051"/>
                  <a:gd name="connsiteX8" fmla="*/ 21028 w 70989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051">
                    <a:moveTo>
                      <a:pt x="21028" y="0"/>
                    </a:moveTo>
                    <a:lnTo>
                      <a:pt x="0" y="0"/>
                    </a:lnTo>
                    <a:lnTo>
                      <a:pt x="0" y="109052"/>
                    </a:lnTo>
                    <a:lnTo>
                      <a:pt x="15486" y="109052"/>
                    </a:lnTo>
                    <a:lnTo>
                      <a:pt x="21028" y="109052"/>
                    </a:lnTo>
                    <a:lnTo>
                      <a:pt x="70990" y="109052"/>
                    </a:lnTo>
                    <a:lnTo>
                      <a:pt x="70990" y="90225"/>
                    </a:lnTo>
                    <a:lnTo>
                      <a:pt x="21028" y="90225"/>
                    </a:lnTo>
                    <a:lnTo>
                      <a:pt x="21028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5FE8815-6DA4-69C7-7198-B43403219C83}"/>
                  </a:ext>
                </a:extLst>
              </p:cNvPr>
              <p:cNvSpPr/>
              <p:nvPr/>
            </p:nvSpPr>
            <p:spPr>
              <a:xfrm>
                <a:off x="4375296" y="2852769"/>
                <a:ext cx="75879" cy="109051"/>
              </a:xfrm>
              <a:custGeom>
                <a:avLst/>
                <a:gdLst>
                  <a:gd name="connsiteX0" fmla="*/ 21109 w 75879"/>
                  <a:gd name="connsiteY0" fmla="*/ 90388 h 109051"/>
                  <a:gd name="connsiteX1" fmla="*/ 21109 w 75879"/>
                  <a:gd name="connsiteY1" fmla="*/ 62513 h 109051"/>
                  <a:gd name="connsiteX2" fmla="*/ 70582 w 75879"/>
                  <a:gd name="connsiteY2" fmla="*/ 62513 h 109051"/>
                  <a:gd name="connsiteX3" fmla="*/ 70582 w 75879"/>
                  <a:gd name="connsiteY3" fmla="*/ 44338 h 109051"/>
                  <a:gd name="connsiteX4" fmla="*/ 21109 w 75879"/>
                  <a:gd name="connsiteY4" fmla="*/ 44338 h 109051"/>
                  <a:gd name="connsiteX5" fmla="*/ 21109 w 75879"/>
                  <a:gd name="connsiteY5" fmla="*/ 18664 h 109051"/>
                  <a:gd name="connsiteX6" fmla="*/ 75065 w 75879"/>
                  <a:gd name="connsiteY6" fmla="*/ 18664 h 109051"/>
                  <a:gd name="connsiteX7" fmla="*/ 75065 w 75879"/>
                  <a:gd name="connsiteY7" fmla="*/ 0 h 109051"/>
                  <a:gd name="connsiteX8" fmla="*/ 21109 w 75879"/>
                  <a:gd name="connsiteY8" fmla="*/ 0 h 109051"/>
                  <a:gd name="connsiteX9" fmla="*/ 15567 w 75879"/>
                  <a:gd name="connsiteY9" fmla="*/ 0 h 109051"/>
                  <a:gd name="connsiteX10" fmla="*/ 0 w 75879"/>
                  <a:gd name="connsiteY10" fmla="*/ 0 h 109051"/>
                  <a:gd name="connsiteX11" fmla="*/ 0 w 75879"/>
                  <a:gd name="connsiteY11" fmla="*/ 109052 h 109051"/>
                  <a:gd name="connsiteX12" fmla="*/ 15567 w 75879"/>
                  <a:gd name="connsiteY12" fmla="*/ 109052 h 109051"/>
                  <a:gd name="connsiteX13" fmla="*/ 21109 w 75879"/>
                  <a:gd name="connsiteY13" fmla="*/ 109052 h 109051"/>
                  <a:gd name="connsiteX14" fmla="*/ 75880 w 75879"/>
                  <a:gd name="connsiteY14" fmla="*/ 109052 h 109051"/>
                  <a:gd name="connsiteX15" fmla="*/ 75880 w 75879"/>
                  <a:gd name="connsiteY15" fmla="*/ 90388 h 109051"/>
                  <a:gd name="connsiteX16" fmla="*/ 21109 w 75879"/>
                  <a:gd name="connsiteY16" fmla="*/ 90388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879" h="109051">
                    <a:moveTo>
                      <a:pt x="21109" y="90388"/>
                    </a:moveTo>
                    <a:lnTo>
                      <a:pt x="21109" y="62513"/>
                    </a:lnTo>
                    <a:lnTo>
                      <a:pt x="70582" y="62513"/>
                    </a:lnTo>
                    <a:lnTo>
                      <a:pt x="70582" y="44338"/>
                    </a:lnTo>
                    <a:lnTo>
                      <a:pt x="21109" y="44338"/>
                    </a:lnTo>
                    <a:lnTo>
                      <a:pt x="21109" y="18664"/>
                    </a:lnTo>
                    <a:lnTo>
                      <a:pt x="75065" y="18664"/>
                    </a:lnTo>
                    <a:lnTo>
                      <a:pt x="75065" y="0"/>
                    </a:lnTo>
                    <a:lnTo>
                      <a:pt x="21109" y="0"/>
                    </a:lnTo>
                    <a:lnTo>
                      <a:pt x="15567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567" y="109052"/>
                    </a:lnTo>
                    <a:lnTo>
                      <a:pt x="21109" y="109052"/>
                    </a:lnTo>
                    <a:lnTo>
                      <a:pt x="75880" y="109052"/>
                    </a:lnTo>
                    <a:lnTo>
                      <a:pt x="75880" y="90388"/>
                    </a:lnTo>
                    <a:lnTo>
                      <a:pt x="21109" y="90388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D205240-937B-BB08-BA1E-DCA818AEC8DD}"/>
                </a:ext>
              </a:extLst>
            </p:cNvPr>
            <p:cNvSpPr/>
            <p:nvPr/>
          </p:nvSpPr>
          <p:spPr>
            <a:xfrm>
              <a:off x="3643964" y="3022867"/>
              <a:ext cx="810064" cy="50369"/>
            </a:xfrm>
            <a:custGeom>
              <a:avLst/>
              <a:gdLst>
                <a:gd name="connsiteX0" fmla="*/ 0 w 810064"/>
                <a:gd name="connsiteY0" fmla="*/ 0 h 50369"/>
                <a:gd name="connsiteX1" fmla="*/ 810064 w 810064"/>
                <a:gd name="connsiteY1" fmla="*/ 0 h 50369"/>
                <a:gd name="connsiteX2" fmla="*/ 810064 w 810064"/>
                <a:gd name="connsiteY2" fmla="*/ 50369 h 50369"/>
                <a:gd name="connsiteX3" fmla="*/ 0 w 810064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0064" h="50369">
                  <a:moveTo>
                    <a:pt x="0" y="0"/>
                  </a:moveTo>
                  <a:lnTo>
                    <a:pt x="810064" y="0"/>
                  </a:lnTo>
                  <a:lnTo>
                    <a:pt x="810064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8" name="Graphic 2241">
            <a:extLst>
              <a:ext uri="{FF2B5EF4-FFF2-40B4-BE49-F238E27FC236}">
                <a16:creationId xmlns:a16="http://schemas.microsoft.com/office/drawing/2014/main" id="{C0373FF2-846F-8A97-97BF-DCB8E17023C1}"/>
              </a:ext>
            </a:extLst>
          </p:cNvPr>
          <p:cNvGrpSpPr/>
          <p:nvPr/>
        </p:nvGrpSpPr>
        <p:grpSpPr>
          <a:xfrm>
            <a:off x="2127372" y="908535"/>
            <a:ext cx="463592" cy="220467"/>
            <a:chOff x="6901825" y="1646435"/>
            <a:chExt cx="463592" cy="220467"/>
          </a:xfrm>
        </p:grpSpPr>
        <p:grpSp>
          <p:nvGrpSpPr>
            <p:cNvPr id="89" name="Graphic 2241">
              <a:extLst>
                <a:ext uri="{FF2B5EF4-FFF2-40B4-BE49-F238E27FC236}">
                  <a16:creationId xmlns:a16="http://schemas.microsoft.com/office/drawing/2014/main" id="{150BDEA9-30DE-4E0B-DCF9-D6C5C21E6F23}"/>
                </a:ext>
              </a:extLst>
            </p:cNvPr>
            <p:cNvGrpSpPr/>
            <p:nvPr/>
          </p:nvGrpSpPr>
          <p:grpSpPr>
            <a:xfrm>
              <a:off x="6901825" y="1646435"/>
              <a:ext cx="463592" cy="109051"/>
              <a:chOff x="6901825" y="1646435"/>
              <a:chExt cx="463592" cy="109051"/>
            </a:xfrm>
            <a:solidFill>
              <a:srgbClr val="403592"/>
            </a:solidFill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749F4D43-7F63-55F1-DCCB-C3F93382CC23}"/>
                  </a:ext>
                </a:extLst>
              </p:cNvPr>
              <p:cNvSpPr/>
              <p:nvPr/>
            </p:nvSpPr>
            <p:spPr>
              <a:xfrm>
                <a:off x="6901825" y="1646516"/>
                <a:ext cx="81259" cy="108970"/>
              </a:xfrm>
              <a:custGeom>
                <a:avLst/>
                <a:gdLst>
                  <a:gd name="connsiteX0" fmla="*/ 63736 w 81259"/>
                  <a:gd name="connsiteY0" fmla="*/ 50614 h 108970"/>
                  <a:gd name="connsiteX1" fmla="*/ 71479 w 81259"/>
                  <a:gd name="connsiteY1" fmla="*/ 44338 h 108970"/>
                  <a:gd name="connsiteX2" fmla="*/ 77103 w 81259"/>
                  <a:gd name="connsiteY2" fmla="*/ 28282 h 108970"/>
                  <a:gd name="connsiteX3" fmla="*/ 73272 w 81259"/>
                  <a:gd name="connsiteY3" fmla="*/ 14263 h 108970"/>
                  <a:gd name="connsiteX4" fmla="*/ 62187 w 81259"/>
                  <a:gd name="connsiteY4" fmla="*/ 3912 h 108970"/>
                  <a:gd name="connsiteX5" fmla="*/ 44175 w 81259"/>
                  <a:gd name="connsiteY5" fmla="*/ 0 h 108970"/>
                  <a:gd name="connsiteX6" fmla="*/ 0 w 81259"/>
                  <a:gd name="connsiteY6" fmla="*/ 0 h 108970"/>
                  <a:gd name="connsiteX7" fmla="*/ 0 w 81259"/>
                  <a:gd name="connsiteY7" fmla="*/ 108970 h 108970"/>
                  <a:gd name="connsiteX8" fmla="*/ 44827 w 81259"/>
                  <a:gd name="connsiteY8" fmla="*/ 108970 h 108970"/>
                  <a:gd name="connsiteX9" fmla="*/ 64470 w 81259"/>
                  <a:gd name="connsiteY9" fmla="*/ 104732 h 108970"/>
                  <a:gd name="connsiteX10" fmla="*/ 76939 w 81259"/>
                  <a:gd name="connsiteY10" fmla="*/ 93403 h 108970"/>
                  <a:gd name="connsiteX11" fmla="*/ 81259 w 81259"/>
                  <a:gd name="connsiteY11" fmla="*/ 77673 h 108970"/>
                  <a:gd name="connsiteX12" fmla="*/ 74576 w 81259"/>
                  <a:gd name="connsiteY12" fmla="*/ 58846 h 108970"/>
                  <a:gd name="connsiteX13" fmla="*/ 63654 w 81259"/>
                  <a:gd name="connsiteY13" fmla="*/ 50695 h 108970"/>
                  <a:gd name="connsiteX14" fmla="*/ 41567 w 81259"/>
                  <a:gd name="connsiteY14" fmla="*/ 17116 h 108970"/>
                  <a:gd name="connsiteX15" fmla="*/ 51836 w 81259"/>
                  <a:gd name="connsiteY15" fmla="*/ 20376 h 108970"/>
                  <a:gd name="connsiteX16" fmla="*/ 55830 w 81259"/>
                  <a:gd name="connsiteY16" fmla="*/ 30319 h 108970"/>
                  <a:gd name="connsiteX17" fmla="*/ 51918 w 81259"/>
                  <a:gd name="connsiteY17" fmla="*/ 40100 h 108970"/>
                  <a:gd name="connsiteX18" fmla="*/ 41404 w 81259"/>
                  <a:gd name="connsiteY18" fmla="*/ 43360 h 108970"/>
                  <a:gd name="connsiteX19" fmla="*/ 20946 w 81259"/>
                  <a:gd name="connsiteY19" fmla="*/ 43360 h 108970"/>
                  <a:gd name="connsiteX20" fmla="*/ 20946 w 81259"/>
                  <a:gd name="connsiteY20" fmla="*/ 17116 h 108970"/>
                  <a:gd name="connsiteX21" fmla="*/ 41567 w 81259"/>
                  <a:gd name="connsiteY21" fmla="*/ 17116 h 108970"/>
                  <a:gd name="connsiteX22" fmla="*/ 55749 w 81259"/>
                  <a:gd name="connsiteY22" fmla="*/ 87046 h 108970"/>
                  <a:gd name="connsiteX23" fmla="*/ 44012 w 81259"/>
                  <a:gd name="connsiteY23" fmla="*/ 91692 h 108970"/>
                  <a:gd name="connsiteX24" fmla="*/ 20946 w 81259"/>
                  <a:gd name="connsiteY24" fmla="*/ 91692 h 108970"/>
                  <a:gd name="connsiteX25" fmla="*/ 20946 w 81259"/>
                  <a:gd name="connsiteY25" fmla="*/ 60394 h 108970"/>
                  <a:gd name="connsiteX26" fmla="*/ 43767 w 81259"/>
                  <a:gd name="connsiteY26" fmla="*/ 60394 h 108970"/>
                  <a:gd name="connsiteX27" fmla="*/ 52570 w 81259"/>
                  <a:gd name="connsiteY27" fmla="*/ 62595 h 108970"/>
                  <a:gd name="connsiteX28" fmla="*/ 58112 w 81259"/>
                  <a:gd name="connsiteY28" fmla="*/ 68218 h 108970"/>
                  <a:gd name="connsiteX29" fmla="*/ 59987 w 81259"/>
                  <a:gd name="connsiteY29" fmla="*/ 76043 h 108970"/>
                  <a:gd name="connsiteX30" fmla="*/ 55749 w 81259"/>
                  <a:gd name="connsiteY30" fmla="*/ 870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59" h="108970">
                    <a:moveTo>
                      <a:pt x="63736" y="50614"/>
                    </a:moveTo>
                    <a:cubicBezTo>
                      <a:pt x="66833" y="48821"/>
                      <a:pt x="69441" y="46783"/>
                      <a:pt x="71479" y="44338"/>
                    </a:cubicBezTo>
                    <a:cubicBezTo>
                      <a:pt x="75228" y="39855"/>
                      <a:pt x="77103" y="34476"/>
                      <a:pt x="77103" y="28282"/>
                    </a:cubicBezTo>
                    <a:cubicBezTo>
                      <a:pt x="77103" y="23228"/>
                      <a:pt x="75798" y="18501"/>
                      <a:pt x="73272" y="14263"/>
                    </a:cubicBezTo>
                    <a:cubicBezTo>
                      <a:pt x="70745" y="9943"/>
                      <a:pt x="67077" y="6520"/>
                      <a:pt x="62187" y="3912"/>
                    </a:cubicBezTo>
                    <a:cubicBezTo>
                      <a:pt x="57297" y="1304"/>
                      <a:pt x="51347" y="0"/>
                      <a:pt x="44175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44827" y="108970"/>
                    </a:lnTo>
                    <a:cubicBezTo>
                      <a:pt x="52488" y="108970"/>
                      <a:pt x="59009" y="107585"/>
                      <a:pt x="64470" y="104732"/>
                    </a:cubicBezTo>
                    <a:cubicBezTo>
                      <a:pt x="69930" y="101879"/>
                      <a:pt x="74087" y="98130"/>
                      <a:pt x="76939" y="93403"/>
                    </a:cubicBezTo>
                    <a:cubicBezTo>
                      <a:pt x="79792" y="88676"/>
                      <a:pt x="81259" y="83460"/>
                      <a:pt x="81259" y="77673"/>
                    </a:cubicBezTo>
                    <a:cubicBezTo>
                      <a:pt x="81259" y="70338"/>
                      <a:pt x="79059" y="64062"/>
                      <a:pt x="74576" y="58846"/>
                    </a:cubicBezTo>
                    <a:cubicBezTo>
                      <a:pt x="71723" y="55504"/>
                      <a:pt x="68055" y="52814"/>
                      <a:pt x="63654" y="50695"/>
                    </a:cubicBezTo>
                    <a:close/>
                    <a:moveTo>
                      <a:pt x="41567" y="17116"/>
                    </a:moveTo>
                    <a:cubicBezTo>
                      <a:pt x="45805" y="17116"/>
                      <a:pt x="49228" y="18175"/>
                      <a:pt x="51836" y="20376"/>
                    </a:cubicBezTo>
                    <a:cubicBezTo>
                      <a:pt x="54444" y="22577"/>
                      <a:pt x="55830" y="25837"/>
                      <a:pt x="55830" y="30319"/>
                    </a:cubicBezTo>
                    <a:cubicBezTo>
                      <a:pt x="55830" y="34802"/>
                      <a:pt x="54526" y="37899"/>
                      <a:pt x="51918" y="40100"/>
                    </a:cubicBezTo>
                    <a:cubicBezTo>
                      <a:pt x="49310" y="42300"/>
                      <a:pt x="45805" y="43360"/>
                      <a:pt x="41404" y="43360"/>
                    </a:cubicBezTo>
                    <a:lnTo>
                      <a:pt x="20946" y="43360"/>
                    </a:lnTo>
                    <a:lnTo>
                      <a:pt x="20946" y="17116"/>
                    </a:lnTo>
                    <a:lnTo>
                      <a:pt x="41567" y="17116"/>
                    </a:lnTo>
                    <a:close/>
                    <a:moveTo>
                      <a:pt x="55749" y="87046"/>
                    </a:moveTo>
                    <a:cubicBezTo>
                      <a:pt x="52896" y="90143"/>
                      <a:pt x="48984" y="91692"/>
                      <a:pt x="44012" y="91692"/>
                    </a:cubicBezTo>
                    <a:lnTo>
                      <a:pt x="20946" y="91692"/>
                    </a:lnTo>
                    <a:lnTo>
                      <a:pt x="20946" y="60394"/>
                    </a:lnTo>
                    <a:lnTo>
                      <a:pt x="43767" y="60394"/>
                    </a:lnTo>
                    <a:cubicBezTo>
                      <a:pt x="47190" y="60394"/>
                      <a:pt x="50125" y="61128"/>
                      <a:pt x="52570" y="62595"/>
                    </a:cubicBezTo>
                    <a:cubicBezTo>
                      <a:pt x="55015" y="64062"/>
                      <a:pt x="56889" y="65936"/>
                      <a:pt x="58112" y="68218"/>
                    </a:cubicBezTo>
                    <a:cubicBezTo>
                      <a:pt x="59335" y="70501"/>
                      <a:pt x="59987" y="73190"/>
                      <a:pt x="59987" y="76043"/>
                    </a:cubicBezTo>
                    <a:cubicBezTo>
                      <a:pt x="59987" y="80281"/>
                      <a:pt x="58601" y="83949"/>
                      <a:pt x="55749" y="87046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C1BC414E-2668-923E-C11F-CB9114F4EF5E}"/>
                  </a:ext>
                </a:extLst>
              </p:cNvPr>
              <p:cNvSpPr/>
              <p:nvPr/>
            </p:nvSpPr>
            <p:spPr>
              <a:xfrm>
                <a:off x="7007454" y="1646435"/>
                <a:ext cx="70989" cy="108970"/>
              </a:xfrm>
              <a:custGeom>
                <a:avLst/>
                <a:gdLst>
                  <a:gd name="connsiteX0" fmla="*/ 21109 w 70989"/>
                  <a:gd name="connsiteY0" fmla="*/ 0 h 108970"/>
                  <a:gd name="connsiteX1" fmla="*/ 0 w 70989"/>
                  <a:gd name="connsiteY1" fmla="*/ 0 h 108970"/>
                  <a:gd name="connsiteX2" fmla="*/ 0 w 70989"/>
                  <a:gd name="connsiteY2" fmla="*/ 108970 h 108970"/>
                  <a:gd name="connsiteX3" fmla="*/ 15485 w 70989"/>
                  <a:gd name="connsiteY3" fmla="*/ 108970 h 108970"/>
                  <a:gd name="connsiteX4" fmla="*/ 21109 w 70989"/>
                  <a:gd name="connsiteY4" fmla="*/ 108970 h 108970"/>
                  <a:gd name="connsiteX5" fmla="*/ 70989 w 70989"/>
                  <a:gd name="connsiteY5" fmla="*/ 108970 h 108970"/>
                  <a:gd name="connsiteX6" fmla="*/ 70989 w 70989"/>
                  <a:gd name="connsiteY6" fmla="*/ 90225 h 108970"/>
                  <a:gd name="connsiteX7" fmla="*/ 21109 w 70989"/>
                  <a:gd name="connsiteY7" fmla="*/ 90225 h 108970"/>
                  <a:gd name="connsiteX8" fmla="*/ 21109 w 70989"/>
                  <a:gd name="connsiteY8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8970">
                    <a:moveTo>
                      <a:pt x="21109" y="0"/>
                    </a:moveTo>
                    <a:lnTo>
                      <a:pt x="0" y="0"/>
                    </a:lnTo>
                    <a:lnTo>
                      <a:pt x="0" y="108970"/>
                    </a:lnTo>
                    <a:lnTo>
                      <a:pt x="15485" y="108970"/>
                    </a:lnTo>
                    <a:lnTo>
                      <a:pt x="21109" y="108970"/>
                    </a:lnTo>
                    <a:lnTo>
                      <a:pt x="70989" y="108970"/>
                    </a:lnTo>
                    <a:lnTo>
                      <a:pt x="70989" y="90225"/>
                    </a:lnTo>
                    <a:lnTo>
                      <a:pt x="21109" y="90225"/>
                    </a:lnTo>
                    <a:lnTo>
                      <a:pt x="21109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5708475F-BB0D-A790-C6E4-D73F68CF861A}"/>
                  </a:ext>
                </a:extLst>
              </p:cNvPr>
              <p:cNvSpPr/>
              <p:nvPr/>
            </p:nvSpPr>
            <p:spPr>
              <a:xfrm>
                <a:off x="7101265" y="1646435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9A87320-4CD4-694A-2C23-43BB05407F38}"/>
                  </a:ext>
                </a:extLst>
              </p:cNvPr>
              <p:cNvSpPr/>
              <p:nvPr/>
            </p:nvSpPr>
            <p:spPr>
              <a:xfrm>
                <a:off x="7152449" y="1646435"/>
                <a:ext cx="90387" cy="108970"/>
              </a:xfrm>
              <a:custGeom>
                <a:avLst/>
                <a:gdLst>
                  <a:gd name="connsiteX0" fmla="*/ 69278 w 90387"/>
                  <a:gd name="connsiteY0" fmla="*/ 70338 h 108970"/>
                  <a:gd name="connsiteX1" fmla="*/ 14671 w 90387"/>
                  <a:gd name="connsiteY1" fmla="*/ 0 h 108970"/>
                  <a:gd name="connsiteX2" fmla="*/ 0 w 90387"/>
                  <a:gd name="connsiteY2" fmla="*/ 0 h 108970"/>
                  <a:gd name="connsiteX3" fmla="*/ 0 w 90387"/>
                  <a:gd name="connsiteY3" fmla="*/ 108970 h 108970"/>
                  <a:gd name="connsiteX4" fmla="*/ 21028 w 90387"/>
                  <a:gd name="connsiteY4" fmla="*/ 108970 h 108970"/>
                  <a:gd name="connsiteX5" fmla="*/ 21028 w 90387"/>
                  <a:gd name="connsiteY5" fmla="*/ 38877 h 108970"/>
                  <a:gd name="connsiteX6" fmla="*/ 75309 w 90387"/>
                  <a:gd name="connsiteY6" fmla="*/ 108970 h 108970"/>
                  <a:gd name="connsiteX7" fmla="*/ 90388 w 90387"/>
                  <a:gd name="connsiteY7" fmla="*/ 108970 h 108970"/>
                  <a:gd name="connsiteX8" fmla="*/ 90388 w 90387"/>
                  <a:gd name="connsiteY8" fmla="*/ 0 h 108970"/>
                  <a:gd name="connsiteX9" fmla="*/ 69278 w 90387"/>
                  <a:gd name="connsiteY9" fmla="*/ 0 h 108970"/>
                  <a:gd name="connsiteX10" fmla="*/ 69278 w 90387"/>
                  <a:gd name="connsiteY10" fmla="*/ 70338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278" y="70338"/>
                    </a:moveTo>
                    <a:lnTo>
                      <a:pt x="14671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028" y="108970"/>
                    </a:lnTo>
                    <a:lnTo>
                      <a:pt x="21028" y="38877"/>
                    </a:lnTo>
                    <a:lnTo>
                      <a:pt x="75309" y="108970"/>
                    </a:lnTo>
                    <a:lnTo>
                      <a:pt x="90388" y="108970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338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6AEBA9F7-6BE6-B268-21BA-42D78BCEDC1D}"/>
                  </a:ext>
                </a:extLst>
              </p:cNvPr>
              <p:cNvSpPr/>
              <p:nvPr/>
            </p:nvSpPr>
            <p:spPr>
              <a:xfrm>
                <a:off x="7272911" y="1646435"/>
                <a:ext cx="92506" cy="108970"/>
              </a:xfrm>
              <a:custGeom>
                <a:avLst/>
                <a:gdLst>
                  <a:gd name="connsiteX0" fmla="*/ 92506 w 92506"/>
                  <a:gd name="connsiteY0" fmla="*/ 108970 h 108970"/>
                  <a:gd name="connsiteX1" fmla="*/ 44175 w 92506"/>
                  <a:gd name="connsiteY1" fmla="*/ 51918 h 108970"/>
                  <a:gd name="connsiteX2" fmla="*/ 90958 w 92506"/>
                  <a:gd name="connsiteY2" fmla="*/ 0 h 108970"/>
                  <a:gd name="connsiteX3" fmla="*/ 64632 w 92506"/>
                  <a:gd name="connsiteY3" fmla="*/ 0 h 108970"/>
                  <a:gd name="connsiteX4" fmla="*/ 21028 w 92506"/>
                  <a:gd name="connsiteY4" fmla="*/ 49310 h 108970"/>
                  <a:gd name="connsiteX5" fmla="*/ 21028 w 92506"/>
                  <a:gd name="connsiteY5" fmla="*/ 0 h 108970"/>
                  <a:gd name="connsiteX6" fmla="*/ 0 w 92506"/>
                  <a:gd name="connsiteY6" fmla="*/ 0 h 108970"/>
                  <a:gd name="connsiteX7" fmla="*/ 0 w 92506"/>
                  <a:gd name="connsiteY7" fmla="*/ 108970 h 108970"/>
                  <a:gd name="connsiteX8" fmla="*/ 21028 w 92506"/>
                  <a:gd name="connsiteY8" fmla="*/ 108970 h 108970"/>
                  <a:gd name="connsiteX9" fmla="*/ 21028 w 92506"/>
                  <a:gd name="connsiteY9" fmla="*/ 55096 h 108970"/>
                  <a:gd name="connsiteX10" fmla="*/ 65855 w 92506"/>
                  <a:gd name="connsiteY10" fmla="*/ 108970 h 108970"/>
                  <a:gd name="connsiteX11" fmla="*/ 92506 w 92506"/>
                  <a:gd name="connsiteY11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506" h="108970">
                    <a:moveTo>
                      <a:pt x="92506" y="108970"/>
                    </a:moveTo>
                    <a:lnTo>
                      <a:pt x="44175" y="51918"/>
                    </a:lnTo>
                    <a:lnTo>
                      <a:pt x="90958" y="0"/>
                    </a:lnTo>
                    <a:lnTo>
                      <a:pt x="64632" y="0"/>
                    </a:lnTo>
                    <a:lnTo>
                      <a:pt x="21028" y="49310"/>
                    </a:lnTo>
                    <a:lnTo>
                      <a:pt x="21028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028" y="108970"/>
                    </a:lnTo>
                    <a:lnTo>
                      <a:pt x="21028" y="55096"/>
                    </a:lnTo>
                    <a:lnTo>
                      <a:pt x="65855" y="108970"/>
                    </a:lnTo>
                    <a:lnTo>
                      <a:pt x="92506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3B790D5D-6EE5-067E-BA98-A17D576F6A2F}"/>
                </a:ext>
              </a:extLst>
            </p:cNvPr>
            <p:cNvSpPr/>
            <p:nvPr/>
          </p:nvSpPr>
          <p:spPr>
            <a:xfrm>
              <a:off x="6903048" y="1816533"/>
              <a:ext cx="461228" cy="50369"/>
            </a:xfrm>
            <a:custGeom>
              <a:avLst/>
              <a:gdLst>
                <a:gd name="connsiteX0" fmla="*/ 0 w 461228"/>
                <a:gd name="connsiteY0" fmla="*/ 0 h 50369"/>
                <a:gd name="connsiteX1" fmla="*/ 461229 w 461228"/>
                <a:gd name="connsiteY1" fmla="*/ 0 h 50369"/>
                <a:gd name="connsiteX2" fmla="*/ 461229 w 461228"/>
                <a:gd name="connsiteY2" fmla="*/ 50369 h 50369"/>
                <a:gd name="connsiteX3" fmla="*/ 0 w 461228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228" h="50369">
                  <a:moveTo>
                    <a:pt x="0" y="0"/>
                  </a:moveTo>
                  <a:lnTo>
                    <a:pt x="461229" y="0"/>
                  </a:lnTo>
                  <a:lnTo>
                    <a:pt x="461229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6" name="Graphic 2241">
            <a:extLst>
              <a:ext uri="{FF2B5EF4-FFF2-40B4-BE49-F238E27FC236}">
                <a16:creationId xmlns:a16="http://schemas.microsoft.com/office/drawing/2014/main" id="{AAB4799F-B4B1-7CBC-436A-EE1638D86A3C}"/>
              </a:ext>
            </a:extLst>
          </p:cNvPr>
          <p:cNvGrpSpPr/>
          <p:nvPr/>
        </p:nvGrpSpPr>
        <p:grpSpPr>
          <a:xfrm>
            <a:off x="5898485" y="908535"/>
            <a:ext cx="254291" cy="222097"/>
            <a:chOff x="2351480" y="422577"/>
            <a:chExt cx="254291" cy="222097"/>
          </a:xfrm>
        </p:grpSpPr>
        <p:grpSp>
          <p:nvGrpSpPr>
            <p:cNvPr id="97" name="Graphic 2241">
              <a:extLst>
                <a:ext uri="{FF2B5EF4-FFF2-40B4-BE49-F238E27FC236}">
                  <a16:creationId xmlns:a16="http://schemas.microsoft.com/office/drawing/2014/main" id="{AC2325CF-865C-8A29-BEEF-D2343C43C910}"/>
                </a:ext>
              </a:extLst>
            </p:cNvPr>
            <p:cNvGrpSpPr/>
            <p:nvPr/>
          </p:nvGrpSpPr>
          <p:grpSpPr>
            <a:xfrm>
              <a:off x="2351480" y="422577"/>
              <a:ext cx="254291" cy="112311"/>
              <a:chOff x="2351480" y="422577"/>
              <a:chExt cx="254291" cy="112311"/>
            </a:xfrm>
            <a:solidFill>
              <a:srgbClr val="403592"/>
            </a:solidFill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DD6F8932-20A5-B1F0-A6F4-C7A80103DA00}"/>
                  </a:ext>
                </a:extLst>
              </p:cNvPr>
              <p:cNvSpPr/>
              <p:nvPr/>
            </p:nvSpPr>
            <p:spPr>
              <a:xfrm>
                <a:off x="2351480" y="422659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1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1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5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0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1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9" y="69604"/>
                      <a:pt x="21761" y="63165"/>
                      <a:pt x="21761" y="55830"/>
                    </a:cubicBezTo>
                    <a:cubicBezTo>
                      <a:pt x="21761" y="48495"/>
                      <a:pt x="23229" y="42382"/>
                      <a:pt x="26244" y="36921"/>
                    </a:cubicBezTo>
                    <a:cubicBezTo>
                      <a:pt x="29260" y="31460"/>
                      <a:pt x="33416" y="27141"/>
                      <a:pt x="38714" y="24125"/>
                    </a:cubicBezTo>
                    <a:cubicBezTo>
                      <a:pt x="44012" y="21109"/>
                      <a:pt x="50125" y="19561"/>
                      <a:pt x="57053" y="19561"/>
                    </a:cubicBezTo>
                    <a:cubicBezTo>
                      <a:pt x="63165" y="19561"/>
                      <a:pt x="68708" y="20783"/>
                      <a:pt x="73761" y="23147"/>
                    </a:cubicBezTo>
                    <a:cubicBezTo>
                      <a:pt x="78814" y="25511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3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6"/>
                      <a:pt x="34721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1" y="21191"/>
                      <a:pt x="7335" y="27141"/>
                      <a:pt x="4401" y="33905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763"/>
                      <a:pt x="48169" y="112230"/>
                      <a:pt x="55748" y="112230"/>
                    </a:cubicBezTo>
                    <a:cubicBezTo>
                      <a:pt x="66262" y="112230"/>
                      <a:pt x="75635" y="110030"/>
                      <a:pt x="83786" y="105629"/>
                    </a:cubicBezTo>
                    <a:cubicBezTo>
                      <a:pt x="91936" y="101227"/>
                      <a:pt x="98375" y="94626"/>
                      <a:pt x="103021" y="85823"/>
                    </a:cubicBezTo>
                    <a:cubicBezTo>
                      <a:pt x="107666" y="77021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867A776-7C26-ACD0-48EF-4BAD4AF17E7A}"/>
                  </a:ext>
                </a:extLst>
              </p:cNvPr>
              <p:cNvSpPr/>
              <p:nvPr/>
            </p:nvSpPr>
            <p:spPr>
              <a:xfrm>
                <a:off x="2485472" y="42420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6204CC0-414B-10FF-451B-4A38A48A9965}"/>
                  </a:ext>
                </a:extLst>
              </p:cNvPr>
              <p:cNvSpPr/>
              <p:nvPr/>
            </p:nvSpPr>
            <p:spPr>
              <a:xfrm>
                <a:off x="2529484" y="422577"/>
                <a:ext cx="76287" cy="110681"/>
              </a:xfrm>
              <a:custGeom>
                <a:avLst/>
                <a:gdLst>
                  <a:gd name="connsiteX0" fmla="*/ 32520 w 76287"/>
                  <a:gd name="connsiteY0" fmla="*/ 92344 h 110681"/>
                  <a:gd name="connsiteX1" fmla="*/ 56482 w 76287"/>
                  <a:gd name="connsiteY1" fmla="*/ 67974 h 110681"/>
                  <a:gd name="connsiteX2" fmla="*/ 66833 w 76287"/>
                  <a:gd name="connsiteY2" fmla="*/ 55993 h 110681"/>
                  <a:gd name="connsiteX3" fmla="*/ 72375 w 76287"/>
                  <a:gd name="connsiteY3" fmla="*/ 45234 h 110681"/>
                  <a:gd name="connsiteX4" fmla="*/ 74005 w 76287"/>
                  <a:gd name="connsiteY4" fmla="*/ 33172 h 110681"/>
                  <a:gd name="connsiteX5" fmla="*/ 69686 w 76287"/>
                  <a:gd name="connsiteY5" fmla="*/ 15649 h 110681"/>
                  <a:gd name="connsiteX6" fmla="*/ 57460 w 76287"/>
                  <a:gd name="connsiteY6" fmla="*/ 4075 h 110681"/>
                  <a:gd name="connsiteX7" fmla="*/ 38714 w 76287"/>
                  <a:gd name="connsiteY7" fmla="*/ 0 h 110681"/>
                  <a:gd name="connsiteX8" fmla="*/ 16301 w 76287"/>
                  <a:gd name="connsiteY8" fmla="*/ 5624 h 110681"/>
                  <a:gd name="connsiteX9" fmla="*/ 245 w 76287"/>
                  <a:gd name="connsiteY9" fmla="*/ 22332 h 110681"/>
                  <a:gd name="connsiteX10" fmla="*/ 14671 w 76287"/>
                  <a:gd name="connsiteY10" fmla="*/ 34558 h 110681"/>
                  <a:gd name="connsiteX11" fmla="*/ 24940 w 76287"/>
                  <a:gd name="connsiteY11" fmla="*/ 22739 h 110681"/>
                  <a:gd name="connsiteX12" fmla="*/ 37573 w 76287"/>
                  <a:gd name="connsiteY12" fmla="*/ 18990 h 110681"/>
                  <a:gd name="connsiteX13" fmla="*/ 48902 w 76287"/>
                  <a:gd name="connsiteY13" fmla="*/ 22903 h 110681"/>
                  <a:gd name="connsiteX14" fmla="*/ 53222 w 76287"/>
                  <a:gd name="connsiteY14" fmla="*/ 33579 h 110681"/>
                  <a:gd name="connsiteX15" fmla="*/ 52081 w 76287"/>
                  <a:gd name="connsiteY15" fmla="*/ 40344 h 110681"/>
                  <a:gd name="connsiteX16" fmla="*/ 48087 w 76287"/>
                  <a:gd name="connsiteY16" fmla="*/ 47272 h 110681"/>
                  <a:gd name="connsiteX17" fmla="*/ 40915 w 76287"/>
                  <a:gd name="connsiteY17" fmla="*/ 55667 h 110681"/>
                  <a:gd name="connsiteX18" fmla="*/ 0 w 76287"/>
                  <a:gd name="connsiteY18" fmla="*/ 98619 h 110681"/>
                  <a:gd name="connsiteX19" fmla="*/ 0 w 76287"/>
                  <a:gd name="connsiteY19" fmla="*/ 110682 h 110681"/>
                  <a:gd name="connsiteX20" fmla="*/ 76287 w 76287"/>
                  <a:gd name="connsiteY20" fmla="*/ 110682 h 110681"/>
                  <a:gd name="connsiteX21" fmla="*/ 76287 w 76287"/>
                  <a:gd name="connsiteY21" fmla="*/ 92425 h 110681"/>
                  <a:gd name="connsiteX22" fmla="*/ 32438 w 76287"/>
                  <a:gd name="connsiteY22" fmla="*/ 92425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81">
                    <a:moveTo>
                      <a:pt x="32520" y="92344"/>
                    </a:moveTo>
                    <a:lnTo>
                      <a:pt x="56482" y="67974"/>
                    </a:lnTo>
                    <a:cubicBezTo>
                      <a:pt x="60802" y="63491"/>
                      <a:pt x="64306" y="59498"/>
                      <a:pt x="66833" y="55993"/>
                    </a:cubicBezTo>
                    <a:cubicBezTo>
                      <a:pt x="69441" y="52407"/>
                      <a:pt x="71234" y="48821"/>
                      <a:pt x="72375" y="45234"/>
                    </a:cubicBezTo>
                    <a:cubicBezTo>
                      <a:pt x="73435" y="41648"/>
                      <a:pt x="74005" y="37573"/>
                      <a:pt x="74005" y="33172"/>
                    </a:cubicBezTo>
                    <a:cubicBezTo>
                      <a:pt x="74005" y="26489"/>
                      <a:pt x="72538" y="20620"/>
                      <a:pt x="69686" y="15649"/>
                    </a:cubicBezTo>
                    <a:cubicBezTo>
                      <a:pt x="66751" y="10677"/>
                      <a:pt x="62676" y="6846"/>
                      <a:pt x="57460" y="4075"/>
                    </a:cubicBezTo>
                    <a:cubicBezTo>
                      <a:pt x="52162" y="1304"/>
                      <a:pt x="45968" y="0"/>
                      <a:pt x="38714" y="0"/>
                    </a:cubicBezTo>
                    <a:cubicBezTo>
                      <a:pt x="30238" y="0"/>
                      <a:pt x="22739" y="1875"/>
                      <a:pt x="16301" y="5624"/>
                    </a:cubicBezTo>
                    <a:cubicBezTo>
                      <a:pt x="9862" y="9373"/>
                      <a:pt x="4483" y="14915"/>
                      <a:pt x="245" y="22332"/>
                    </a:cubicBezTo>
                    <a:lnTo>
                      <a:pt x="14671" y="34558"/>
                    </a:lnTo>
                    <a:cubicBezTo>
                      <a:pt x="17849" y="29178"/>
                      <a:pt x="21272" y="25266"/>
                      <a:pt x="24940" y="22739"/>
                    </a:cubicBezTo>
                    <a:cubicBezTo>
                      <a:pt x="28608" y="20294"/>
                      <a:pt x="32846" y="18990"/>
                      <a:pt x="37573" y="18990"/>
                    </a:cubicBezTo>
                    <a:cubicBezTo>
                      <a:pt x="42300" y="18990"/>
                      <a:pt x="45968" y="20294"/>
                      <a:pt x="48902" y="22903"/>
                    </a:cubicBezTo>
                    <a:cubicBezTo>
                      <a:pt x="51755" y="25511"/>
                      <a:pt x="53222" y="29015"/>
                      <a:pt x="53222" y="33579"/>
                    </a:cubicBezTo>
                    <a:cubicBezTo>
                      <a:pt x="53222" y="35943"/>
                      <a:pt x="52814" y="38225"/>
                      <a:pt x="52081" y="40344"/>
                    </a:cubicBezTo>
                    <a:cubicBezTo>
                      <a:pt x="51266" y="42463"/>
                      <a:pt x="49962" y="44745"/>
                      <a:pt x="48087" y="47272"/>
                    </a:cubicBezTo>
                    <a:cubicBezTo>
                      <a:pt x="46213" y="49717"/>
                      <a:pt x="43849" y="52570"/>
                      <a:pt x="40915" y="55667"/>
                    </a:cubicBezTo>
                    <a:lnTo>
                      <a:pt x="0" y="98619"/>
                    </a:lnTo>
                    <a:lnTo>
                      <a:pt x="0" y="110682"/>
                    </a:lnTo>
                    <a:lnTo>
                      <a:pt x="76287" y="110682"/>
                    </a:lnTo>
                    <a:lnTo>
                      <a:pt x="76287" y="92425"/>
                    </a:lnTo>
                    <a:lnTo>
                      <a:pt x="32438" y="92425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22DC66D-7831-B0D8-2CFC-AC56F0B8311E}"/>
                </a:ext>
              </a:extLst>
            </p:cNvPr>
            <p:cNvSpPr/>
            <p:nvPr/>
          </p:nvSpPr>
          <p:spPr>
            <a:xfrm>
              <a:off x="2352866" y="594305"/>
              <a:ext cx="251927" cy="50369"/>
            </a:xfrm>
            <a:custGeom>
              <a:avLst/>
              <a:gdLst>
                <a:gd name="connsiteX0" fmla="*/ 0 w 251927"/>
                <a:gd name="connsiteY0" fmla="*/ 0 h 50369"/>
                <a:gd name="connsiteX1" fmla="*/ 251928 w 251927"/>
                <a:gd name="connsiteY1" fmla="*/ 0 h 50369"/>
                <a:gd name="connsiteX2" fmla="*/ 251928 w 251927"/>
                <a:gd name="connsiteY2" fmla="*/ 50369 h 50369"/>
                <a:gd name="connsiteX3" fmla="*/ 0 w 25192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927" h="50369">
                  <a:moveTo>
                    <a:pt x="0" y="0"/>
                  </a:moveTo>
                  <a:lnTo>
                    <a:pt x="251928" y="0"/>
                  </a:lnTo>
                  <a:lnTo>
                    <a:pt x="251928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2" name="Graphic 2241">
            <a:extLst>
              <a:ext uri="{FF2B5EF4-FFF2-40B4-BE49-F238E27FC236}">
                <a16:creationId xmlns:a16="http://schemas.microsoft.com/office/drawing/2014/main" id="{80A350E2-B61A-56F0-CF9C-E3151C4B2950}"/>
              </a:ext>
            </a:extLst>
          </p:cNvPr>
          <p:cNvGrpSpPr/>
          <p:nvPr/>
        </p:nvGrpSpPr>
        <p:grpSpPr>
          <a:xfrm>
            <a:off x="2127372" y="1509180"/>
            <a:ext cx="897598" cy="222015"/>
            <a:chOff x="9293548" y="438715"/>
            <a:chExt cx="897598" cy="222015"/>
          </a:xfrm>
        </p:grpSpPr>
        <p:grpSp>
          <p:nvGrpSpPr>
            <p:cNvPr id="103" name="Graphic 2241">
              <a:extLst>
                <a:ext uri="{FF2B5EF4-FFF2-40B4-BE49-F238E27FC236}">
                  <a16:creationId xmlns:a16="http://schemas.microsoft.com/office/drawing/2014/main" id="{765E8259-6703-8F64-3F35-B31C026B6CE9}"/>
                </a:ext>
              </a:extLst>
            </p:cNvPr>
            <p:cNvGrpSpPr/>
            <p:nvPr/>
          </p:nvGrpSpPr>
          <p:grpSpPr>
            <a:xfrm>
              <a:off x="9293548" y="438715"/>
              <a:ext cx="897598" cy="112311"/>
              <a:chOff x="9293548" y="438715"/>
              <a:chExt cx="897598" cy="112311"/>
            </a:xfrm>
            <a:solidFill>
              <a:srgbClr val="403592"/>
            </a:solidFill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1D2456E3-F14B-1C23-3B14-E42470504285}"/>
                  </a:ext>
                </a:extLst>
              </p:cNvPr>
              <p:cNvSpPr/>
              <p:nvPr/>
            </p:nvSpPr>
            <p:spPr>
              <a:xfrm>
                <a:off x="9293548" y="438796"/>
                <a:ext cx="79465" cy="112230"/>
              </a:xfrm>
              <a:custGeom>
                <a:avLst/>
                <a:gdLst>
                  <a:gd name="connsiteX0" fmla="*/ 69441 w 79465"/>
                  <a:gd name="connsiteY0" fmla="*/ 55748 h 112230"/>
                  <a:gd name="connsiteX1" fmla="*/ 59416 w 79465"/>
                  <a:gd name="connsiteY1" fmla="*/ 49717 h 112230"/>
                  <a:gd name="connsiteX2" fmla="*/ 48413 w 79465"/>
                  <a:gd name="connsiteY2" fmla="*/ 45479 h 112230"/>
                  <a:gd name="connsiteX3" fmla="*/ 38225 w 79465"/>
                  <a:gd name="connsiteY3" fmla="*/ 41567 h 112230"/>
                  <a:gd name="connsiteX4" fmla="*/ 30890 w 79465"/>
                  <a:gd name="connsiteY4" fmla="*/ 36758 h 112230"/>
                  <a:gd name="connsiteX5" fmla="*/ 28119 w 79465"/>
                  <a:gd name="connsiteY5" fmla="*/ 29586 h 112230"/>
                  <a:gd name="connsiteX6" fmla="*/ 32276 w 79465"/>
                  <a:gd name="connsiteY6" fmla="*/ 21598 h 112230"/>
                  <a:gd name="connsiteX7" fmla="*/ 43767 w 79465"/>
                  <a:gd name="connsiteY7" fmla="*/ 18746 h 112230"/>
                  <a:gd name="connsiteX8" fmla="*/ 55178 w 79465"/>
                  <a:gd name="connsiteY8" fmla="*/ 21191 h 112230"/>
                  <a:gd name="connsiteX9" fmla="*/ 65040 w 79465"/>
                  <a:gd name="connsiteY9" fmla="*/ 28934 h 112230"/>
                  <a:gd name="connsiteX10" fmla="*/ 78977 w 79465"/>
                  <a:gd name="connsiteY10" fmla="*/ 14997 h 112230"/>
                  <a:gd name="connsiteX11" fmla="*/ 64306 w 79465"/>
                  <a:gd name="connsiteY11" fmla="*/ 4157 h 112230"/>
                  <a:gd name="connsiteX12" fmla="*/ 44093 w 79465"/>
                  <a:gd name="connsiteY12" fmla="*/ 0 h 112230"/>
                  <a:gd name="connsiteX13" fmla="*/ 25184 w 79465"/>
                  <a:gd name="connsiteY13" fmla="*/ 3749 h 112230"/>
                  <a:gd name="connsiteX14" fmla="*/ 11981 w 79465"/>
                  <a:gd name="connsiteY14" fmla="*/ 14426 h 112230"/>
                  <a:gd name="connsiteX15" fmla="*/ 7172 w 79465"/>
                  <a:gd name="connsiteY15" fmla="*/ 31297 h 112230"/>
                  <a:gd name="connsiteX16" fmla="*/ 9862 w 79465"/>
                  <a:gd name="connsiteY16" fmla="*/ 45234 h 112230"/>
                  <a:gd name="connsiteX17" fmla="*/ 17197 w 79465"/>
                  <a:gd name="connsiteY17" fmla="*/ 54200 h 112230"/>
                  <a:gd name="connsiteX18" fmla="*/ 27304 w 79465"/>
                  <a:gd name="connsiteY18" fmla="*/ 60068 h 112230"/>
                  <a:gd name="connsiteX19" fmla="*/ 38225 w 79465"/>
                  <a:gd name="connsiteY19" fmla="*/ 64143 h 112230"/>
                  <a:gd name="connsiteX20" fmla="*/ 48332 w 79465"/>
                  <a:gd name="connsiteY20" fmla="*/ 68055 h 112230"/>
                  <a:gd name="connsiteX21" fmla="*/ 55667 w 79465"/>
                  <a:gd name="connsiteY21" fmla="*/ 73272 h 112230"/>
                  <a:gd name="connsiteX22" fmla="*/ 58438 w 79465"/>
                  <a:gd name="connsiteY22" fmla="*/ 81341 h 112230"/>
                  <a:gd name="connsiteX23" fmla="*/ 53629 w 79465"/>
                  <a:gd name="connsiteY23" fmla="*/ 90306 h 112230"/>
                  <a:gd name="connsiteX24" fmla="*/ 40589 w 79465"/>
                  <a:gd name="connsiteY24" fmla="*/ 93566 h 112230"/>
                  <a:gd name="connsiteX25" fmla="*/ 25184 w 79465"/>
                  <a:gd name="connsiteY25" fmla="*/ 90061 h 112230"/>
                  <a:gd name="connsiteX26" fmla="*/ 13937 w 79465"/>
                  <a:gd name="connsiteY26" fmla="*/ 80200 h 112230"/>
                  <a:gd name="connsiteX27" fmla="*/ 0 w 79465"/>
                  <a:gd name="connsiteY27" fmla="*/ 94137 h 112230"/>
                  <a:gd name="connsiteX28" fmla="*/ 16953 w 79465"/>
                  <a:gd name="connsiteY28" fmla="*/ 107748 h 112230"/>
                  <a:gd name="connsiteX29" fmla="*/ 39366 w 79465"/>
                  <a:gd name="connsiteY29" fmla="*/ 112230 h 112230"/>
                  <a:gd name="connsiteX30" fmla="*/ 68789 w 79465"/>
                  <a:gd name="connsiteY30" fmla="*/ 103510 h 112230"/>
                  <a:gd name="connsiteX31" fmla="*/ 79466 w 79465"/>
                  <a:gd name="connsiteY31" fmla="*/ 79547 h 112230"/>
                  <a:gd name="connsiteX32" fmla="*/ 76695 w 79465"/>
                  <a:gd name="connsiteY32" fmla="*/ 65203 h 112230"/>
                  <a:gd name="connsiteX33" fmla="*/ 69360 w 79465"/>
                  <a:gd name="connsiteY33" fmla="*/ 55748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69441" y="55748"/>
                    </a:moveTo>
                    <a:cubicBezTo>
                      <a:pt x="66425" y="53303"/>
                      <a:pt x="63084" y="51266"/>
                      <a:pt x="59416" y="49717"/>
                    </a:cubicBezTo>
                    <a:cubicBezTo>
                      <a:pt x="55830" y="48087"/>
                      <a:pt x="52162" y="46702"/>
                      <a:pt x="48413" y="45479"/>
                    </a:cubicBezTo>
                    <a:cubicBezTo>
                      <a:pt x="44664" y="44256"/>
                      <a:pt x="41322" y="42952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6" y="21598"/>
                    </a:cubicBezTo>
                    <a:cubicBezTo>
                      <a:pt x="35046" y="19724"/>
                      <a:pt x="38877" y="18746"/>
                      <a:pt x="43767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4" y="3749"/>
                    </a:cubicBezTo>
                    <a:cubicBezTo>
                      <a:pt x="19642" y="6194"/>
                      <a:pt x="15241" y="9780"/>
                      <a:pt x="11981" y="14426"/>
                    </a:cubicBezTo>
                    <a:cubicBezTo>
                      <a:pt x="8803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4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3"/>
                      <a:pt x="23636" y="58520"/>
                      <a:pt x="27304" y="60068"/>
                    </a:cubicBezTo>
                    <a:cubicBezTo>
                      <a:pt x="30890" y="61617"/>
                      <a:pt x="34557" y="63002"/>
                      <a:pt x="38225" y="64143"/>
                    </a:cubicBezTo>
                    <a:cubicBezTo>
                      <a:pt x="41893" y="65284"/>
                      <a:pt x="45234" y="66588"/>
                      <a:pt x="48332" y="68055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49" y="93566"/>
                      <a:pt x="40589" y="93566"/>
                    </a:cubicBezTo>
                    <a:cubicBezTo>
                      <a:pt x="34476" y="93566"/>
                      <a:pt x="29341" y="92425"/>
                      <a:pt x="25184" y="90061"/>
                    </a:cubicBezTo>
                    <a:cubicBezTo>
                      <a:pt x="21028" y="87698"/>
                      <a:pt x="17279" y="84438"/>
                      <a:pt x="13937" y="80200"/>
                    </a:cubicBezTo>
                    <a:lnTo>
                      <a:pt x="0" y="94137"/>
                    </a:lnTo>
                    <a:cubicBezTo>
                      <a:pt x="5053" y="100249"/>
                      <a:pt x="10759" y="104814"/>
                      <a:pt x="16953" y="107748"/>
                    </a:cubicBezTo>
                    <a:cubicBezTo>
                      <a:pt x="23228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10"/>
                    </a:cubicBezTo>
                    <a:cubicBezTo>
                      <a:pt x="75961" y="97641"/>
                      <a:pt x="79466" y="89654"/>
                      <a:pt x="79466" y="79547"/>
                    </a:cubicBezTo>
                    <a:cubicBezTo>
                      <a:pt x="79466" y="73842"/>
                      <a:pt x="78570" y="69115"/>
                      <a:pt x="76695" y="65203"/>
                    </a:cubicBezTo>
                    <a:cubicBezTo>
                      <a:pt x="74820" y="61291"/>
                      <a:pt x="72375" y="58194"/>
                      <a:pt x="69360" y="5574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6BF856C6-AE4B-B65D-27DD-1178034183E7}"/>
                  </a:ext>
                </a:extLst>
              </p:cNvPr>
              <p:cNvSpPr/>
              <p:nvPr/>
            </p:nvSpPr>
            <p:spPr>
              <a:xfrm>
                <a:off x="9385403" y="440345"/>
                <a:ext cx="90713" cy="108970"/>
              </a:xfrm>
              <a:custGeom>
                <a:avLst/>
                <a:gdLst>
                  <a:gd name="connsiteX0" fmla="*/ 90713 w 90713"/>
                  <a:gd name="connsiteY0" fmla="*/ 18746 h 108970"/>
                  <a:gd name="connsiteX1" fmla="*/ 90713 w 90713"/>
                  <a:gd name="connsiteY1" fmla="*/ 0 h 108970"/>
                  <a:gd name="connsiteX2" fmla="*/ 0 w 90713"/>
                  <a:gd name="connsiteY2" fmla="*/ 0 h 108970"/>
                  <a:gd name="connsiteX3" fmla="*/ 0 w 90713"/>
                  <a:gd name="connsiteY3" fmla="*/ 18746 h 108970"/>
                  <a:gd name="connsiteX4" fmla="*/ 34720 w 90713"/>
                  <a:gd name="connsiteY4" fmla="*/ 18746 h 108970"/>
                  <a:gd name="connsiteX5" fmla="*/ 34720 w 90713"/>
                  <a:gd name="connsiteY5" fmla="*/ 108970 h 108970"/>
                  <a:gd name="connsiteX6" fmla="*/ 55993 w 90713"/>
                  <a:gd name="connsiteY6" fmla="*/ 108970 h 108970"/>
                  <a:gd name="connsiteX7" fmla="*/ 55993 w 90713"/>
                  <a:gd name="connsiteY7" fmla="*/ 18746 h 108970"/>
                  <a:gd name="connsiteX8" fmla="*/ 90713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90713" y="18746"/>
                    </a:moveTo>
                    <a:lnTo>
                      <a:pt x="90713" y="0"/>
                    </a:lnTo>
                    <a:lnTo>
                      <a:pt x="0" y="0"/>
                    </a:lnTo>
                    <a:lnTo>
                      <a:pt x="0" y="18746"/>
                    </a:lnTo>
                    <a:lnTo>
                      <a:pt x="34720" y="18746"/>
                    </a:lnTo>
                    <a:lnTo>
                      <a:pt x="34720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3" y="1874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0F9E2240-BA85-5DF0-FF8A-899B5E4C2E78}"/>
                  </a:ext>
                </a:extLst>
              </p:cNvPr>
              <p:cNvSpPr/>
              <p:nvPr/>
            </p:nvSpPr>
            <p:spPr>
              <a:xfrm>
                <a:off x="9476116" y="440345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1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0990 h 108970"/>
                  <a:gd name="connsiteX10" fmla="*/ 52570 w 104976"/>
                  <a:gd name="connsiteY10" fmla="*/ 29830 h 108970"/>
                  <a:gd name="connsiteX11" fmla="*/ 68137 w 104976"/>
                  <a:gd name="connsiteY11" fmla="*/ 70990 h 108970"/>
                  <a:gd name="connsiteX12" fmla="*/ 36840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1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0990"/>
                    </a:moveTo>
                    <a:lnTo>
                      <a:pt x="52570" y="29830"/>
                    </a:lnTo>
                    <a:lnTo>
                      <a:pt x="68137" y="70990"/>
                    </a:lnTo>
                    <a:lnTo>
                      <a:pt x="36840" y="7099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5CC618C3-33F3-931A-84A5-B51FA11F5EE0}"/>
                  </a:ext>
                </a:extLst>
              </p:cNvPr>
              <p:cNvSpPr/>
              <p:nvPr/>
            </p:nvSpPr>
            <p:spPr>
              <a:xfrm>
                <a:off x="9601713" y="440345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09 w 85171"/>
                  <a:gd name="connsiteY8" fmla="*/ 108970 h 108970"/>
                  <a:gd name="connsiteX9" fmla="*/ 21109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109 w 85171"/>
                  <a:gd name="connsiteY15" fmla="*/ 17197 h 108970"/>
                  <a:gd name="connsiteX16" fmla="*/ 40833 w 85171"/>
                  <a:gd name="connsiteY16" fmla="*/ 17197 h 108970"/>
                  <a:gd name="connsiteX17" fmla="*/ 52733 w 85171"/>
                  <a:gd name="connsiteY17" fmla="*/ 21435 h 108970"/>
                  <a:gd name="connsiteX18" fmla="*/ 56889 w 85171"/>
                  <a:gd name="connsiteY18" fmla="*/ 32194 h 108970"/>
                  <a:gd name="connsiteX19" fmla="*/ 52733 w 85171"/>
                  <a:gd name="connsiteY19" fmla="*/ 42952 h 108970"/>
                  <a:gd name="connsiteX20" fmla="*/ 40670 w 85171"/>
                  <a:gd name="connsiteY20" fmla="*/ 46865 h 108970"/>
                  <a:gd name="connsiteX21" fmla="*/ 21109 w 85171"/>
                  <a:gd name="connsiteY21" fmla="*/ 46865 h 108970"/>
                  <a:gd name="connsiteX22" fmla="*/ 21109 w 85171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3"/>
                      <a:pt x="57460" y="61372"/>
                      <a:pt x="61128" y="59498"/>
                    </a:cubicBezTo>
                    <a:close/>
                    <a:moveTo>
                      <a:pt x="21109" y="17197"/>
                    </a:moveTo>
                    <a:lnTo>
                      <a:pt x="40833" y="17197"/>
                    </a:lnTo>
                    <a:cubicBezTo>
                      <a:pt x="45968" y="17197"/>
                      <a:pt x="49962" y="18583"/>
                      <a:pt x="52733" y="21435"/>
                    </a:cubicBezTo>
                    <a:cubicBezTo>
                      <a:pt x="55504" y="24288"/>
                      <a:pt x="56889" y="27874"/>
                      <a:pt x="56889" y="32194"/>
                    </a:cubicBezTo>
                    <a:cubicBezTo>
                      <a:pt x="56889" y="36514"/>
                      <a:pt x="55504" y="40344"/>
                      <a:pt x="52733" y="42952"/>
                    </a:cubicBezTo>
                    <a:cubicBezTo>
                      <a:pt x="49962" y="45560"/>
                      <a:pt x="45887" y="46865"/>
                      <a:pt x="40670" y="46865"/>
                    </a:cubicBezTo>
                    <a:lnTo>
                      <a:pt x="21109" y="46865"/>
                    </a:lnTo>
                    <a:lnTo>
                      <a:pt x="21109" y="1711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4E4BE116-6131-2F93-EFDB-59CB19679AB8}"/>
                  </a:ext>
                </a:extLst>
              </p:cNvPr>
              <p:cNvSpPr/>
              <p:nvPr/>
            </p:nvSpPr>
            <p:spPr>
              <a:xfrm>
                <a:off x="9697969" y="500495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30 w 53629"/>
                  <a:gd name="connsiteY1" fmla="*/ 0 h 18582"/>
                  <a:gd name="connsiteX2" fmla="*/ 53630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30" y="0"/>
                    </a:lnTo>
                    <a:lnTo>
                      <a:pt x="53630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EBBF2C1C-C763-0ACC-A28E-3F51E15BCD70}"/>
                  </a:ext>
                </a:extLst>
              </p:cNvPr>
              <p:cNvSpPr/>
              <p:nvPr/>
            </p:nvSpPr>
            <p:spPr>
              <a:xfrm>
                <a:off x="9776375" y="438715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1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3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1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5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9 w 110029"/>
                  <a:gd name="connsiteY23" fmla="*/ 112230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2" y="72212"/>
                      <a:pt x="85824" y="75065"/>
                      <a:pt x="84519" y="77591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4" y="84845"/>
                      <a:pt x="29178" y="80526"/>
                      <a:pt x="26244" y="75065"/>
                    </a:cubicBezTo>
                    <a:cubicBezTo>
                      <a:pt x="23228" y="69604"/>
                      <a:pt x="21761" y="63165"/>
                      <a:pt x="21761" y="55830"/>
                    </a:cubicBezTo>
                    <a:cubicBezTo>
                      <a:pt x="21761" y="48495"/>
                      <a:pt x="23228" y="42382"/>
                      <a:pt x="26244" y="36921"/>
                    </a:cubicBezTo>
                    <a:cubicBezTo>
                      <a:pt x="29260" y="31460"/>
                      <a:pt x="33416" y="27141"/>
                      <a:pt x="38714" y="24125"/>
                    </a:cubicBezTo>
                    <a:cubicBezTo>
                      <a:pt x="44012" y="21109"/>
                      <a:pt x="50125" y="19561"/>
                      <a:pt x="57053" y="19561"/>
                    </a:cubicBezTo>
                    <a:cubicBezTo>
                      <a:pt x="63165" y="19561"/>
                      <a:pt x="68707" y="20783"/>
                      <a:pt x="73761" y="23147"/>
                    </a:cubicBezTo>
                    <a:cubicBezTo>
                      <a:pt x="78814" y="25511"/>
                      <a:pt x="82971" y="29015"/>
                      <a:pt x="86313" y="33498"/>
                    </a:cubicBezTo>
                    <a:lnTo>
                      <a:pt x="100738" y="19072"/>
                    </a:lnTo>
                    <a:cubicBezTo>
                      <a:pt x="95685" y="12959"/>
                      <a:pt x="89410" y="8313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6"/>
                      <a:pt x="34721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1" y="21191"/>
                      <a:pt x="7336" y="27141"/>
                      <a:pt x="4401" y="33905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763"/>
                      <a:pt x="48087" y="112230"/>
                      <a:pt x="55749" y="112230"/>
                    </a:cubicBezTo>
                    <a:cubicBezTo>
                      <a:pt x="66262" y="112230"/>
                      <a:pt x="75636" y="110030"/>
                      <a:pt x="83786" y="105629"/>
                    </a:cubicBezTo>
                    <a:cubicBezTo>
                      <a:pt x="91936" y="101227"/>
                      <a:pt x="98375" y="94626"/>
                      <a:pt x="103021" y="85823"/>
                    </a:cubicBezTo>
                    <a:cubicBezTo>
                      <a:pt x="107666" y="77021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E71DF277-F8E4-9864-9A6D-1CCEC2C1D6DC}"/>
                  </a:ext>
                </a:extLst>
              </p:cNvPr>
              <p:cNvSpPr/>
              <p:nvPr/>
            </p:nvSpPr>
            <p:spPr>
              <a:xfrm>
                <a:off x="9897408" y="440345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1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0990 h 108970"/>
                  <a:gd name="connsiteX10" fmla="*/ 52488 w 104976"/>
                  <a:gd name="connsiteY10" fmla="*/ 29830 h 108970"/>
                  <a:gd name="connsiteX11" fmla="*/ 68056 w 104976"/>
                  <a:gd name="connsiteY11" fmla="*/ 70990 h 108970"/>
                  <a:gd name="connsiteX12" fmla="*/ 36758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1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0990"/>
                    </a:moveTo>
                    <a:lnTo>
                      <a:pt x="52488" y="29830"/>
                    </a:lnTo>
                    <a:lnTo>
                      <a:pt x="68056" y="70990"/>
                    </a:lnTo>
                    <a:lnTo>
                      <a:pt x="36758" y="7099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7975792-60DB-26B5-EEB7-93B7AB88A8AC}"/>
                  </a:ext>
                </a:extLst>
              </p:cNvPr>
              <p:cNvSpPr/>
              <p:nvPr/>
            </p:nvSpPr>
            <p:spPr>
              <a:xfrm>
                <a:off x="10002303" y="440345"/>
                <a:ext cx="90713" cy="108970"/>
              </a:xfrm>
              <a:custGeom>
                <a:avLst/>
                <a:gdLst>
                  <a:gd name="connsiteX0" fmla="*/ 0 w 90713"/>
                  <a:gd name="connsiteY0" fmla="*/ 18746 h 108970"/>
                  <a:gd name="connsiteX1" fmla="*/ 34720 w 90713"/>
                  <a:gd name="connsiteY1" fmla="*/ 18746 h 108970"/>
                  <a:gd name="connsiteX2" fmla="*/ 34720 w 90713"/>
                  <a:gd name="connsiteY2" fmla="*/ 108970 h 108970"/>
                  <a:gd name="connsiteX3" fmla="*/ 55993 w 90713"/>
                  <a:gd name="connsiteY3" fmla="*/ 108970 h 108970"/>
                  <a:gd name="connsiteX4" fmla="*/ 55993 w 90713"/>
                  <a:gd name="connsiteY4" fmla="*/ 18746 h 108970"/>
                  <a:gd name="connsiteX5" fmla="*/ 90713 w 90713"/>
                  <a:gd name="connsiteY5" fmla="*/ 18746 h 108970"/>
                  <a:gd name="connsiteX6" fmla="*/ 90713 w 90713"/>
                  <a:gd name="connsiteY6" fmla="*/ 0 h 108970"/>
                  <a:gd name="connsiteX7" fmla="*/ 0 w 90713"/>
                  <a:gd name="connsiteY7" fmla="*/ 0 h 108970"/>
                  <a:gd name="connsiteX8" fmla="*/ 0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0" y="18746"/>
                    </a:moveTo>
                    <a:lnTo>
                      <a:pt x="34720" y="18746"/>
                    </a:lnTo>
                    <a:lnTo>
                      <a:pt x="34720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3" y="18746"/>
                    </a:lnTo>
                    <a:lnTo>
                      <a:pt x="90713" y="0"/>
                    </a:lnTo>
                    <a:lnTo>
                      <a:pt x="0" y="0"/>
                    </a:lnTo>
                    <a:lnTo>
                      <a:pt x="0" y="1874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034418DB-36FE-CAF8-C72E-4F3988E112F1}"/>
                  </a:ext>
                </a:extLst>
              </p:cNvPr>
              <p:cNvSpPr/>
              <p:nvPr/>
            </p:nvSpPr>
            <p:spPr>
              <a:xfrm>
                <a:off x="10115349" y="440345"/>
                <a:ext cx="75798" cy="108970"/>
              </a:xfrm>
              <a:custGeom>
                <a:avLst/>
                <a:gdLst>
                  <a:gd name="connsiteX0" fmla="*/ 21109 w 75798"/>
                  <a:gd name="connsiteY0" fmla="*/ 90387 h 108970"/>
                  <a:gd name="connsiteX1" fmla="*/ 21109 w 75798"/>
                  <a:gd name="connsiteY1" fmla="*/ 62432 h 108970"/>
                  <a:gd name="connsiteX2" fmla="*/ 70500 w 75798"/>
                  <a:gd name="connsiteY2" fmla="*/ 62432 h 108970"/>
                  <a:gd name="connsiteX3" fmla="*/ 70500 w 75798"/>
                  <a:gd name="connsiteY3" fmla="*/ 44338 h 108970"/>
                  <a:gd name="connsiteX4" fmla="*/ 21109 w 75798"/>
                  <a:gd name="connsiteY4" fmla="*/ 44338 h 108970"/>
                  <a:gd name="connsiteX5" fmla="*/ 21109 w 75798"/>
                  <a:gd name="connsiteY5" fmla="*/ 18583 h 108970"/>
                  <a:gd name="connsiteX6" fmla="*/ 75064 w 75798"/>
                  <a:gd name="connsiteY6" fmla="*/ 18583 h 108970"/>
                  <a:gd name="connsiteX7" fmla="*/ 75064 w 75798"/>
                  <a:gd name="connsiteY7" fmla="*/ 0 h 108970"/>
                  <a:gd name="connsiteX8" fmla="*/ 21109 w 75798"/>
                  <a:gd name="connsiteY8" fmla="*/ 0 h 108970"/>
                  <a:gd name="connsiteX9" fmla="*/ 15485 w 75798"/>
                  <a:gd name="connsiteY9" fmla="*/ 0 h 108970"/>
                  <a:gd name="connsiteX10" fmla="*/ 0 w 75798"/>
                  <a:gd name="connsiteY10" fmla="*/ 0 h 108970"/>
                  <a:gd name="connsiteX11" fmla="*/ 0 w 75798"/>
                  <a:gd name="connsiteY11" fmla="*/ 108970 h 108970"/>
                  <a:gd name="connsiteX12" fmla="*/ 15485 w 75798"/>
                  <a:gd name="connsiteY12" fmla="*/ 108970 h 108970"/>
                  <a:gd name="connsiteX13" fmla="*/ 21109 w 75798"/>
                  <a:gd name="connsiteY13" fmla="*/ 108970 h 108970"/>
                  <a:gd name="connsiteX14" fmla="*/ 75798 w 75798"/>
                  <a:gd name="connsiteY14" fmla="*/ 108970 h 108970"/>
                  <a:gd name="connsiteX15" fmla="*/ 75798 w 75798"/>
                  <a:gd name="connsiteY15" fmla="*/ 90387 h 108970"/>
                  <a:gd name="connsiteX16" fmla="*/ 21109 w 75798"/>
                  <a:gd name="connsiteY16" fmla="*/ 9038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8970">
                    <a:moveTo>
                      <a:pt x="21109" y="90387"/>
                    </a:moveTo>
                    <a:lnTo>
                      <a:pt x="21109" y="62432"/>
                    </a:lnTo>
                    <a:lnTo>
                      <a:pt x="70500" y="62432"/>
                    </a:lnTo>
                    <a:lnTo>
                      <a:pt x="70500" y="44338"/>
                    </a:lnTo>
                    <a:lnTo>
                      <a:pt x="21109" y="44338"/>
                    </a:lnTo>
                    <a:lnTo>
                      <a:pt x="21109" y="18583"/>
                    </a:lnTo>
                    <a:lnTo>
                      <a:pt x="75064" y="18583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15485" y="108970"/>
                    </a:lnTo>
                    <a:lnTo>
                      <a:pt x="21109" y="108970"/>
                    </a:lnTo>
                    <a:lnTo>
                      <a:pt x="75798" y="108970"/>
                    </a:lnTo>
                    <a:lnTo>
                      <a:pt x="75798" y="90387"/>
                    </a:lnTo>
                    <a:lnTo>
                      <a:pt x="21109" y="9038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E3F7C21-F850-9A5A-7A13-97C618664B68}"/>
                </a:ext>
              </a:extLst>
            </p:cNvPr>
            <p:cNvSpPr/>
            <p:nvPr/>
          </p:nvSpPr>
          <p:spPr>
            <a:xfrm>
              <a:off x="9296564" y="610361"/>
              <a:ext cx="891486" cy="50369"/>
            </a:xfrm>
            <a:custGeom>
              <a:avLst/>
              <a:gdLst>
                <a:gd name="connsiteX0" fmla="*/ 0 w 891486"/>
                <a:gd name="connsiteY0" fmla="*/ 0 h 50369"/>
                <a:gd name="connsiteX1" fmla="*/ 891486 w 891486"/>
                <a:gd name="connsiteY1" fmla="*/ 0 h 50369"/>
                <a:gd name="connsiteX2" fmla="*/ 891486 w 891486"/>
                <a:gd name="connsiteY2" fmla="*/ 50369 h 50369"/>
                <a:gd name="connsiteX3" fmla="*/ 0 w 891486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1486" h="50369">
                  <a:moveTo>
                    <a:pt x="0" y="0"/>
                  </a:moveTo>
                  <a:lnTo>
                    <a:pt x="891486" y="0"/>
                  </a:lnTo>
                  <a:lnTo>
                    <a:pt x="891486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4" name="Graphic 2241">
            <a:extLst>
              <a:ext uri="{FF2B5EF4-FFF2-40B4-BE49-F238E27FC236}">
                <a16:creationId xmlns:a16="http://schemas.microsoft.com/office/drawing/2014/main" id="{3CCD2285-0D05-C9E5-972F-AA5B11B70942}"/>
              </a:ext>
            </a:extLst>
          </p:cNvPr>
          <p:cNvGrpSpPr/>
          <p:nvPr/>
        </p:nvGrpSpPr>
        <p:grpSpPr>
          <a:xfrm>
            <a:off x="2127372" y="2037428"/>
            <a:ext cx="452833" cy="222015"/>
            <a:chOff x="9515971" y="1644805"/>
            <a:chExt cx="452833" cy="222015"/>
          </a:xfrm>
        </p:grpSpPr>
        <p:grpSp>
          <p:nvGrpSpPr>
            <p:cNvPr id="115" name="Graphic 2241">
              <a:extLst>
                <a:ext uri="{FF2B5EF4-FFF2-40B4-BE49-F238E27FC236}">
                  <a16:creationId xmlns:a16="http://schemas.microsoft.com/office/drawing/2014/main" id="{2ADC86B0-1BC1-E376-3954-C2473E1E52E4}"/>
                </a:ext>
              </a:extLst>
            </p:cNvPr>
            <p:cNvGrpSpPr/>
            <p:nvPr/>
          </p:nvGrpSpPr>
          <p:grpSpPr>
            <a:xfrm>
              <a:off x="9516053" y="1644805"/>
              <a:ext cx="452752" cy="112230"/>
              <a:chOff x="9516053" y="1644805"/>
              <a:chExt cx="452752" cy="112230"/>
            </a:xfrm>
            <a:solidFill>
              <a:srgbClr val="403592"/>
            </a:solidFill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C088A5E3-39F9-409F-97B2-891390769083}"/>
                  </a:ext>
                </a:extLst>
              </p:cNvPr>
              <p:cNvSpPr/>
              <p:nvPr/>
            </p:nvSpPr>
            <p:spPr>
              <a:xfrm>
                <a:off x="9516053" y="1646353"/>
                <a:ext cx="103264" cy="109051"/>
              </a:xfrm>
              <a:custGeom>
                <a:avLst/>
                <a:gdLst>
                  <a:gd name="connsiteX0" fmla="*/ 51755 w 103264"/>
                  <a:gd name="connsiteY0" fmla="*/ 76532 h 109051"/>
                  <a:gd name="connsiteX1" fmla="*/ 22984 w 103264"/>
                  <a:gd name="connsiteY1" fmla="*/ 0 h 109051"/>
                  <a:gd name="connsiteX2" fmla="*/ 0 w 103264"/>
                  <a:gd name="connsiteY2" fmla="*/ 0 h 109051"/>
                  <a:gd name="connsiteX3" fmla="*/ 43115 w 103264"/>
                  <a:gd name="connsiteY3" fmla="*/ 109052 h 109051"/>
                  <a:gd name="connsiteX4" fmla="*/ 59905 w 103264"/>
                  <a:gd name="connsiteY4" fmla="*/ 109052 h 109051"/>
                  <a:gd name="connsiteX5" fmla="*/ 103265 w 103264"/>
                  <a:gd name="connsiteY5" fmla="*/ 0 h 109051"/>
                  <a:gd name="connsiteX6" fmla="*/ 80770 w 103264"/>
                  <a:gd name="connsiteY6" fmla="*/ 0 h 109051"/>
                  <a:gd name="connsiteX7" fmla="*/ 51755 w 103264"/>
                  <a:gd name="connsiteY7" fmla="*/ 7653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264" h="109051">
                    <a:moveTo>
                      <a:pt x="51755" y="76532"/>
                    </a:moveTo>
                    <a:lnTo>
                      <a:pt x="22984" y="0"/>
                    </a:lnTo>
                    <a:lnTo>
                      <a:pt x="0" y="0"/>
                    </a:lnTo>
                    <a:lnTo>
                      <a:pt x="43115" y="109052"/>
                    </a:lnTo>
                    <a:lnTo>
                      <a:pt x="59905" y="109052"/>
                    </a:lnTo>
                    <a:lnTo>
                      <a:pt x="103265" y="0"/>
                    </a:lnTo>
                    <a:lnTo>
                      <a:pt x="80770" y="0"/>
                    </a:lnTo>
                    <a:lnTo>
                      <a:pt x="51755" y="76532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DA00B181-6C3D-CD49-CF2F-AA31BDA6823B}"/>
                  </a:ext>
                </a:extLst>
              </p:cNvPr>
              <p:cNvSpPr/>
              <p:nvPr/>
            </p:nvSpPr>
            <p:spPr>
              <a:xfrm>
                <a:off x="9641324" y="1646353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C2D9FF1-DE0E-DAD7-EFD4-4D9BBBCC4C3D}"/>
                  </a:ext>
                </a:extLst>
              </p:cNvPr>
              <p:cNvSpPr/>
              <p:nvPr/>
            </p:nvSpPr>
            <p:spPr>
              <a:xfrm>
                <a:off x="9686884" y="1644805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1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5 w 110029"/>
                  <a:gd name="connsiteY15" fmla="*/ 0 h 112230"/>
                  <a:gd name="connsiteX16" fmla="*/ 34721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6 h 112230"/>
                  <a:gd name="connsiteX19" fmla="*/ 0 w 110029"/>
                  <a:gd name="connsiteY19" fmla="*/ 55830 h 112230"/>
                  <a:gd name="connsiteX20" fmla="*/ 4319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0 h 112230"/>
                  <a:gd name="connsiteX24" fmla="*/ 83785 w 110029"/>
                  <a:gd name="connsiteY24" fmla="*/ 105629 h 112230"/>
                  <a:gd name="connsiteX25" fmla="*/ 103020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1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7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8" y="69604"/>
                      <a:pt x="21761" y="63165"/>
                      <a:pt x="21761" y="55830"/>
                    </a:cubicBezTo>
                    <a:cubicBezTo>
                      <a:pt x="21761" y="48495"/>
                      <a:pt x="23228" y="42382"/>
                      <a:pt x="26244" y="36921"/>
                    </a:cubicBezTo>
                    <a:cubicBezTo>
                      <a:pt x="29260" y="31460"/>
                      <a:pt x="33416" y="27222"/>
                      <a:pt x="38714" y="24125"/>
                    </a:cubicBezTo>
                    <a:cubicBezTo>
                      <a:pt x="44012" y="21109"/>
                      <a:pt x="50124" y="19561"/>
                      <a:pt x="57053" y="19561"/>
                    </a:cubicBezTo>
                    <a:cubicBezTo>
                      <a:pt x="63165" y="19561"/>
                      <a:pt x="68707" y="20783"/>
                      <a:pt x="73761" y="23147"/>
                    </a:cubicBezTo>
                    <a:cubicBezTo>
                      <a:pt x="78814" y="25511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3"/>
                      <a:pt x="81911" y="4972"/>
                    </a:cubicBezTo>
                    <a:cubicBezTo>
                      <a:pt x="74413" y="1630"/>
                      <a:pt x="66181" y="0"/>
                      <a:pt x="57215" y="0"/>
                    </a:cubicBezTo>
                    <a:cubicBezTo>
                      <a:pt x="49146" y="0"/>
                      <a:pt x="41648" y="1386"/>
                      <a:pt x="34721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0" y="21191"/>
                      <a:pt x="7335" y="27141"/>
                      <a:pt x="4401" y="33906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19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4" y="110763"/>
                      <a:pt x="48168" y="112230"/>
                      <a:pt x="55748" y="112230"/>
                    </a:cubicBezTo>
                    <a:cubicBezTo>
                      <a:pt x="66262" y="112230"/>
                      <a:pt x="75635" y="110030"/>
                      <a:pt x="83785" y="105629"/>
                    </a:cubicBezTo>
                    <a:cubicBezTo>
                      <a:pt x="91936" y="101227"/>
                      <a:pt x="98375" y="94626"/>
                      <a:pt x="103020" y="85823"/>
                    </a:cubicBezTo>
                    <a:cubicBezTo>
                      <a:pt x="107666" y="77021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634C68A3-8E18-61A4-8856-9D2EBD23196E}"/>
                  </a:ext>
                </a:extLst>
              </p:cNvPr>
              <p:cNvSpPr/>
              <p:nvPr/>
            </p:nvSpPr>
            <p:spPr>
              <a:xfrm>
                <a:off x="9820876" y="1646353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74E3E86-7D8E-88D0-06B0-C1AC02E1F238}"/>
                  </a:ext>
                </a:extLst>
              </p:cNvPr>
              <p:cNvSpPr/>
              <p:nvPr/>
            </p:nvSpPr>
            <p:spPr>
              <a:xfrm>
                <a:off x="9863828" y="1646435"/>
                <a:ext cx="104976" cy="108970"/>
              </a:xfrm>
              <a:custGeom>
                <a:avLst/>
                <a:gdLst>
                  <a:gd name="connsiteX0" fmla="*/ 82482 w 104976"/>
                  <a:gd name="connsiteY0" fmla="*/ 108970 h 108970"/>
                  <a:gd name="connsiteX1" fmla="*/ 104977 w 104976"/>
                  <a:gd name="connsiteY1" fmla="*/ 108970 h 108970"/>
                  <a:gd name="connsiteX2" fmla="*/ 61372 w 104976"/>
                  <a:gd name="connsiteY2" fmla="*/ 0 h 108970"/>
                  <a:gd name="connsiteX3" fmla="*/ 44012 w 104976"/>
                  <a:gd name="connsiteY3" fmla="*/ 0 h 108970"/>
                  <a:gd name="connsiteX4" fmla="*/ 0 w 104976"/>
                  <a:gd name="connsiteY4" fmla="*/ 108970 h 108970"/>
                  <a:gd name="connsiteX5" fmla="*/ 22332 w 104976"/>
                  <a:gd name="connsiteY5" fmla="*/ 108970 h 108970"/>
                  <a:gd name="connsiteX6" fmla="*/ 30075 w 104976"/>
                  <a:gd name="connsiteY6" fmla="*/ 88676 h 108970"/>
                  <a:gd name="connsiteX7" fmla="*/ 74820 w 104976"/>
                  <a:gd name="connsiteY7" fmla="*/ 88676 h 108970"/>
                  <a:gd name="connsiteX8" fmla="*/ 82482 w 104976"/>
                  <a:gd name="connsiteY8" fmla="*/ 108970 h 108970"/>
                  <a:gd name="connsiteX9" fmla="*/ 36840 w 104976"/>
                  <a:gd name="connsiteY9" fmla="*/ 70990 h 108970"/>
                  <a:gd name="connsiteX10" fmla="*/ 52570 w 104976"/>
                  <a:gd name="connsiteY10" fmla="*/ 29830 h 108970"/>
                  <a:gd name="connsiteX11" fmla="*/ 68137 w 104976"/>
                  <a:gd name="connsiteY11" fmla="*/ 70990 h 108970"/>
                  <a:gd name="connsiteX12" fmla="*/ 36840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82482" y="108970"/>
                    </a:move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close/>
                    <a:moveTo>
                      <a:pt x="36840" y="70990"/>
                    </a:moveTo>
                    <a:lnTo>
                      <a:pt x="52570" y="29830"/>
                    </a:lnTo>
                    <a:lnTo>
                      <a:pt x="68137" y="70990"/>
                    </a:lnTo>
                    <a:lnTo>
                      <a:pt x="36840" y="7099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481F23DA-F35C-5470-FC76-2F282062459F}"/>
                </a:ext>
              </a:extLst>
            </p:cNvPr>
            <p:cNvSpPr/>
            <p:nvPr/>
          </p:nvSpPr>
          <p:spPr>
            <a:xfrm>
              <a:off x="9515971" y="1816451"/>
              <a:ext cx="449655" cy="50369"/>
            </a:xfrm>
            <a:custGeom>
              <a:avLst/>
              <a:gdLst>
                <a:gd name="connsiteX0" fmla="*/ 0 w 449655"/>
                <a:gd name="connsiteY0" fmla="*/ 0 h 50369"/>
                <a:gd name="connsiteX1" fmla="*/ 449655 w 449655"/>
                <a:gd name="connsiteY1" fmla="*/ 0 h 50369"/>
                <a:gd name="connsiteX2" fmla="*/ 449655 w 449655"/>
                <a:gd name="connsiteY2" fmla="*/ 50369 h 50369"/>
                <a:gd name="connsiteX3" fmla="*/ 0 w 449655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655" h="50369">
                  <a:moveTo>
                    <a:pt x="0" y="0"/>
                  </a:moveTo>
                  <a:lnTo>
                    <a:pt x="449655" y="0"/>
                  </a:lnTo>
                  <a:lnTo>
                    <a:pt x="449655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2" name="Graphic 2241">
            <a:extLst>
              <a:ext uri="{FF2B5EF4-FFF2-40B4-BE49-F238E27FC236}">
                <a16:creationId xmlns:a16="http://schemas.microsoft.com/office/drawing/2014/main" id="{B9B8862F-5A93-5C61-7EED-B538C9167140}"/>
              </a:ext>
            </a:extLst>
          </p:cNvPr>
          <p:cNvGrpSpPr/>
          <p:nvPr/>
        </p:nvGrpSpPr>
        <p:grpSpPr>
          <a:xfrm>
            <a:off x="3552383" y="908535"/>
            <a:ext cx="620486" cy="220467"/>
            <a:chOff x="6876885" y="440263"/>
            <a:chExt cx="620486" cy="220467"/>
          </a:xfrm>
        </p:grpSpPr>
        <p:grpSp>
          <p:nvGrpSpPr>
            <p:cNvPr id="123" name="Graphic 2241">
              <a:extLst>
                <a:ext uri="{FF2B5EF4-FFF2-40B4-BE49-F238E27FC236}">
                  <a16:creationId xmlns:a16="http://schemas.microsoft.com/office/drawing/2014/main" id="{33C64491-A547-B916-EAE9-8909555EA82E}"/>
                </a:ext>
              </a:extLst>
            </p:cNvPr>
            <p:cNvGrpSpPr/>
            <p:nvPr/>
          </p:nvGrpSpPr>
          <p:grpSpPr>
            <a:xfrm>
              <a:off x="6876885" y="440263"/>
              <a:ext cx="620486" cy="109051"/>
              <a:chOff x="6876885" y="440263"/>
              <a:chExt cx="620486" cy="109051"/>
            </a:xfrm>
            <a:solidFill>
              <a:srgbClr val="403592"/>
            </a:solidFill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A6AC9BA-135D-BBD6-BE99-B62AF148640F}"/>
                  </a:ext>
                </a:extLst>
              </p:cNvPr>
              <p:cNvSpPr/>
              <p:nvPr/>
            </p:nvSpPr>
            <p:spPr>
              <a:xfrm>
                <a:off x="6876885" y="440263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110 w 90387"/>
                  <a:gd name="connsiteY4" fmla="*/ 109052 h 109051"/>
                  <a:gd name="connsiteX5" fmla="*/ 21110 w 90387"/>
                  <a:gd name="connsiteY5" fmla="*/ 38877 h 109051"/>
                  <a:gd name="connsiteX6" fmla="*/ 75391 w 90387"/>
                  <a:gd name="connsiteY6" fmla="*/ 109052 h 109051"/>
                  <a:gd name="connsiteX7" fmla="*/ 90388 w 90387"/>
                  <a:gd name="connsiteY7" fmla="*/ 109052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10" y="109052"/>
                    </a:lnTo>
                    <a:lnTo>
                      <a:pt x="21110" y="38877"/>
                    </a:lnTo>
                    <a:lnTo>
                      <a:pt x="75391" y="109052"/>
                    </a:lnTo>
                    <a:lnTo>
                      <a:pt x="90388" y="10905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3A62B3B-4C0A-8B9E-55D2-F1680B26A917}"/>
                  </a:ext>
                </a:extLst>
              </p:cNvPr>
              <p:cNvSpPr/>
              <p:nvPr/>
            </p:nvSpPr>
            <p:spPr>
              <a:xfrm>
                <a:off x="6997348" y="440263"/>
                <a:ext cx="75798" cy="109051"/>
              </a:xfrm>
              <a:custGeom>
                <a:avLst/>
                <a:gdLst>
                  <a:gd name="connsiteX0" fmla="*/ 21109 w 75798"/>
                  <a:gd name="connsiteY0" fmla="*/ 62513 h 109051"/>
                  <a:gd name="connsiteX1" fmla="*/ 70582 w 75798"/>
                  <a:gd name="connsiteY1" fmla="*/ 62513 h 109051"/>
                  <a:gd name="connsiteX2" fmla="*/ 70582 w 75798"/>
                  <a:gd name="connsiteY2" fmla="*/ 44338 h 109051"/>
                  <a:gd name="connsiteX3" fmla="*/ 21109 w 75798"/>
                  <a:gd name="connsiteY3" fmla="*/ 44338 h 109051"/>
                  <a:gd name="connsiteX4" fmla="*/ 21109 w 75798"/>
                  <a:gd name="connsiteY4" fmla="*/ 18664 h 109051"/>
                  <a:gd name="connsiteX5" fmla="*/ 75064 w 75798"/>
                  <a:gd name="connsiteY5" fmla="*/ 18664 h 109051"/>
                  <a:gd name="connsiteX6" fmla="*/ 75064 w 75798"/>
                  <a:gd name="connsiteY6" fmla="*/ 0 h 109051"/>
                  <a:gd name="connsiteX7" fmla="*/ 21109 w 75798"/>
                  <a:gd name="connsiteY7" fmla="*/ 0 h 109051"/>
                  <a:gd name="connsiteX8" fmla="*/ 15485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2 h 109051"/>
                  <a:gd name="connsiteX11" fmla="*/ 15485 w 75798"/>
                  <a:gd name="connsiteY11" fmla="*/ 109052 h 109051"/>
                  <a:gd name="connsiteX12" fmla="*/ 21109 w 75798"/>
                  <a:gd name="connsiteY12" fmla="*/ 109052 h 109051"/>
                  <a:gd name="connsiteX13" fmla="*/ 75798 w 75798"/>
                  <a:gd name="connsiteY13" fmla="*/ 109052 h 109051"/>
                  <a:gd name="connsiteX14" fmla="*/ 75798 w 75798"/>
                  <a:gd name="connsiteY14" fmla="*/ 90387 h 109051"/>
                  <a:gd name="connsiteX15" fmla="*/ 21109 w 75798"/>
                  <a:gd name="connsiteY15" fmla="*/ 90387 h 109051"/>
                  <a:gd name="connsiteX16" fmla="*/ 21109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09" y="62513"/>
                    </a:moveTo>
                    <a:lnTo>
                      <a:pt x="70582" y="62513"/>
                    </a:lnTo>
                    <a:lnTo>
                      <a:pt x="70582" y="44338"/>
                    </a:lnTo>
                    <a:lnTo>
                      <a:pt x="21109" y="44338"/>
                    </a:lnTo>
                    <a:lnTo>
                      <a:pt x="21109" y="18664"/>
                    </a:lnTo>
                    <a:lnTo>
                      <a:pt x="75064" y="18664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109" y="109052"/>
                    </a:lnTo>
                    <a:lnTo>
                      <a:pt x="75798" y="109052"/>
                    </a:lnTo>
                    <a:lnTo>
                      <a:pt x="75798" y="90387"/>
                    </a:lnTo>
                    <a:lnTo>
                      <a:pt x="21109" y="90387"/>
                    </a:lnTo>
                    <a:lnTo>
                      <a:pt x="21109" y="6251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45A84B3C-0F0A-6608-61BB-C8F8094F51D2}"/>
                  </a:ext>
                </a:extLst>
              </p:cNvPr>
              <p:cNvSpPr/>
              <p:nvPr/>
            </p:nvSpPr>
            <p:spPr>
              <a:xfrm>
                <a:off x="7090262" y="440263"/>
                <a:ext cx="103509" cy="109051"/>
              </a:xfrm>
              <a:custGeom>
                <a:avLst/>
                <a:gdLst>
                  <a:gd name="connsiteX0" fmla="*/ 101716 w 103509"/>
                  <a:gd name="connsiteY0" fmla="*/ 0 h 109051"/>
                  <a:gd name="connsiteX1" fmla="*/ 77673 w 103509"/>
                  <a:gd name="connsiteY1" fmla="*/ 0 h 109051"/>
                  <a:gd name="connsiteX2" fmla="*/ 52733 w 103509"/>
                  <a:gd name="connsiteY2" fmla="*/ 37655 h 109051"/>
                  <a:gd name="connsiteX3" fmla="*/ 27141 w 103509"/>
                  <a:gd name="connsiteY3" fmla="*/ 0 h 109051"/>
                  <a:gd name="connsiteX4" fmla="*/ 1956 w 103509"/>
                  <a:gd name="connsiteY4" fmla="*/ 0 h 109051"/>
                  <a:gd name="connsiteX5" fmla="*/ 39285 w 103509"/>
                  <a:gd name="connsiteY5" fmla="*/ 53059 h 109051"/>
                  <a:gd name="connsiteX6" fmla="*/ 0 w 103509"/>
                  <a:gd name="connsiteY6" fmla="*/ 109052 h 109051"/>
                  <a:gd name="connsiteX7" fmla="*/ 23880 w 103509"/>
                  <a:gd name="connsiteY7" fmla="*/ 109052 h 109051"/>
                  <a:gd name="connsiteX8" fmla="*/ 52081 w 103509"/>
                  <a:gd name="connsiteY8" fmla="*/ 67566 h 109051"/>
                  <a:gd name="connsiteX9" fmla="*/ 78733 w 103509"/>
                  <a:gd name="connsiteY9" fmla="*/ 109052 h 109051"/>
                  <a:gd name="connsiteX10" fmla="*/ 103510 w 103509"/>
                  <a:gd name="connsiteY10" fmla="*/ 109052 h 109051"/>
                  <a:gd name="connsiteX11" fmla="*/ 65692 w 103509"/>
                  <a:gd name="connsiteY11" fmla="*/ 52325 h 109051"/>
                  <a:gd name="connsiteX12" fmla="*/ 101716 w 103509"/>
                  <a:gd name="connsiteY12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3509" h="109051">
                    <a:moveTo>
                      <a:pt x="101716" y="0"/>
                    </a:moveTo>
                    <a:lnTo>
                      <a:pt x="77673" y="0"/>
                    </a:lnTo>
                    <a:lnTo>
                      <a:pt x="52733" y="37655"/>
                    </a:lnTo>
                    <a:lnTo>
                      <a:pt x="27141" y="0"/>
                    </a:lnTo>
                    <a:lnTo>
                      <a:pt x="1956" y="0"/>
                    </a:lnTo>
                    <a:lnTo>
                      <a:pt x="39285" y="53059"/>
                    </a:lnTo>
                    <a:lnTo>
                      <a:pt x="0" y="109052"/>
                    </a:lnTo>
                    <a:lnTo>
                      <a:pt x="23880" y="109052"/>
                    </a:lnTo>
                    <a:lnTo>
                      <a:pt x="52081" y="67566"/>
                    </a:lnTo>
                    <a:lnTo>
                      <a:pt x="78733" y="109052"/>
                    </a:lnTo>
                    <a:lnTo>
                      <a:pt x="103510" y="109052"/>
                    </a:lnTo>
                    <a:lnTo>
                      <a:pt x="65692" y="52325"/>
                    </a:lnTo>
                    <a:lnTo>
                      <a:pt x="101716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CDCEF6A0-5A8B-F334-BAF9-7DC3FF51BFC5}"/>
                  </a:ext>
                </a:extLst>
              </p:cNvPr>
              <p:cNvSpPr/>
              <p:nvPr/>
            </p:nvSpPr>
            <p:spPr>
              <a:xfrm>
                <a:off x="7200780" y="440263"/>
                <a:ext cx="100005" cy="109051"/>
              </a:xfrm>
              <a:custGeom>
                <a:avLst/>
                <a:gdLst>
                  <a:gd name="connsiteX0" fmla="*/ 75961 w 100005"/>
                  <a:gd name="connsiteY0" fmla="*/ 0 h 109051"/>
                  <a:gd name="connsiteX1" fmla="*/ 50206 w 100005"/>
                  <a:gd name="connsiteY1" fmla="*/ 42382 h 109051"/>
                  <a:gd name="connsiteX2" fmla="*/ 24533 w 100005"/>
                  <a:gd name="connsiteY2" fmla="*/ 0 h 109051"/>
                  <a:gd name="connsiteX3" fmla="*/ 0 w 100005"/>
                  <a:gd name="connsiteY3" fmla="*/ 0 h 109051"/>
                  <a:gd name="connsiteX4" fmla="*/ 39530 w 100005"/>
                  <a:gd name="connsiteY4" fmla="*/ 62839 h 109051"/>
                  <a:gd name="connsiteX5" fmla="*/ 39530 w 100005"/>
                  <a:gd name="connsiteY5" fmla="*/ 109052 h 109051"/>
                  <a:gd name="connsiteX6" fmla="*/ 60639 w 100005"/>
                  <a:gd name="connsiteY6" fmla="*/ 109052 h 109051"/>
                  <a:gd name="connsiteX7" fmla="*/ 60639 w 100005"/>
                  <a:gd name="connsiteY7" fmla="*/ 61861 h 109051"/>
                  <a:gd name="connsiteX8" fmla="*/ 100005 w 100005"/>
                  <a:gd name="connsiteY8" fmla="*/ 0 h 109051"/>
                  <a:gd name="connsiteX9" fmla="*/ 75961 w 100005"/>
                  <a:gd name="connsiteY9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5" h="109051">
                    <a:moveTo>
                      <a:pt x="75961" y="0"/>
                    </a:moveTo>
                    <a:lnTo>
                      <a:pt x="50206" y="42382"/>
                    </a:lnTo>
                    <a:lnTo>
                      <a:pt x="24533" y="0"/>
                    </a:lnTo>
                    <a:lnTo>
                      <a:pt x="0" y="0"/>
                    </a:lnTo>
                    <a:lnTo>
                      <a:pt x="39530" y="62839"/>
                    </a:lnTo>
                    <a:lnTo>
                      <a:pt x="39530" y="109052"/>
                    </a:lnTo>
                    <a:lnTo>
                      <a:pt x="60639" y="109052"/>
                    </a:lnTo>
                    <a:lnTo>
                      <a:pt x="60639" y="61861"/>
                    </a:lnTo>
                    <a:lnTo>
                      <a:pt x="100005" y="0"/>
                    </a:lnTo>
                    <a:lnTo>
                      <a:pt x="75961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4006129-DCEA-3324-5ACB-B78ED1DED97E}"/>
                  </a:ext>
                </a:extLst>
              </p:cNvPr>
              <p:cNvSpPr/>
              <p:nvPr/>
            </p:nvSpPr>
            <p:spPr>
              <a:xfrm>
                <a:off x="7308528" y="440263"/>
                <a:ext cx="90713" cy="109051"/>
              </a:xfrm>
              <a:custGeom>
                <a:avLst/>
                <a:gdLst>
                  <a:gd name="connsiteX0" fmla="*/ 0 w 90713"/>
                  <a:gd name="connsiteY0" fmla="*/ 18827 h 109051"/>
                  <a:gd name="connsiteX1" fmla="*/ 34721 w 90713"/>
                  <a:gd name="connsiteY1" fmla="*/ 18827 h 109051"/>
                  <a:gd name="connsiteX2" fmla="*/ 34721 w 90713"/>
                  <a:gd name="connsiteY2" fmla="*/ 109052 h 109051"/>
                  <a:gd name="connsiteX3" fmla="*/ 55993 w 90713"/>
                  <a:gd name="connsiteY3" fmla="*/ 109052 h 109051"/>
                  <a:gd name="connsiteX4" fmla="*/ 55993 w 90713"/>
                  <a:gd name="connsiteY4" fmla="*/ 18827 h 109051"/>
                  <a:gd name="connsiteX5" fmla="*/ 90714 w 90713"/>
                  <a:gd name="connsiteY5" fmla="*/ 18827 h 109051"/>
                  <a:gd name="connsiteX6" fmla="*/ 90714 w 90713"/>
                  <a:gd name="connsiteY6" fmla="*/ 0 h 109051"/>
                  <a:gd name="connsiteX7" fmla="*/ 0 w 90713"/>
                  <a:gd name="connsiteY7" fmla="*/ 0 h 109051"/>
                  <a:gd name="connsiteX8" fmla="*/ 0 w 90713"/>
                  <a:gd name="connsiteY8" fmla="*/ 1882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051">
                    <a:moveTo>
                      <a:pt x="0" y="18827"/>
                    </a:moveTo>
                    <a:lnTo>
                      <a:pt x="34721" y="18827"/>
                    </a:lnTo>
                    <a:lnTo>
                      <a:pt x="34721" y="109052"/>
                    </a:lnTo>
                    <a:lnTo>
                      <a:pt x="55993" y="109052"/>
                    </a:lnTo>
                    <a:lnTo>
                      <a:pt x="55993" y="18827"/>
                    </a:lnTo>
                    <a:lnTo>
                      <a:pt x="90714" y="18827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82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8D4F7C6C-0078-6998-1C7C-EEB8654E7BF5}"/>
                  </a:ext>
                </a:extLst>
              </p:cNvPr>
              <p:cNvSpPr/>
              <p:nvPr/>
            </p:nvSpPr>
            <p:spPr>
              <a:xfrm>
                <a:off x="7421574" y="440263"/>
                <a:ext cx="75798" cy="109051"/>
              </a:xfrm>
              <a:custGeom>
                <a:avLst/>
                <a:gdLst>
                  <a:gd name="connsiteX0" fmla="*/ 21028 w 75798"/>
                  <a:gd name="connsiteY0" fmla="*/ 90387 h 109051"/>
                  <a:gd name="connsiteX1" fmla="*/ 21028 w 75798"/>
                  <a:gd name="connsiteY1" fmla="*/ 62513 h 109051"/>
                  <a:gd name="connsiteX2" fmla="*/ 70500 w 75798"/>
                  <a:gd name="connsiteY2" fmla="*/ 62513 h 109051"/>
                  <a:gd name="connsiteX3" fmla="*/ 70500 w 75798"/>
                  <a:gd name="connsiteY3" fmla="*/ 44338 h 109051"/>
                  <a:gd name="connsiteX4" fmla="*/ 21028 w 75798"/>
                  <a:gd name="connsiteY4" fmla="*/ 44338 h 109051"/>
                  <a:gd name="connsiteX5" fmla="*/ 21028 w 75798"/>
                  <a:gd name="connsiteY5" fmla="*/ 18664 h 109051"/>
                  <a:gd name="connsiteX6" fmla="*/ 74983 w 75798"/>
                  <a:gd name="connsiteY6" fmla="*/ 18664 h 109051"/>
                  <a:gd name="connsiteX7" fmla="*/ 74983 w 75798"/>
                  <a:gd name="connsiteY7" fmla="*/ 0 h 109051"/>
                  <a:gd name="connsiteX8" fmla="*/ 21028 w 75798"/>
                  <a:gd name="connsiteY8" fmla="*/ 0 h 109051"/>
                  <a:gd name="connsiteX9" fmla="*/ 15485 w 75798"/>
                  <a:gd name="connsiteY9" fmla="*/ 0 h 109051"/>
                  <a:gd name="connsiteX10" fmla="*/ 0 w 75798"/>
                  <a:gd name="connsiteY10" fmla="*/ 0 h 109051"/>
                  <a:gd name="connsiteX11" fmla="*/ 0 w 75798"/>
                  <a:gd name="connsiteY11" fmla="*/ 109052 h 109051"/>
                  <a:gd name="connsiteX12" fmla="*/ 15485 w 75798"/>
                  <a:gd name="connsiteY12" fmla="*/ 109052 h 109051"/>
                  <a:gd name="connsiteX13" fmla="*/ 21028 w 75798"/>
                  <a:gd name="connsiteY13" fmla="*/ 109052 h 109051"/>
                  <a:gd name="connsiteX14" fmla="*/ 75798 w 75798"/>
                  <a:gd name="connsiteY14" fmla="*/ 109052 h 109051"/>
                  <a:gd name="connsiteX15" fmla="*/ 75798 w 75798"/>
                  <a:gd name="connsiteY15" fmla="*/ 90387 h 109051"/>
                  <a:gd name="connsiteX16" fmla="*/ 21028 w 75798"/>
                  <a:gd name="connsiteY16" fmla="*/ 9038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028" y="90387"/>
                    </a:moveTo>
                    <a:lnTo>
                      <a:pt x="21028" y="62513"/>
                    </a:lnTo>
                    <a:lnTo>
                      <a:pt x="70500" y="62513"/>
                    </a:lnTo>
                    <a:lnTo>
                      <a:pt x="70500" y="44338"/>
                    </a:lnTo>
                    <a:lnTo>
                      <a:pt x="21028" y="44338"/>
                    </a:lnTo>
                    <a:lnTo>
                      <a:pt x="21028" y="18664"/>
                    </a:lnTo>
                    <a:lnTo>
                      <a:pt x="74983" y="18664"/>
                    </a:lnTo>
                    <a:lnTo>
                      <a:pt x="74983" y="0"/>
                    </a:lnTo>
                    <a:lnTo>
                      <a:pt x="21028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028" y="109052"/>
                    </a:lnTo>
                    <a:lnTo>
                      <a:pt x="75798" y="109052"/>
                    </a:lnTo>
                    <a:lnTo>
                      <a:pt x="75798" y="90387"/>
                    </a:lnTo>
                    <a:lnTo>
                      <a:pt x="21028" y="9038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27201B6-E376-1DCF-8D5F-EFAE47B547A0}"/>
                </a:ext>
              </a:extLst>
            </p:cNvPr>
            <p:cNvSpPr/>
            <p:nvPr/>
          </p:nvSpPr>
          <p:spPr>
            <a:xfrm>
              <a:off x="6876885" y="610361"/>
              <a:ext cx="620160" cy="50369"/>
            </a:xfrm>
            <a:custGeom>
              <a:avLst/>
              <a:gdLst>
                <a:gd name="connsiteX0" fmla="*/ 0 w 620160"/>
                <a:gd name="connsiteY0" fmla="*/ 0 h 50369"/>
                <a:gd name="connsiteX1" fmla="*/ 620161 w 620160"/>
                <a:gd name="connsiteY1" fmla="*/ 0 h 50369"/>
                <a:gd name="connsiteX2" fmla="*/ 620161 w 620160"/>
                <a:gd name="connsiteY2" fmla="*/ 50369 h 50369"/>
                <a:gd name="connsiteX3" fmla="*/ 0 w 620160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160" h="50369">
                  <a:moveTo>
                    <a:pt x="0" y="0"/>
                  </a:moveTo>
                  <a:lnTo>
                    <a:pt x="620161" y="0"/>
                  </a:lnTo>
                  <a:lnTo>
                    <a:pt x="62016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1" name="Graphic 2241">
            <a:extLst>
              <a:ext uri="{FF2B5EF4-FFF2-40B4-BE49-F238E27FC236}">
                <a16:creationId xmlns:a16="http://schemas.microsoft.com/office/drawing/2014/main" id="{D29930D4-AFE5-DE3C-006E-DC28212B6B4E}"/>
              </a:ext>
            </a:extLst>
          </p:cNvPr>
          <p:cNvGrpSpPr/>
          <p:nvPr/>
        </p:nvGrpSpPr>
        <p:grpSpPr>
          <a:xfrm>
            <a:off x="3552383" y="1509180"/>
            <a:ext cx="469053" cy="222097"/>
            <a:chOff x="6952602" y="1042575"/>
            <a:chExt cx="469053" cy="222097"/>
          </a:xfrm>
        </p:grpSpPr>
        <p:grpSp>
          <p:nvGrpSpPr>
            <p:cNvPr id="132" name="Graphic 2241">
              <a:extLst>
                <a:ext uri="{FF2B5EF4-FFF2-40B4-BE49-F238E27FC236}">
                  <a16:creationId xmlns:a16="http://schemas.microsoft.com/office/drawing/2014/main" id="{1C971443-70D0-75A2-4A6F-3185B4342568}"/>
                </a:ext>
              </a:extLst>
            </p:cNvPr>
            <p:cNvGrpSpPr/>
            <p:nvPr/>
          </p:nvGrpSpPr>
          <p:grpSpPr>
            <a:xfrm>
              <a:off x="6952602" y="1042575"/>
              <a:ext cx="468401" cy="112311"/>
              <a:chOff x="6952602" y="1042575"/>
              <a:chExt cx="468401" cy="112311"/>
            </a:xfrm>
            <a:solidFill>
              <a:srgbClr val="403592"/>
            </a:solidFill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8538EC01-F6DC-4CA1-9614-B12DFCD1E9DE}"/>
                  </a:ext>
                </a:extLst>
              </p:cNvPr>
              <p:cNvSpPr/>
              <p:nvPr/>
            </p:nvSpPr>
            <p:spPr>
              <a:xfrm>
                <a:off x="6952602" y="1042575"/>
                <a:ext cx="112964" cy="112311"/>
              </a:xfrm>
              <a:custGeom>
                <a:avLst/>
                <a:gdLst>
                  <a:gd name="connsiteX0" fmla="*/ 96664 w 112964"/>
                  <a:gd name="connsiteY0" fmla="*/ 16056 h 112311"/>
                  <a:gd name="connsiteX1" fmla="*/ 78733 w 112964"/>
                  <a:gd name="connsiteY1" fmla="*/ 4157 h 112311"/>
                  <a:gd name="connsiteX2" fmla="*/ 56401 w 112964"/>
                  <a:gd name="connsiteY2" fmla="*/ 0 h 112311"/>
                  <a:gd name="connsiteX3" fmla="*/ 34232 w 112964"/>
                  <a:gd name="connsiteY3" fmla="*/ 4157 h 112311"/>
                  <a:gd name="connsiteX4" fmla="*/ 16301 w 112964"/>
                  <a:gd name="connsiteY4" fmla="*/ 16056 h 112311"/>
                  <a:gd name="connsiteX5" fmla="*/ 4320 w 112964"/>
                  <a:gd name="connsiteY5" fmla="*/ 33987 h 112311"/>
                  <a:gd name="connsiteX6" fmla="*/ 0 w 112964"/>
                  <a:gd name="connsiteY6" fmla="*/ 55911 h 112311"/>
                  <a:gd name="connsiteX7" fmla="*/ 4320 w 112964"/>
                  <a:gd name="connsiteY7" fmla="*/ 77917 h 112311"/>
                  <a:gd name="connsiteX8" fmla="*/ 16382 w 112964"/>
                  <a:gd name="connsiteY8" fmla="*/ 95930 h 112311"/>
                  <a:gd name="connsiteX9" fmla="*/ 34476 w 112964"/>
                  <a:gd name="connsiteY9" fmla="*/ 107992 h 112311"/>
                  <a:gd name="connsiteX10" fmla="*/ 56727 w 112964"/>
                  <a:gd name="connsiteY10" fmla="*/ 112312 h 112311"/>
                  <a:gd name="connsiteX11" fmla="*/ 78814 w 112964"/>
                  <a:gd name="connsiteY11" fmla="*/ 108074 h 112311"/>
                  <a:gd name="connsiteX12" fmla="*/ 96745 w 112964"/>
                  <a:gd name="connsiteY12" fmla="*/ 96093 h 112311"/>
                  <a:gd name="connsiteX13" fmla="*/ 108644 w 112964"/>
                  <a:gd name="connsiteY13" fmla="*/ 78080 h 112311"/>
                  <a:gd name="connsiteX14" fmla="*/ 112964 w 112964"/>
                  <a:gd name="connsiteY14" fmla="*/ 56074 h 112311"/>
                  <a:gd name="connsiteX15" fmla="*/ 108644 w 112964"/>
                  <a:gd name="connsiteY15" fmla="*/ 34068 h 112311"/>
                  <a:gd name="connsiteX16" fmla="*/ 96664 w 112964"/>
                  <a:gd name="connsiteY16" fmla="*/ 16056 h 112311"/>
                  <a:gd name="connsiteX17" fmla="*/ 86802 w 112964"/>
                  <a:gd name="connsiteY17" fmla="*/ 75228 h 112311"/>
                  <a:gd name="connsiteX18" fmla="*/ 74658 w 112964"/>
                  <a:gd name="connsiteY18" fmla="*/ 88187 h 112311"/>
                  <a:gd name="connsiteX19" fmla="*/ 56482 w 112964"/>
                  <a:gd name="connsiteY19" fmla="*/ 92833 h 112311"/>
                  <a:gd name="connsiteX20" fmla="*/ 42464 w 112964"/>
                  <a:gd name="connsiteY20" fmla="*/ 90143 h 112311"/>
                  <a:gd name="connsiteX21" fmla="*/ 31461 w 112964"/>
                  <a:gd name="connsiteY21" fmla="*/ 82645 h 112311"/>
                  <a:gd name="connsiteX22" fmla="*/ 24370 w 112964"/>
                  <a:gd name="connsiteY22" fmla="*/ 70990 h 112311"/>
                  <a:gd name="connsiteX23" fmla="*/ 21924 w 112964"/>
                  <a:gd name="connsiteY23" fmla="*/ 55911 h 112311"/>
                  <a:gd name="connsiteX24" fmla="*/ 26326 w 112964"/>
                  <a:gd name="connsiteY24" fmla="*/ 36840 h 112311"/>
                  <a:gd name="connsiteX25" fmla="*/ 38470 w 112964"/>
                  <a:gd name="connsiteY25" fmla="*/ 24044 h 112311"/>
                  <a:gd name="connsiteX26" fmla="*/ 56482 w 112964"/>
                  <a:gd name="connsiteY26" fmla="*/ 19479 h 112311"/>
                  <a:gd name="connsiteX27" fmla="*/ 70664 w 112964"/>
                  <a:gd name="connsiteY27" fmla="*/ 22088 h 112311"/>
                  <a:gd name="connsiteX28" fmla="*/ 81585 w 112964"/>
                  <a:gd name="connsiteY28" fmla="*/ 29586 h 112311"/>
                  <a:gd name="connsiteX29" fmla="*/ 88758 w 112964"/>
                  <a:gd name="connsiteY29" fmla="*/ 41159 h 112311"/>
                  <a:gd name="connsiteX30" fmla="*/ 91203 w 112964"/>
                  <a:gd name="connsiteY30" fmla="*/ 55911 h 112311"/>
                  <a:gd name="connsiteX31" fmla="*/ 86883 w 112964"/>
                  <a:gd name="connsiteY31" fmla="*/ 75228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4" h="112311">
                    <a:moveTo>
                      <a:pt x="96664" y="16056"/>
                    </a:moveTo>
                    <a:cubicBezTo>
                      <a:pt x="91529" y="10922"/>
                      <a:pt x="85579" y="6928"/>
                      <a:pt x="78733" y="4157"/>
                    </a:cubicBezTo>
                    <a:cubicBezTo>
                      <a:pt x="71886" y="1386"/>
                      <a:pt x="64470" y="0"/>
                      <a:pt x="56401" y="0"/>
                    </a:cubicBezTo>
                    <a:cubicBezTo>
                      <a:pt x="48332" y="0"/>
                      <a:pt x="41078" y="1386"/>
                      <a:pt x="34232" y="4157"/>
                    </a:cubicBezTo>
                    <a:cubicBezTo>
                      <a:pt x="27386" y="6928"/>
                      <a:pt x="21435" y="10922"/>
                      <a:pt x="16301" y="16056"/>
                    </a:cubicBezTo>
                    <a:cubicBezTo>
                      <a:pt x="11166" y="21191"/>
                      <a:pt x="7172" y="27222"/>
                      <a:pt x="4320" y="33987"/>
                    </a:cubicBezTo>
                    <a:cubicBezTo>
                      <a:pt x="1386" y="40752"/>
                      <a:pt x="0" y="48087"/>
                      <a:pt x="0" y="55911"/>
                    </a:cubicBezTo>
                    <a:cubicBezTo>
                      <a:pt x="0" y="63736"/>
                      <a:pt x="1468" y="71071"/>
                      <a:pt x="4320" y="77917"/>
                    </a:cubicBezTo>
                    <a:cubicBezTo>
                      <a:pt x="7172" y="84764"/>
                      <a:pt x="11248" y="90714"/>
                      <a:pt x="16382" y="95930"/>
                    </a:cubicBezTo>
                    <a:cubicBezTo>
                      <a:pt x="21517" y="101064"/>
                      <a:pt x="27548" y="105140"/>
                      <a:pt x="34476" y="107992"/>
                    </a:cubicBezTo>
                    <a:cubicBezTo>
                      <a:pt x="41404" y="110845"/>
                      <a:pt x="48739" y="112312"/>
                      <a:pt x="56727" y="112312"/>
                    </a:cubicBezTo>
                    <a:cubicBezTo>
                      <a:pt x="64714" y="112312"/>
                      <a:pt x="71968" y="110926"/>
                      <a:pt x="78814" y="108074"/>
                    </a:cubicBezTo>
                    <a:cubicBezTo>
                      <a:pt x="85660" y="105221"/>
                      <a:pt x="91692" y="101227"/>
                      <a:pt x="96745" y="96093"/>
                    </a:cubicBezTo>
                    <a:cubicBezTo>
                      <a:pt x="101798" y="90958"/>
                      <a:pt x="105792" y="84927"/>
                      <a:pt x="108644" y="78080"/>
                    </a:cubicBezTo>
                    <a:cubicBezTo>
                      <a:pt x="111497" y="71234"/>
                      <a:pt x="112964" y="63899"/>
                      <a:pt x="112964" y="56074"/>
                    </a:cubicBezTo>
                    <a:cubicBezTo>
                      <a:pt x="112964" y="48250"/>
                      <a:pt x="111497" y="40915"/>
                      <a:pt x="108644" y="34068"/>
                    </a:cubicBezTo>
                    <a:cubicBezTo>
                      <a:pt x="105792" y="27222"/>
                      <a:pt x="101717" y="21272"/>
                      <a:pt x="96664" y="16056"/>
                    </a:cubicBezTo>
                    <a:close/>
                    <a:moveTo>
                      <a:pt x="86802" y="75228"/>
                    </a:moveTo>
                    <a:cubicBezTo>
                      <a:pt x="83949" y="80770"/>
                      <a:pt x="79874" y="85090"/>
                      <a:pt x="74658" y="88187"/>
                    </a:cubicBezTo>
                    <a:cubicBezTo>
                      <a:pt x="69441" y="91284"/>
                      <a:pt x="63328" y="92833"/>
                      <a:pt x="56482" y="92833"/>
                    </a:cubicBezTo>
                    <a:cubicBezTo>
                      <a:pt x="51429" y="92833"/>
                      <a:pt x="46702" y="91936"/>
                      <a:pt x="42464" y="90143"/>
                    </a:cubicBezTo>
                    <a:cubicBezTo>
                      <a:pt x="38144" y="88350"/>
                      <a:pt x="34476" y="85823"/>
                      <a:pt x="31461" y="82645"/>
                    </a:cubicBezTo>
                    <a:cubicBezTo>
                      <a:pt x="28445" y="79466"/>
                      <a:pt x="26081" y="75554"/>
                      <a:pt x="24370" y="70990"/>
                    </a:cubicBezTo>
                    <a:cubicBezTo>
                      <a:pt x="22740" y="66425"/>
                      <a:pt x="21924" y="61454"/>
                      <a:pt x="21924" y="55911"/>
                    </a:cubicBezTo>
                    <a:cubicBezTo>
                      <a:pt x="21924" y="48658"/>
                      <a:pt x="23391" y="42300"/>
                      <a:pt x="26326" y="36840"/>
                    </a:cubicBezTo>
                    <a:cubicBezTo>
                      <a:pt x="29260" y="31379"/>
                      <a:pt x="33335" y="27059"/>
                      <a:pt x="38470" y="24044"/>
                    </a:cubicBezTo>
                    <a:cubicBezTo>
                      <a:pt x="43605" y="21028"/>
                      <a:pt x="49636" y="19479"/>
                      <a:pt x="56482" y="19479"/>
                    </a:cubicBezTo>
                    <a:cubicBezTo>
                      <a:pt x="61780" y="19479"/>
                      <a:pt x="66507" y="20376"/>
                      <a:pt x="70664" y="22088"/>
                    </a:cubicBezTo>
                    <a:cubicBezTo>
                      <a:pt x="74821" y="23881"/>
                      <a:pt x="78488" y="26326"/>
                      <a:pt x="81585" y="29586"/>
                    </a:cubicBezTo>
                    <a:cubicBezTo>
                      <a:pt x="84682" y="32846"/>
                      <a:pt x="87046" y="36677"/>
                      <a:pt x="88758" y="41159"/>
                    </a:cubicBezTo>
                    <a:cubicBezTo>
                      <a:pt x="90388" y="45642"/>
                      <a:pt x="91203" y="50532"/>
                      <a:pt x="91203" y="55911"/>
                    </a:cubicBezTo>
                    <a:cubicBezTo>
                      <a:pt x="91203" y="63247"/>
                      <a:pt x="89736" y="69686"/>
                      <a:pt x="86883" y="7522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30B38D7E-41C2-312B-17C5-8F2D777FD09E}"/>
                  </a:ext>
                </a:extLst>
              </p:cNvPr>
              <p:cNvSpPr/>
              <p:nvPr/>
            </p:nvSpPr>
            <p:spPr>
              <a:xfrm>
                <a:off x="7090180" y="1044287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10 w 85171"/>
                  <a:gd name="connsiteY8" fmla="*/ 108970 h 108970"/>
                  <a:gd name="connsiteX9" fmla="*/ 21110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028 w 85171"/>
                  <a:gd name="connsiteY15" fmla="*/ 17116 h 108970"/>
                  <a:gd name="connsiteX16" fmla="*/ 40752 w 85171"/>
                  <a:gd name="connsiteY16" fmla="*/ 17116 h 108970"/>
                  <a:gd name="connsiteX17" fmla="*/ 52651 w 85171"/>
                  <a:gd name="connsiteY17" fmla="*/ 21354 h 108970"/>
                  <a:gd name="connsiteX18" fmla="*/ 56808 w 85171"/>
                  <a:gd name="connsiteY18" fmla="*/ 32112 h 108970"/>
                  <a:gd name="connsiteX19" fmla="*/ 52651 w 85171"/>
                  <a:gd name="connsiteY19" fmla="*/ 42871 h 108970"/>
                  <a:gd name="connsiteX20" fmla="*/ 40589 w 85171"/>
                  <a:gd name="connsiteY20" fmla="*/ 46783 h 108970"/>
                  <a:gd name="connsiteX21" fmla="*/ 21028 w 85171"/>
                  <a:gd name="connsiteY21" fmla="*/ 46783 h 108970"/>
                  <a:gd name="connsiteX22" fmla="*/ 21028 w 85171"/>
                  <a:gd name="connsiteY22" fmla="*/ 17034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10" y="108970"/>
                    </a:lnTo>
                    <a:lnTo>
                      <a:pt x="21110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4" y="62513"/>
                      <a:pt x="57460" y="61372"/>
                      <a:pt x="61128" y="59498"/>
                    </a:cubicBezTo>
                    <a:close/>
                    <a:moveTo>
                      <a:pt x="21028" y="17116"/>
                    </a:moveTo>
                    <a:lnTo>
                      <a:pt x="40752" y="17116"/>
                    </a:lnTo>
                    <a:cubicBezTo>
                      <a:pt x="45887" y="17116"/>
                      <a:pt x="49880" y="18501"/>
                      <a:pt x="52651" y="21354"/>
                    </a:cubicBezTo>
                    <a:cubicBezTo>
                      <a:pt x="55423" y="24207"/>
                      <a:pt x="56808" y="27793"/>
                      <a:pt x="56808" y="32112"/>
                    </a:cubicBezTo>
                    <a:cubicBezTo>
                      <a:pt x="56808" y="36432"/>
                      <a:pt x="55423" y="40263"/>
                      <a:pt x="52651" y="42871"/>
                    </a:cubicBezTo>
                    <a:cubicBezTo>
                      <a:pt x="49880" y="45479"/>
                      <a:pt x="45805" y="46783"/>
                      <a:pt x="40589" y="46783"/>
                    </a:cubicBezTo>
                    <a:lnTo>
                      <a:pt x="21028" y="46783"/>
                    </a:lnTo>
                    <a:lnTo>
                      <a:pt x="21028" y="17034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F740E03-B816-2C32-17E1-3816A5340ED3}"/>
                  </a:ext>
                </a:extLst>
              </p:cNvPr>
              <p:cNvSpPr/>
              <p:nvPr/>
            </p:nvSpPr>
            <p:spPr>
              <a:xfrm>
                <a:off x="7194831" y="1044205"/>
                <a:ext cx="81258" cy="108970"/>
              </a:xfrm>
              <a:custGeom>
                <a:avLst/>
                <a:gdLst>
                  <a:gd name="connsiteX0" fmla="*/ 63736 w 81258"/>
                  <a:gd name="connsiteY0" fmla="*/ 50695 h 108970"/>
                  <a:gd name="connsiteX1" fmla="*/ 71479 w 81258"/>
                  <a:gd name="connsiteY1" fmla="*/ 44419 h 108970"/>
                  <a:gd name="connsiteX2" fmla="*/ 77103 w 81258"/>
                  <a:gd name="connsiteY2" fmla="*/ 28363 h 108970"/>
                  <a:gd name="connsiteX3" fmla="*/ 73272 w 81258"/>
                  <a:gd name="connsiteY3" fmla="*/ 14345 h 108970"/>
                  <a:gd name="connsiteX4" fmla="*/ 62187 w 81258"/>
                  <a:gd name="connsiteY4" fmla="*/ 3994 h 108970"/>
                  <a:gd name="connsiteX5" fmla="*/ 44175 w 81258"/>
                  <a:gd name="connsiteY5" fmla="*/ 0 h 108970"/>
                  <a:gd name="connsiteX6" fmla="*/ 0 w 81258"/>
                  <a:gd name="connsiteY6" fmla="*/ 0 h 108970"/>
                  <a:gd name="connsiteX7" fmla="*/ 0 w 81258"/>
                  <a:gd name="connsiteY7" fmla="*/ 108970 h 108970"/>
                  <a:gd name="connsiteX8" fmla="*/ 44827 w 81258"/>
                  <a:gd name="connsiteY8" fmla="*/ 108970 h 108970"/>
                  <a:gd name="connsiteX9" fmla="*/ 64469 w 81258"/>
                  <a:gd name="connsiteY9" fmla="*/ 104732 h 108970"/>
                  <a:gd name="connsiteX10" fmla="*/ 76939 w 81258"/>
                  <a:gd name="connsiteY10" fmla="*/ 93403 h 108970"/>
                  <a:gd name="connsiteX11" fmla="*/ 81259 w 81258"/>
                  <a:gd name="connsiteY11" fmla="*/ 77673 h 108970"/>
                  <a:gd name="connsiteX12" fmla="*/ 74575 w 81258"/>
                  <a:gd name="connsiteY12" fmla="*/ 58846 h 108970"/>
                  <a:gd name="connsiteX13" fmla="*/ 63654 w 81258"/>
                  <a:gd name="connsiteY13" fmla="*/ 50695 h 108970"/>
                  <a:gd name="connsiteX14" fmla="*/ 41648 w 81258"/>
                  <a:gd name="connsiteY14" fmla="*/ 17197 h 108970"/>
                  <a:gd name="connsiteX15" fmla="*/ 51918 w 81258"/>
                  <a:gd name="connsiteY15" fmla="*/ 20457 h 108970"/>
                  <a:gd name="connsiteX16" fmla="*/ 55830 w 81258"/>
                  <a:gd name="connsiteY16" fmla="*/ 30401 h 108970"/>
                  <a:gd name="connsiteX17" fmla="*/ 51918 w 81258"/>
                  <a:gd name="connsiteY17" fmla="*/ 40181 h 108970"/>
                  <a:gd name="connsiteX18" fmla="*/ 41404 w 81258"/>
                  <a:gd name="connsiteY18" fmla="*/ 43441 h 108970"/>
                  <a:gd name="connsiteX19" fmla="*/ 20946 w 81258"/>
                  <a:gd name="connsiteY19" fmla="*/ 43441 h 108970"/>
                  <a:gd name="connsiteX20" fmla="*/ 20946 w 81258"/>
                  <a:gd name="connsiteY20" fmla="*/ 17279 h 108970"/>
                  <a:gd name="connsiteX21" fmla="*/ 41567 w 81258"/>
                  <a:gd name="connsiteY21" fmla="*/ 17279 h 108970"/>
                  <a:gd name="connsiteX22" fmla="*/ 55830 w 81258"/>
                  <a:gd name="connsiteY22" fmla="*/ 87127 h 108970"/>
                  <a:gd name="connsiteX23" fmla="*/ 44093 w 81258"/>
                  <a:gd name="connsiteY23" fmla="*/ 91773 h 108970"/>
                  <a:gd name="connsiteX24" fmla="*/ 21028 w 81258"/>
                  <a:gd name="connsiteY24" fmla="*/ 91773 h 108970"/>
                  <a:gd name="connsiteX25" fmla="*/ 21028 w 81258"/>
                  <a:gd name="connsiteY25" fmla="*/ 60476 h 108970"/>
                  <a:gd name="connsiteX26" fmla="*/ 43849 w 81258"/>
                  <a:gd name="connsiteY26" fmla="*/ 60476 h 108970"/>
                  <a:gd name="connsiteX27" fmla="*/ 52651 w 81258"/>
                  <a:gd name="connsiteY27" fmla="*/ 62676 h 108970"/>
                  <a:gd name="connsiteX28" fmla="*/ 58275 w 81258"/>
                  <a:gd name="connsiteY28" fmla="*/ 68300 h 108970"/>
                  <a:gd name="connsiteX29" fmla="*/ 60150 w 81258"/>
                  <a:gd name="connsiteY29" fmla="*/ 76124 h 108970"/>
                  <a:gd name="connsiteX30" fmla="*/ 55911 w 81258"/>
                  <a:gd name="connsiteY30" fmla="*/ 8712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58" h="108970">
                    <a:moveTo>
                      <a:pt x="63736" y="50695"/>
                    </a:moveTo>
                    <a:cubicBezTo>
                      <a:pt x="66833" y="48902"/>
                      <a:pt x="69441" y="46865"/>
                      <a:pt x="71479" y="44419"/>
                    </a:cubicBezTo>
                    <a:cubicBezTo>
                      <a:pt x="75228" y="39937"/>
                      <a:pt x="77103" y="34557"/>
                      <a:pt x="77103" y="28363"/>
                    </a:cubicBezTo>
                    <a:cubicBezTo>
                      <a:pt x="77103" y="23310"/>
                      <a:pt x="75798" y="18583"/>
                      <a:pt x="73272" y="14345"/>
                    </a:cubicBezTo>
                    <a:cubicBezTo>
                      <a:pt x="70745" y="10025"/>
                      <a:pt x="67077" y="6602"/>
                      <a:pt x="62187" y="3994"/>
                    </a:cubicBezTo>
                    <a:cubicBezTo>
                      <a:pt x="57297" y="1386"/>
                      <a:pt x="51347" y="0"/>
                      <a:pt x="44175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44827" y="108970"/>
                    </a:lnTo>
                    <a:cubicBezTo>
                      <a:pt x="52488" y="108970"/>
                      <a:pt x="59009" y="107585"/>
                      <a:pt x="64469" y="104732"/>
                    </a:cubicBezTo>
                    <a:cubicBezTo>
                      <a:pt x="69930" y="101879"/>
                      <a:pt x="74086" y="98130"/>
                      <a:pt x="76939" y="93403"/>
                    </a:cubicBezTo>
                    <a:cubicBezTo>
                      <a:pt x="79792" y="88676"/>
                      <a:pt x="81259" y="83460"/>
                      <a:pt x="81259" y="77673"/>
                    </a:cubicBezTo>
                    <a:cubicBezTo>
                      <a:pt x="81259" y="70338"/>
                      <a:pt x="79059" y="64062"/>
                      <a:pt x="74575" y="58846"/>
                    </a:cubicBezTo>
                    <a:cubicBezTo>
                      <a:pt x="71723" y="55504"/>
                      <a:pt x="68055" y="52814"/>
                      <a:pt x="63654" y="50695"/>
                    </a:cubicBezTo>
                    <a:close/>
                    <a:moveTo>
                      <a:pt x="41648" y="17197"/>
                    </a:moveTo>
                    <a:cubicBezTo>
                      <a:pt x="45887" y="17197"/>
                      <a:pt x="49310" y="18257"/>
                      <a:pt x="51918" y="20457"/>
                    </a:cubicBezTo>
                    <a:cubicBezTo>
                      <a:pt x="54526" y="22658"/>
                      <a:pt x="55830" y="25918"/>
                      <a:pt x="55830" y="30401"/>
                    </a:cubicBezTo>
                    <a:cubicBezTo>
                      <a:pt x="55830" y="34884"/>
                      <a:pt x="54526" y="37981"/>
                      <a:pt x="51918" y="40181"/>
                    </a:cubicBezTo>
                    <a:cubicBezTo>
                      <a:pt x="49310" y="42382"/>
                      <a:pt x="45805" y="43441"/>
                      <a:pt x="41404" y="43441"/>
                    </a:cubicBezTo>
                    <a:lnTo>
                      <a:pt x="20946" y="43441"/>
                    </a:lnTo>
                    <a:lnTo>
                      <a:pt x="20946" y="17279"/>
                    </a:lnTo>
                    <a:lnTo>
                      <a:pt x="41567" y="17279"/>
                    </a:lnTo>
                    <a:close/>
                    <a:moveTo>
                      <a:pt x="55830" y="87127"/>
                    </a:moveTo>
                    <a:cubicBezTo>
                      <a:pt x="52977" y="90224"/>
                      <a:pt x="49065" y="91773"/>
                      <a:pt x="44093" y="91773"/>
                    </a:cubicBezTo>
                    <a:lnTo>
                      <a:pt x="21028" y="91773"/>
                    </a:lnTo>
                    <a:lnTo>
                      <a:pt x="21028" y="60476"/>
                    </a:lnTo>
                    <a:lnTo>
                      <a:pt x="43849" y="60476"/>
                    </a:lnTo>
                    <a:cubicBezTo>
                      <a:pt x="47272" y="60476"/>
                      <a:pt x="50206" y="61209"/>
                      <a:pt x="52651" y="62676"/>
                    </a:cubicBezTo>
                    <a:cubicBezTo>
                      <a:pt x="55097" y="64143"/>
                      <a:pt x="56971" y="66018"/>
                      <a:pt x="58275" y="68300"/>
                    </a:cubicBezTo>
                    <a:cubicBezTo>
                      <a:pt x="59498" y="70664"/>
                      <a:pt x="60150" y="73272"/>
                      <a:pt x="60150" y="76124"/>
                    </a:cubicBezTo>
                    <a:cubicBezTo>
                      <a:pt x="60150" y="80363"/>
                      <a:pt x="58764" y="84030"/>
                      <a:pt x="55911" y="87127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F2D3ADA1-02F7-B392-793C-397380CC2435}"/>
                  </a:ext>
                </a:extLst>
              </p:cNvPr>
              <p:cNvSpPr/>
              <p:nvPr/>
            </p:nvSpPr>
            <p:spPr>
              <a:xfrm>
                <a:off x="7300541" y="1044205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5642A843-A0B8-FE62-EE06-DC2304020F13}"/>
                  </a:ext>
                </a:extLst>
              </p:cNvPr>
              <p:cNvSpPr/>
              <p:nvPr/>
            </p:nvSpPr>
            <p:spPr>
              <a:xfrm>
                <a:off x="7341537" y="1042656"/>
                <a:ext cx="79465" cy="112230"/>
              </a:xfrm>
              <a:custGeom>
                <a:avLst/>
                <a:gdLst>
                  <a:gd name="connsiteX0" fmla="*/ 76776 w 79465"/>
                  <a:gd name="connsiteY0" fmla="*/ 65203 h 112230"/>
                  <a:gd name="connsiteX1" fmla="*/ 69441 w 79465"/>
                  <a:gd name="connsiteY1" fmla="*/ 55748 h 112230"/>
                  <a:gd name="connsiteX2" fmla="*/ 59416 w 79465"/>
                  <a:gd name="connsiteY2" fmla="*/ 49717 h 112230"/>
                  <a:gd name="connsiteX3" fmla="*/ 48413 w 79465"/>
                  <a:gd name="connsiteY3" fmla="*/ 45479 h 112230"/>
                  <a:gd name="connsiteX4" fmla="*/ 38225 w 79465"/>
                  <a:gd name="connsiteY4" fmla="*/ 41567 h 112230"/>
                  <a:gd name="connsiteX5" fmla="*/ 30890 w 79465"/>
                  <a:gd name="connsiteY5" fmla="*/ 36758 h 112230"/>
                  <a:gd name="connsiteX6" fmla="*/ 28119 w 79465"/>
                  <a:gd name="connsiteY6" fmla="*/ 29586 h 112230"/>
                  <a:gd name="connsiteX7" fmla="*/ 32276 w 79465"/>
                  <a:gd name="connsiteY7" fmla="*/ 21598 h 112230"/>
                  <a:gd name="connsiteX8" fmla="*/ 43767 w 79465"/>
                  <a:gd name="connsiteY8" fmla="*/ 18746 h 112230"/>
                  <a:gd name="connsiteX9" fmla="*/ 55178 w 79465"/>
                  <a:gd name="connsiteY9" fmla="*/ 21191 h 112230"/>
                  <a:gd name="connsiteX10" fmla="*/ 65040 w 79465"/>
                  <a:gd name="connsiteY10" fmla="*/ 28934 h 112230"/>
                  <a:gd name="connsiteX11" fmla="*/ 78977 w 79465"/>
                  <a:gd name="connsiteY11" fmla="*/ 14997 h 112230"/>
                  <a:gd name="connsiteX12" fmla="*/ 64306 w 79465"/>
                  <a:gd name="connsiteY12" fmla="*/ 4157 h 112230"/>
                  <a:gd name="connsiteX13" fmla="*/ 44093 w 79465"/>
                  <a:gd name="connsiteY13" fmla="*/ 0 h 112230"/>
                  <a:gd name="connsiteX14" fmla="*/ 25184 w 79465"/>
                  <a:gd name="connsiteY14" fmla="*/ 3749 h 112230"/>
                  <a:gd name="connsiteX15" fmla="*/ 11981 w 79465"/>
                  <a:gd name="connsiteY15" fmla="*/ 14426 h 112230"/>
                  <a:gd name="connsiteX16" fmla="*/ 7172 w 79465"/>
                  <a:gd name="connsiteY16" fmla="*/ 31297 h 112230"/>
                  <a:gd name="connsiteX17" fmla="*/ 9862 w 79465"/>
                  <a:gd name="connsiteY17" fmla="*/ 45235 h 112230"/>
                  <a:gd name="connsiteX18" fmla="*/ 17197 w 79465"/>
                  <a:gd name="connsiteY18" fmla="*/ 54200 h 112230"/>
                  <a:gd name="connsiteX19" fmla="*/ 27304 w 79465"/>
                  <a:gd name="connsiteY19" fmla="*/ 60068 h 112230"/>
                  <a:gd name="connsiteX20" fmla="*/ 38225 w 79465"/>
                  <a:gd name="connsiteY20" fmla="*/ 64143 h 112230"/>
                  <a:gd name="connsiteX21" fmla="*/ 48332 w 79465"/>
                  <a:gd name="connsiteY21" fmla="*/ 68055 h 112230"/>
                  <a:gd name="connsiteX22" fmla="*/ 55667 w 79465"/>
                  <a:gd name="connsiteY22" fmla="*/ 73272 h 112230"/>
                  <a:gd name="connsiteX23" fmla="*/ 58438 w 79465"/>
                  <a:gd name="connsiteY23" fmla="*/ 81341 h 112230"/>
                  <a:gd name="connsiteX24" fmla="*/ 53629 w 79465"/>
                  <a:gd name="connsiteY24" fmla="*/ 90306 h 112230"/>
                  <a:gd name="connsiteX25" fmla="*/ 40589 w 79465"/>
                  <a:gd name="connsiteY25" fmla="*/ 93566 h 112230"/>
                  <a:gd name="connsiteX26" fmla="*/ 25184 w 79465"/>
                  <a:gd name="connsiteY26" fmla="*/ 90061 h 112230"/>
                  <a:gd name="connsiteX27" fmla="*/ 13937 w 79465"/>
                  <a:gd name="connsiteY27" fmla="*/ 80200 h 112230"/>
                  <a:gd name="connsiteX28" fmla="*/ 0 w 79465"/>
                  <a:gd name="connsiteY28" fmla="*/ 94137 h 112230"/>
                  <a:gd name="connsiteX29" fmla="*/ 16953 w 79465"/>
                  <a:gd name="connsiteY29" fmla="*/ 107748 h 112230"/>
                  <a:gd name="connsiteX30" fmla="*/ 39366 w 79465"/>
                  <a:gd name="connsiteY30" fmla="*/ 112230 h 112230"/>
                  <a:gd name="connsiteX31" fmla="*/ 68789 w 79465"/>
                  <a:gd name="connsiteY31" fmla="*/ 103510 h 112230"/>
                  <a:gd name="connsiteX32" fmla="*/ 79466 w 79465"/>
                  <a:gd name="connsiteY32" fmla="*/ 79548 h 112230"/>
                  <a:gd name="connsiteX33" fmla="*/ 76695 w 79465"/>
                  <a:gd name="connsiteY33" fmla="*/ 65203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76776" y="65203"/>
                    </a:moveTo>
                    <a:cubicBezTo>
                      <a:pt x="74902" y="61291"/>
                      <a:pt x="72457" y="58194"/>
                      <a:pt x="69441" y="55748"/>
                    </a:cubicBezTo>
                    <a:cubicBezTo>
                      <a:pt x="66425" y="53303"/>
                      <a:pt x="63084" y="51266"/>
                      <a:pt x="59416" y="49717"/>
                    </a:cubicBezTo>
                    <a:cubicBezTo>
                      <a:pt x="55830" y="48087"/>
                      <a:pt x="52162" y="46702"/>
                      <a:pt x="48413" y="45479"/>
                    </a:cubicBezTo>
                    <a:cubicBezTo>
                      <a:pt x="44664" y="44256"/>
                      <a:pt x="41322" y="42952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97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6" y="21598"/>
                    </a:cubicBezTo>
                    <a:cubicBezTo>
                      <a:pt x="35046" y="19642"/>
                      <a:pt x="38877" y="18746"/>
                      <a:pt x="43767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4" y="3749"/>
                    </a:cubicBezTo>
                    <a:cubicBezTo>
                      <a:pt x="19561" y="6194"/>
                      <a:pt x="15241" y="9780"/>
                      <a:pt x="11981" y="14426"/>
                    </a:cubicBezTo>
                    <a:cubicBezTo>
                      <a:pt x="8803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5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7" y="63002"/>
                      <a:pt x="38225" y="64143"/>
                    </a:cubicBezTo>
                    <a:cubicBezTo>
                      <a:pt x="41893" y="65366"/>
                      <a:pt x="45234" y="66588"/>
                      <a:pt x="48332" y="68055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49" y="93566"/>
                      <a:pt x="40589" y="93566"/>
                    </a:cubicBezTo>
                    <a:cubicBezTo>
                      <a:pt x="34476" y="93566"/>
                      <a:pt x="29341" y="92425"/>
                      <a:pt x="25184" y="90061"/>
                    </a:cubicBezTo>
                    <a:cubicBezTo>
                      <a:pt x="21028" y="87698"/>
                      <a:pt x="17279" y="84438"/>
                      <a:pt x="13937" y="80200"/>
                    </a:cubicBezTo>
                    <a:lnTo>
                      <a:pt x="0" y="94137"/>
                    </a:lnTo>
                    <a:cubicBezTo>
                      <a:pt x="5053" y="100249"/>
                      <a:pt x="10759" y="104814"/>
                      <a:pt x="16953" y="107748"/>
                    </a:cubicBezTo>
                    <a:cubicBezTo>
                      <a:pt x="23228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10"/>
                    </a:cubicBezTo>
                    <a:cubicBezTo>
                      <a:pt x="75880" y="97723"/>
                      <a:pt x="79466" y="89654"/>
                      <a:pt x="79466" y="79548"/>
                    </a:cubicBezTo>
                    <a:cubicBezTo>
                      <a:pt x="79466" y="73842"/>
                      <a:pt x="78570" y="69115"/>
                      <a:pt x="76695" y="65203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674151F5-F361-AF67-CD1E-771BB78E697D}"/>
                </a:ext>
              </a:extLst>
            </p:cNvPr>
            <p:cNvSpPr/>
            <p:nvPr/>
          </p:nvSpPr>
          <p:spPr>
            <a:xfrm>
              <a:off x="6952684" y="1214303"/>
              <a:ext cx="468971" cy="50369"/>
            </a:xfrm>
            <a:custGeom>
              <a:avLst/>
              <a:gdLst>
                <a:gd name="connsiteX0" fmla="*/ 0 w 468971"/>
                <a:gd name="connsiteY0" fmla="*/ 0 h 50369"/>
                <a:gd name="connsiteX1" fmla="*/ 468971 w 468971"/>
                <a:gd name="connsiteY1" fmla="*/ 0 h 50369"/>
                <a:gd name="connsiteX2" fmla="*/ 468971 w 468971"/>
                <a:gd name="connsiteY2" fmla="*/ 50369 h 50369"/>
                <a:gd name="connsiteX3" fmla="*/ 0 w 46897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971" h="50369">
                  <a:moveTo>
                    <a:pt x="0" y="0"/>
                  </a:moveTo>
                  <a:lnTo>
                    <a:pt x="468971" y="0"/>
                  </a:lnTo>
                  <a:lnTo>
                    <a:pt x="46897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9" name="Graphic 2241">
            <a:extLst>
              <a:ext uri="{FF2B5EF4-FFF2-40B4-BE49-F238E27FC236}">
                <a16:creationId xmlns:a16="http://schemas.microsoft.com/office/drawing/2014/main" id="{38AED579-4F1A-6FC2-1793-30BEB2984BF8}"/>
              </a:ext>
            </a:extLst>
          </p:cNvPr>
          <p:cNvGrpSpPr/>
          <p:nvPr/>
        </p:nvGrpSpPr>
        <p:grpSpPr>
          <a:xfrm>
            <a:off x="4692329" y="1509180"/>
            <a:ext cx="697426" cy="222260"/>
            <a:chOff x="9393634" y="1041597"/>
            <a:chExt cx="697426" cy="222260"/>
          </a:xfrm>
        </p:grpSpPr>
        <p:grpSp>
          <p:nvGrpSpPr>
            <p:cNvPr id="140" name="Graphic 2241">
              <a:extLst>
                <a:ext uri="{FF2B5EF4-FFF2-40B4-BE49-F238E27FC236}">
                  <a16:creationId xmlns:a16="http://schemas.microsoft.com/office/drawing/2014/main" id="{8D3E22D7-1080-4374-84E6-BE265C8C1DBD}"/>
                </a:ext>
              </a:extLst>
            </p:cNvPr>
            <p:cNvGrpSpPr/>
            <p:nvPr/>
          </p:nvGrpSpPr>
          <p:grpSpPr>
            <a:xfrm>
              <a:off x="9395183" y="1041597"/>
              <a:ext cx="695877" cy="112474"/>
              <a:chOff x="9395183" y="1041597"/>
              <a:chExt cx="695877" cy="112474"/>
            </a:xfrm>
            <a:solidFill>
              <a:srgbClr val="403592"/>
            </a:solidFill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DAA9634-01D0-2391-CFCC-70E5C756429C}"/>
                  </a:ext>
                </a:extLst>
              </p:cNvPr>
              <p:cNvSpPr/>
              <p:nvPr/>
            </p:nvSpPr>
            <p:spPr>
              <a:xfrm>
                <a:off x="9395183" y="1043390"/>
                <a:ext cx="89409" cy="108970"/>
              </a:xfrm>
              <a:custGeom>
                <a:avLst/>
                <a:gdLst>
                  <a:gd name="connsiteX0" fmla="*/ 68382 w 89409"/>
                  <a:gd name="connsiteY0" fmla="*/ 43441 h 108970"/>
                  <a:gd name="connsiteX1" fmla="*/ 21028 w 89409"/>
                  <a:gd name="connsiteY1" fmla="*/ 43441 h 108970"/>
                  <a:gd name="connsiteX2" fmla="*/ 21028 w 89409"/>
                  <a:gd name="connsiteY2" fmla="*/ 0 h 108970"/>
                  <a:gd name="connsiteX3" fmla="*/ 0 w 89409"/>
                  <a:gd name="connsiteY3" fmla="*/ 0 h 108970"/>
                  <a:gd name="connsiteX4" fmla="*/ 0 w 89409"/>
                  <a:gd name="connsiteY4" fmla="*/ 108970 h 108970"/>
                  <a:gd name="connsiteX5" fmla="*/ 21028 w 89409"/>
                  <a:gd name="connsiteY5" fmla="*/ 108970 h 108970"/>
                  <a:gd name="connsiteX6" fmla="*/ 21028 w 89409"/>
                  <a:gd name="connsiteY6" fmla="*/ 62024 h 108970"/>
                  <a:gd name="connsiteX7" fmla="*/ 68382 w 89409"/>
                  <a:gd name="connsiteY7" fmla="*/ 62024 h 108970"/>
                  <a:gd name="connsiteX8" fmla="*/ 68382 w 89409"/>
                  <a:gd name="connsiteY8" fmla="*/ 108970 h 108970"/>
                  <a:gd name="connsiteX9" fmla="*/ 89410 w 89409"/>
                  <a:gd name="connsiteY9" fmla="*/ 108970 h 108970"/>
                  <a:gd name="connsiteX10" fmla="*/ 89410 w 89409"/>
                  <a:gd name="connsiteY10" fmla="*/ 0 h 108970"/>
                  <a:gd name="connsiteX11" fmla="*/ 68382 w 89409"/>
                  <a:gd name="connsiteY11" fmla="*/ 0 h 108970"/>
                  <a:gd name="connsiteX12" fmla="*/ 68382 w 89409"/>
                  <a:gd name="connsiteY12" fmla="*/ 4344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09" h="108970">
                    <a:moveTo>
                      <a:pt x="68382" y="43441"/>
                    </a:moveTo>
                    <a:lnTo>
                      <a:pt x="21028" y="43441"/>
                    </a:lnTo>
                    <a:lnTo>
                      <a:pt x="21028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028" y="108970"/>
                    </a:lnTo>
                    <a:lnTo>
                      <a:pt x="21028" y="62024"/>
                    </a:lnTo>
                    <a:lnTo>
                      <a:pt x="68382" y="62024"/>
                    </a:lnTo>
                    <a:lnTo>
                      <a:pt x="68382" y="108970"/>
                    </a:lnTo>
                    <a:lnTo>
                      <a:pt x="89410" y="108970"/>
                    </a:lnTo>
                    <a:lnTo>
                      <a:pt x="89410" y="0"/>
                    </a:lnTo>
                    <a:lnTo>
                      <a:pt x="68382" y="0"/>
                    </a:lnTo>
                    <a:lnTo>
                      <a:pt x="68382" y="4344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23CACAF8-C02D-FBC4-8740-1E3346A857CD}"/>
                  </a:ext>
                </a:extLst>
              </p:cNvPr>
              <p:cNvSpPr/>
              <p:nvPr/>
            </p:nvSpPr>
            <p:spPr>
              <a:xfrm>
                <a:off x="9513119" y="1043308"/>
                <a:ext cx="88675" cy="110681"/>
              </a:xfrm>
              <a:custGeom>
                <a:avLst/>
                <a:gdLst>
                  <a:gd name="connsiteX0" fmla="*/ 67485 w 88675"/>
                  <a:gd name="connsiteY0" fmla="*/ 67648 h 110681"/>
                  <a:gd name="connsiteX1" fmla="*/ 64469 w 88675"/>
                  <a:gd name="connsiteY1" fmla="*/ 80037 h 110681"/>
                  <a:gd name="connsiteX2" fmla="*/ 56400 w 88675"/>
                  <a:gd name="connsiteY2" fmla="*/ 88187 h 110681"/>
                  <a:gd name="connsiteX3" fmla="*/ 44664 w 88675"/>
                  <a:gd name="connsiteY3" fmla="*/ 91039 h 110681"/>
                  <a:gd name="connsiteX4" fmla="*/ 32765 w 88675"/>
                  <a:gd name="connsiteY4" fmla="*/ 88187 h 110681"/>
                  <a:gd name="connsiteX5" fmla="*/ 24369 w 88675"/>
                  <a:gd name="connsiteY5" fmla="*/ 80037 h 110681"/>
                  <a:gd name="connsiteX6" fmla="*/ 21272 w 88675"/>
                  <a:gd name="connsiteY6" fmla="*/ 67485 h 110681"/>
                  <a:gd name="connsiteX7" fmla="*/ 21272 w 88675"/>
                  <a:gd name="connsiteY7" fmla="*/ 0 h 110681"/>
                  <a:gd name="connsiteX8" fmla="*/ 0 w 88675"/>
                  <a:gd name="connsiteY8" fmla="*/ 0 h 110681"/>
                  <a:gd name="connsiteX9" fmla="*/ 0 w 88675"/>
                  <a:gd name="connsiteY9" fmla="*/ 66833 h 110681"/>
                  <a:gd name="connsiteX10" fmla="*/ 5786 w 88675"/>
                  <a:gd name="connsiteY10" fmla="*/ 89328 h 110681"/>
                  <a:gd name="connsiteX11" fmla="*/ 21680 w 88675"/>
                  <a:gd name="connsiteY11" fmla="*/ 104977 h 110681"/>
                  <a:gd name="connsiteX12" fmla="*/ 44664 w 88675"/>
                  <a:gd name="connsiteY12" fmla="*/ 110682 h 110681"/>
                  <a:gd name="connsiteX13" fmla="*/ 67485 w 88675"/>
                  <a:gd name="connsiteY13" fmla="*/ 104977 h 110681"/>
                  <a:gd name="connsiteX14" fmla="*/ 83052 w 88675"/>
                  <a:gd name="connsiteY14" fmla="*/ 89409 h 110681"/>
                  <a:gd name="connsiteX15" fmla="*/ 88676 w 88675"/>
                  <a:gd name="connsiteY15" fmla="*/ 66996 h 110681"/>
                  <a:gd name="connsiteX16" fmla="*/ 88676 w 88675"/>
                  <a:gd name="connsiteY16" fmla="*/ 0 h 110681"/>
                  <a:gd name="connsiteX17" fmla="*/ 67404 w 88675"/>
                  <a:gd name="connsiteY17" fmla="*/ 0 h 110681"/>
                  <a:gd name="connsiteX18" fmla="*/ 67404 w 88675"/>
                  <a:gd name="connsiteY18" fmla="*/ 67566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8675" h="110681">
                    <a:moveTo>
                      <a:pt x="67485" y="67648"/>
                    </a:moveTo>
                    <a:cubicBezTo>
                      <a:pt x="67485" y="72375"/>
                      <a:pt x="66507" y="76532"/>
                      <a:pt x="64469" y="80037"/>
                    </a:cubicBezTo>
                    <a:cubicBezTo>
                      <a:pt x="62432" y="83541"/>
                      <a:pt x="59742" y="86231"/>
                      <a:pt x="56400" y="88187"/>
                    </a:cubicBezTo>
                    <a:cubicBezTo>
                      <a:pt x="53059" y="90061"/>
                      <a:pt x="49146" y="91039"/>
                      <a:pt x="44664" y="91039"/>
                    </a:cubicBezTo>
                    <a:cubicBezTo>
                      <a:pt x="40181" y="91039"/>
                      <a:pt x="36269" y="90061"/>
                      <a:pt x="32765" y="88187"/>
                    </a:cubicBezTo>
                    <a:cubicBezTo>
                      <a:pt x="29260" y="86312"/>
                      <a:pt x="26489" y="83541"/>
                      <a:pt x="24369" y="80037"/>
                    </a:cubicBezTo>
                    <a:cubicBezTo>
                      <a:pt x="22332" y="76532"/>
                      <a:pt x="21272" y="72375"/>
                      <a:pt x="21272" y="67485"/>
                    </a:cubicBezTo>
                    <a:lnTo>
                      <a:pt x="21272" y="0"/>
                    </a:lnTo>
                    <a:lnTo>
                      <a:pt x="0" y="0"/>
                    </a:lnTo>
                    <a:lnTo>
                      <a:pt x="0" y="66833"/>
                    </a:lnTo>
                    <a:cubicBezTo>
                      <a:pt x="0" y="75228"/>
                      <a:pt x="1956" y="82726"/>
                      <a:pt x="5786" y="89328"/>
                    </a:cubicBezTo>
                    <a:cubicBezTo>
                      <a:pt x="9699" y="95930"/>
                      <a:pt x="14915" y="101146"/>
                      <a:pt x="21680" y="104977"/>
                    </a:cubicBezTo>
                    <a:cubicBezTo>
                      <a:pt x="28363" y="108807"/>
                      <a:pt x="36024" y="110682"/>
                      <a:pt x="44664" y="110682"/>
                    </a:cubicBezTo>
                    <a:cubicBezTo>
                      <a:pt x="53303" y="110682"/>
                      <a:pt x="60801" y="108807"/>
                      <a:pt x="67485" y="104977"/>
                    </a:cubicBezTo>
                    <a:cubicBezTo>
                      <a:pt x="74086" y="101146"/>
                      <a:pt x="79303" y="95930"/>
                      <a:pt x="83052" y="89409"/>
                    </a:cubicBezTo>
                    <a:cubicBezTo>
                      <a:pt x="86801" y="82808"/>
                      <a:pt x="88676" y="75391"/>
                      <a:pt x="88676" y="66996"/>
                    </a:cubicBezTo>
                    <a:lnTo>
                      <a:pt x="88676" y="0"/>
                    </a:lnTo>
                    <a:lnTo>
                      <a:pt x="67404" y="0"/>
                    </a:lnTo>
                    <a:lnTo>
                      <a:pt x="67404" y="6756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9D40BE84-FA55-4364-74B2-A09C8921DB05}"/>
                  </a:ext>
                </a:extLst>
              </p:cNvPr>
              <p:cNvSpPr/>
              <p:nvPr/>
            </p:nvSpPr>
            <p:spPr>
              <a:xfrm>
                <a:off x="9630321" y="1043390"/>
                <a:ext cx="90387" cy="108970"/>
              </a:xfrm>
              <a:custGeom>
                <a:avLst/>
                <a:gdLst>
                  <a:gd name="connsiteX0" fmla="*/ 69360 w 90387"/>
                  <a:gd name="connsiteY0" fmla="*/ 70338 h 108970"/>
                  <a:gd name="connsiteX1" fmla="*/ 14752 w 90387"/>
                  <a:gd name="connsiteY1" fmla="*/ 0 h 108970"/>
                  <a:gd name="connsiteX2" fmla="*/ 0 w 90387"/>
                  <a:gd name="connsiteY2" fmla="*/ 0 h 108970"/>
                  <a:gd name="connsiteX3" fmla="*/ 0 w 90387"/>
                  <a:gd name="connsiteY3" fmla="*/ 108970 h 108970"/>
                  <a:gd name="connsiteX4" fmla="*/ 21109 w 90387"/>
                  <a:gd name="connsiteY4" fmla="*/ 108970 h 108970"/>
                  <a:gd name="connsiteX5" fmla="*/ 21109 w 90387"/>
                  <a:gd name="connsiteY5" fmla="*/ 38877 h 108970"/>
                  <a:gd name="connsiteX6" fmla="*/ 75391 w 90387"/>
                  <a:gd name="connsiteY6" fmla="*/ 108970 h 108970"/>
                  <a:gd name="connsiteX7" fmla="*/ 90387 w 90387"/>
                  <a:gd name="connsiteY7" fmla="*/ 108970 h 108970"/>
                  <a:gd name="connsiteX8" fmla="*/ 90387 w 90387"/>
                  <a:gd name="connsiteY8" fmla="*/ 0 h 108970"/>
                  <a:gd name="connsiteX9" fmla="*/ 69360 w 90387"/>
                  <a:gd name="connsiteY9" fmla="*/ 0 h 108970"/>
                  <a:gd name="connsiteX10" fmla="*/ 69360 w 90387"/>
                  <a:gd name="connsiteY10" fmla="*/ 70338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360" y="70338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38877"/>
                    </a:lnTo>
                    <a:lnTo>
                      <a:pt x="75391" y="108970"/>
                    </a:lnTo>
                    <a:lnTo>
                      <a:pt x="90387" y="108970"/>
                    </a:lnTo>
                    <a:lnTo>
                      <a:pt x="90387" y="0"/>
                    </a:lnTo>
                    <a:lnTo>
                      <a:pt x="69360" y="0"/>
                    </a:lnTo>
                    <a:lnTo>
                      <a:pt x="69360" y="70338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1A5AD57-DD74-D1D3-9C0C-0066E655604C}"/>
                  </a:ext>
                </a:extLst>
              </p:cNvPr>
              <p:cNvSpPr/>
              <p:nvPr/>
            </p:nvSpPr>
            <p:spPr>
              <a:xfrm>
                <a:off x="9743040" y="1043390"/>
                <a:ext cx="90713" cy="108970"/>
              </a:xfrm>
              <a:custGeom>
                <a:avLst/>
                <a:gdLst>
                  <a:gd name="connsiteX0" fmla="*/ 0 w 90713"/>
                  <a:gd name="connsiteY0" fmla="*/ 18746 h 108970"/>
                  <a:gd name="connsiteX1" fmla="*/ 34721 w 90713"/>
                  <a:gd name="connsiteY1" fmla="*/ 18746 h 108970"/>
                  <a:gd name="connsiteX2" fmla="*/ 34721 w 90713"/>
                  <a:gd name="connsiteY2" fmla="*/ 108970 h 108970"/>
                  <a:gd name="connsiteX3" fmla="*/ 55993 w 90713"/>
                  <a:gd name="connsiteY3" fmla="*/ 108970 h 108970"/>
                  <a:gd name="connsiteX4" fmla="*/ 55993 w 90713"/>
                  <a:gd name="connsiteY4" fmla="*/ 18746 h 108970"/>
                  <a:gd name="connsiteX5" fmla="*/ 90714 w 90713"/>
                  <a:gd name="connsiteY5" fmla="*/ 18746 h 108970"/>
                  <a:gd name="connsiteX6" fmla="*/ 90714 w 90713"/>
                  <a:gd name="connsiteY6" fmla="*/ 0 h 108970"/>
                  <a:gd name="connsiteX7" fmla="*/ 0 w 90713"/>
                  <a:gd name="connsiteY7" fmla="*/ 0 h 108970"/>
                  <a:gd name="connsiteX8" fmla="*/ 0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0" y="18746"/>
                    </a:moveTo>
                    <a:lnTo>
                      <a:pt x="34721" y="18746"/>
                    </a:lnTo>
                    <a:lnTo>
                      <a:pt x="34721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4" y="18746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74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5BC084AA-BE5E-BE57-5F47-619EC364ADA5}"/>
                  </a:ext>
                </a:extLst>
              </p:cNvPr>
              <p:cNvSpPr/>
              <p:nvPr/>
            </p:nvSpPr>
            <p:spPr>
              <a:xfrm>
                <a:off x="9856086" y="1043390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2363206-86D3-B292-7FD7-FC2304A82FF7}"/>
                  </a:ext>
                </a:extLst>
              </p:cNvPr>
              <p:cNvSpPr/>
              <p:nvPr/>
            </p:nvSpPr>
            <p:spPr>
              <a:xfrm>
                <a:off x="9901646" y="1041597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07 w 97396"/>
                  <a:gd name="connsiteY4" fmla="*/ 71153 h 112311"/>
                  <a:gd name="connsiteX5" fmla="*/ 21761 w 97396"/>
                  <a:gd name="connsiteY5" fmla="*/ 56156 h 112311"/>
                  <a:gd name="connsiteX6" fmla="*/ 24207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0 h 112311"/>
                  <a:gd name="connsiteX9" fmla="*/ 55993 w 97396"/>
                  <a:gd name="connsiteY9" fmla="*/ 19724 h 112311"/>
                  <a:gd name="connsiteX10" fmla="*/ 71152 w 97396"/>
                  <a:gd name="connsiteY10" fmla="*/ 22495 h 112311"/>
                  <a:gd name="connsiteX11" fmla="*/ 82156 w 97396"/>
                  <a:gd name="connsiteY11" fmla="*/ 30238 h 112311"/>
                  <a:gd name="connsiteX12" fmla="*/ 96582 w 97396"/>
                  <a:gd name="connsiteY12" fmla="*/ 15812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20 h 112311"/>
                  <a:gd name="connsiteX16" fmla="*/ 15975 w 97396"/>
                  <a:gd name="connsiteY16" fmla="*/ 16219 h 112311"/>
                  <a:gd name="connsiteX17" fmla="*/ 4157 w 97396"/>
                  <a:gd name="connsiteY17" fmla="*/ 34068 h 112311"/>
                  <a:gd name="connsiteX18" fmla="*/ 0 w 97396"/>
                  <a:gd name="connsiteY18" fmla="*/ 56074 h 112311"/>
                  <a:gd name="connsiteX19" fmla="*/ 4157 w 97396"/>
                  <a:gd name="connsiteY19" fmla="*/ 78080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7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5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773"/>
                      <a:pt x="62269" y="92751"/>
                      <a:pt x="56156" y="92751"/>
                    </a:cubicBezTo>
                    <a:cubicBezTo>
                      <a:pt x="51103" y="92751"/>
                      <a:pt x="46457" y="91855"/>
                      <a:pt x="42300" y="90143"/>
                    </a:cubicBezTo>
                    <a:cubicBezTo>
                      <a:pt x="38144" y="88350"/>
                      <a:pt x="34476" y="85905"/>
                      <a:pt x="31379" y="82726"/>
                    </a:cubicBezTo>
                    <a:cubicBezTo>
                      <a:pt x="28282" y="79547"/>
                      <a:pt x="25918" y="75635"/>
                      <a:pt x="24207" y="71153"/>
                    </a:cubicBezTo>
                    <a:cubicBezTo>
                      <a:pt x="22495" y="66670"/>
                      <a:pt x="21761" y="61698"/>
                      <a:pt x="21761" y="56156"/>
                    </a:cubicBezTo>
                    <a:cubicBezTo>
                      <a:pt x="21761" y="50614"/>
                      <a:pt x="22577" y="45805"/>
                      <a:pt x="24207" y="41322"/>
                    </a:cubicBezTo>
                    <a:cubicBezTo>
                      <a:pt x="25836" y="36840"/>
                      <a:pt x="28282" y="32927"/>
                      <a:pt x="31379" y="29667"/>
                    </a:cubicBezTo>
                    <a:cubicBezTo>
                      <a:pt x="34476" y="26407"/>
                      <a:pt x="38144" y="23962"/>
                      <a:pt x="42300" y="22250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2" y="22495"/>
                    </a:cubicBezTo>
                    <a:cubicBezTo>
                      <a:pt x="75472" y="24370"/>
                      <a:pt x="79140" y="26978"/>
                      <a:pt x="82156" y="30238"/>
                    </a:cubicBezTo>
                    <a:lnTo>
                      <a:pt x="96582" y="15812"/>
                    </a:lnTo>
                    <a:cubicBezTo>
                      <a:pt x="91528" y="10921"/>
                      <a:pt x="85742" y="7091"/>
                      <a:pt x="79140" y="4238"/>
                    </a:cubicBezTo>
                    <a:cubicBezTo>
                      <a:pt x="72538" y="1386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2" y="21272"/>
                      <a:pt x="7009" y="27222"/>
                      <a:pt x="4157" y="34068"/>
                    </a:cubicBezTo>
                    <a:cubicBezTo>
                      <a:pt x="1385" y="40915"/>
                      <a:pt x="0" y="48250"/>
                      <a:pt x="0" y="56074"/>
                    </a:cubicBezTo>
                    <a:cubicBezTo>
                      <a:pt x="0" y="63899"/>
                      <a:pt x="1385" y="71234"/>
                      <a:pt x="4157" y="78080"/>
                    </a:cubicBezTo>
                    <a:cubicBezTo>
                      <a:pt x="6928" y="84927"/>
                      <a:pt x="10922" y="90876"/>
                      <a:pt x="16056" y="96011"/>
                    </a:cubicBezTo>
                    <a:cubicBezTo>
                      <a:pt x="21191" y="101146"/>
                      <a:pt x="27141" y="105140"/>
                      <a:pt x="33987" y="107992"/>
                    </a:cubicBezTo>
                    <a:cubicBezTo>
                      <a:pt x="40833" y="110845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ubicBezTo>
                      <a:pt x="79873" y="85253"/>
                      <a:pt x="76125" y="87861"/>
                      <a:pt x="71805" y="89735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71B204D2-C820-836C-2A6A-EEA6809EE853}"/>
                  </a:ext>
                </a:extLst>
              </p:cNvPr>
              <p:cNvSpPr/>
              <p:nvPr/>
            </p:nvSpPr>
            <p:spPr>
              <a:xfrm>
                <a:off x="10011594" y="1041841"/>
                <a:ext cx="79465" cy="112230"/>
              </a:xfrm>
              <a:custGeom>
                <a:avLst/>
                <a:gdLst>
                  <a:gd name="connsiteX0" fmla="*/ 76777 w 79465"/>
                  <a:gd name="connsiteY0" fmla="*/ 65203 h 112230"/>
                  <a:gd name="connsiteX1" fmla="*/ 69441 w 79465"/>
                  <a:gd name="connsiteY1" fmla="*/ 55748 h 112230"/>
                  <a:gd name="connsiteX2" fmla="*/ 59416 w 79465"/>
                  <a:gd name="connsiteY2" fmla="*/ 49717 h 112230"/>
                  <a:gd name="connsiteX3" fmla="*/ 48413 w 79465"/>
                  <a:gd name="connsiteY3" fmla="*/ 45479 h 112230"/>
                  <a:gd name="connsiteX4" fmla="*/ 38225 w 79465"/>
                  <a:gd name="connsiteY4" fmla="*/ 41567 h 112230"/>
                  <a:gd name="connsiteX5" fmla="*/ 30890 w 79465"/>
                  <a:gd name="connsiteY5" fmla="*/ 36758 h 112230"/>
                  <a:gd name="connsiteX6" fmla="*/ 28119 w 79465"/>
                  <a:gd name="connsiteY6" fmla="*/ 29586 h 112230"/>
                  <a:gd name="connsiteX7" fmla="*/ 32276 w 79465"/>
                  <a:gd name="connsiteY7" fmla="*/ 21598 h 112230"/>
                  <a:gd name="connsiteX8" fmla="*/ 43767 w 79465"/>
                  <a:gd name="connsiteY8" fmla="*/ 18746 h 112230"/>
                  <a:gd name="connsiteX9" fmla="*/ 55178 w 79465"/>
                  <a:gd name="connsiteY9" fmla="*/ 21191 h 112230"/>
                  <a:gd name="connsiteX10" fmla="*/ 65040 w 79465"/>
                  <a:gd name="connsiteY10" fmla="*/ 28934 h 112230"/>
                  <a:gd name="connsiteX11" fmla="*/ 78977 w 79465"/>
                  <a:gd name="connsiteY11" fmla="*/ 14997 h 112230"/>
                  <a:gd name="connsiteX12" fmla="*/ 64306 w 79465"/>
                  <a:gd name="connsiteY12" fmla="*/ 4157 h 112230"/>
                  <a:gd name="connsiteX13" fmla="*/ 44094 w 79465"/>
                  <a:gd name="connsiteY13" fmla="*/ 0 h 112230"/>
                  <a:gd name="connsiteX14" fmla="*/ 25185 w 79465"/>
                  <a:gd name="connsiteY14" fmla="*/ 3749 h 112230"/>
                  <a:gd name="connsiteX15" fmla="*/ 11981 w 79465"/>
                  <a:gd name="connsiteY15" fmla="*/ 14426 h 112230"/>
                  <a:gd name="connsiteX16" fmla="*/ 7172 w 79465"/>
                  <a:gd name="connsiteY16" fmla="*/ 31297 h 112230"/>
                  <a:gd name="connsiteX17" fmla="*/ 9862 w 79465"/>
                  <a:gd name="connsiteY17" fmla="*/ 45235 h 112230"/>
                  <a:gd name="connsiteX18" fmla="*/ 17198 w 79465"/>
                  <a:gd name="connsiteY18" fmla="*/ 54200 h 112230"/>
                  <a:gd name="connsiteX19" fmla="*/ 27304 w 79465"/>
                  <a:gd name="connsiteY19" fmla="*/ 60068 h 112230"/>
                  <a:gd name="connsiteX20" fmla="*/ 38225 w 79465"/>
                  <a:gd name="connsiteY20" fmla="*/ 64143 h 112230"/>
                  <a:gd name="connsiteX21" fmla="*/ 48332 w 79465"/>
                  <a:gd name="connsiteY21" fmla="*/ 68055 h 112230"/>
                  <a:gd name="connsiteX22" fmla="*/ 55667 w 79465"/>
                  <a:gd name="connsiteY22" fmla="*/ 73272 h 112230"/>
                  <a:gd name="connsiteX23" fmla="*/ 58438 w 79465"/>
                  <a:gd name="connsiteY23" fmla="*/ 81341 h 112230"/>
                  <a:gd name="connsiteX24" fmla="*/ 53629 w 79465"/>
                  <a:gd name="connsiteY24" fmla="*/ 90306 h 112230"/>
                  <a:gd name="connsiteX25" fmla="*/ 40589 w 79465"/>
                  <a:gd name="connsiteY25" fmla="*/ 93566 h 112230"/>
                  <a:gd name="connsiteX26" fmla="*/ 25185 w 79465"/>
                  <a:gd name="connsiteY26" fmla="*/ 90061 h 112230"/>
                  <a:gd name="connsiteX27" fmla="*/ 13937 w 79465"/>
                  <a:gd name="connsiteY27" fmla="*/ 80199 h 112230"/>
                  <a:gd name="connsiteX28" fmla="*/ 0 w 79465"/>
                  <a:gd name="connsiteY28" fmla="*/ 94137 h 112230"/>
                  <a:gd name="connsiteX29" fmla="*/ 16953 w 79465"/>
                  <a:gd name="connsiteY29" fmla="*/ 107748 h 112230"/>
                  <a:gd name="connsiteX30" fmla="*/ 39366 w 79465"/>
                  <a:gd name="connsiteY30" fmla="*/ 112230 h 112230"/>
                  <a:gd name="connsiteX31" fmla="*/ 68789 w 79465"/>
                  <a:gd name="connsiteY31" fmla="*/ 103510 h 112230"/>
                  <a:gd name="connsiteX32" fmla="*/ 79466 w 79465"/>
                  <a:gd name="connsiteY32" fmla="*/ 79548 h 112230"/>
                  <a:gd name="connsiteX33" fmla="*/ 76695 w 79465"/>
                  <a:gd name="connsiteY33" fmla="*/ 65203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76777" y="65203"/>
                    </a:moveTo>
                    <a:cubicBezTo>
                      <a:pt x="74902" y="61291"/>
                      <a:pt x="72457" y="58194"/>
                      <a:pt x="69441" y="55748"/>
                    </a:cubicBezTo>
                    <a:cubicBezTo>
                      <a:pt x="66426" y="53303"/>
                      <a:pt x="63084" y="51266"/>
                      <a:pt x="59416" y="49717"/>
                    </a:cubicBezTo>
                    <a:cubicBezTo>
                      <a:pt x="55830" y="48087"/>
                      <a:pt x="52162" y="46702"/>
                      <a:pt x="48413" y="45479"/>
                    </a:cubicBezTo>
                    <a:cubicBezTo>
                      <a:pt x="44664" y="44256"/>
                      <a:pt x="41322" y="42952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6" y="21598"/>
                    </a:cubicBezTo>
                    <a:cubicBezTo>
                      <a:pt x="35046" y="19724"/>
                      <a:pt x="38877" y="18746"/>
                      <a:pt x="43767" y="18746"/>
                    </a:cubicBezTo>
                    <a:cubicBezTo>
                      <a:pt x="48006" y="18746"/>
                      <a:pt x="51837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4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3" y="6194"/>
                      <a:pt x="15241" y="9780"/>
                      <a:pt x="11981" y="14426"/>
                    </a:cubicBezTo>
                    <a:cubicBezTo>
                      <a:pt x="8721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5"/>
                    </a:cubicBezTo>
                    <a:cubicBezTo>
                      <a:pt x="11655" y="48821"/>
                      <a:pt x="14100" y="51836"/>
                      <a:pt x="17198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7" y="63002"/>
                      <a:pt x="38225" y="64143"/>
                    </a:cubicBezTo>
                    <a:cubicBezTo>
                      <a:pt x="41893" y="65366"/>
                      <a:pt x="45234" y="66588"/>
                      <a:pt x="48332" y="68055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50" y="93566"/>
                      <a:pt x="40589" y="93566"/>
                    </a:cubicBezTo>
                    <a:cubicBezTo>
                      <a:pt x="34476" y="93566"/>
                      <a:pt x="29342" y="92425"/>
                      <a:pt x="25185" y="90061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49"/>
                      <a:pt x="10759" y="104814"/>
                      <a:pt x="16953" y="107748"/>
                    </a:cubicBezTo>
                    <a:cubicBezTo>
                      <a:pt x="23147" y="110682"/>
                      <a:pt x="30645" y="112230"/>
                      <a:pt x="39366" y="112230"/>
                    </a:cubicBezTo>
                    <a:cubicBezTo>
                      <a:pt x="51837" y="112230"/>
                      <a:pt x="61698" y="109296"/>
                      <a:pt x="68789" y="103510"/>
                    </a:cubicBezTo>
                    <a:cubicBezTo>
                      <a:pt x="75961" y="97641"/>
                      <a:pt x="79466" y="89654"/>
                      <a:pt x="79466" y="79548"/>
                    </a:cubicBezTo>
                    <a:cubicBezTo>
                      <a:pt x="79466" y="73842"/>
                      <a:pt x="78570" y="69115"/>
                      <a:pt x="76695" y="65203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1FAC644-489E-4411-E198-BA5764694BA6}"/>
                </a:ext>
              </a:extLst>
            </p:cNvPr>
            <p:cNvSpPr/>
            <p:nvPr/>
          </p:nvSpPr>
          <p:spPr>
            <a:xfrm>
              <a:off x="9393634" y="1213488"/>
              <a:ext cx="693839" cy="50369"/>
            </a:xfrm>
            <a:custGeom>
              <a:avLst/>
              <a:gdLst>
                <a:gd name="connsiteX0" fmla="*/ 0 w 693839"/>
                <a:gd name="connsiteY0" fmla="*/ 0 h 50369"/>
                <a:gd name="connsiteX1" fmla="*/ 693840 w 693839"/>
                <a:gd name="connsiteY1" fmla="*/ 0 h 50369"/>
                <a:gd name="connsiteX2" fmla="*/ 693840 w 693839"/>
                <a:gd name="connsiteY2" fmla="*/ 50369 h 50369"/>
                <a:gd name="connsiteX3" fmla="*/ 0 w 693839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3839" h="50369">
                  <a:moveTo>
                    <a:pt x="0" y="0"/>
                  </a:moveTo>
                  <a:lnTo>
                    <a:pt x="693840" y="0"/>
                  </a:lnTo>
                  <a:lnTo>
                    <a:pt x="693840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9" name="Graphic 2241">
            <a:extLst>
              <a:ext uri="{FF2B5EF4-FFF2-40B4-BE49-F238E27FC236}">
                <a16:creationId xmlns:a16="http://schemas.microsoft.com/office/drawing/2014/main" id="{0856A87C-1404-FC9E-C371-8B039F8F0C4F}"/>
              </a:ext>
            </a:extLst>
          </p:cNvPr>
          <p:cNvGrpSpPr/>
          <p:nvPr/>
        </p:nvGrpSpPr>
        <p:grpSpPr>
          <a:xfrm>
            <a:off x="5898485" y="2564165"/>
            <a:ext cx="364321" cy="220467"/>
            <a:chOff x="3866551" y="1643582"/>
            <a:chExt cx="364321" cy="220467"/>
          </a:xfrm>
        </p:grpSpPr>
        <p:grpSp>
          <p:nvGrpSpPr>
            <p:cNvPr id="150" name="Graphic 2241">
              <a:extLst>
                <a:ext uri="{FF2B5EF4-FFF2-40B4-BE49-F238E27FC236}">
                  <a16:creationId xmlns:a16="http://schemas.microsoft.com/office/drawing/2014/main" id="{8375ED71-2D4D-4301-40E9-1F6B42DF25E6}"/>
                </a:ext>
              </a:extLst>
            </p:cNvPr>
            <p:cNvGrpSpPr/>
            <p:nvPr/>
          </p:nvGrpSpPr>
          <p:grpSpPr>
            <a:xfrm>
              <a:off x="3867121" y="1643582"/>
              <a:ext cx="363587" cy="109051"/>
              <a:chOff x="3867121" y="1643582"/>
              <a:chExt cx="363587" cy="109051"/>
            </a:xfrm>
            <a:solidFill>
              <a:srgbClr val="403592"/>
            </a:solidFill>
          </p:grpSpPr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C6D8A84-9CEB-6075-34AE-A8C7C19575D9}"/>
                  </a:ext>
                </a:extLst>
              </p:cNvPr>
              <p:cNvSpPr/>
              <p:nvPr/>
            </p:nvSpPr>
            <p:spPr>
              <a:xfrm>
                <a:off x="3867121" y="1643582"/>
                <a:ext cx="89490" cy="109051"/>
              </a:xfrm>
              <a:custGeom>
                <a:avLst/>
                <a:gdLst>
                  <a:gd name="connsiteX0" fmla="*/ 68382 w 89490"/>
                  <a:gd name="connsiteY0" fmla="*/ 43441 h 109051"/>
                  <a:gd name="connsiteX1" fmla="*/ 21109 w 89490"/>
                  <a:gd name="connsiteY1" fmla="*/ 43441 h 109051"/>
                  <a:gd name="connsiteX2" fmla="*/ 21109 w 89490"/>
                  <a:gd name="connsiteY2" fmla="*/ 0 h 109051"/>
                  <a:gd name="connsiteX3" fmla="*/ 0 w 89490"/>
                  <a:gd name="connsiteY3" fmla="*/ 0 h 109051"/>
                  <a:gd name="connsiteX4" fmla="*/ 0 w 89490"/>
                  <a:gd name="connsiteY4" fmla="*/ 109052 h 109051"/>
                  <a:gd name="connsiteX5" fmla="*/ 21109 w 89490"/>
                  <a:gd name="connsiteY5" fmla="*/ 109052 h 109051"/>
                  <a:gd name="connsiteX6" fmla="*/ 21109 w 89490"/>
                  <a:gd name="connsiteY6" fmla="*/ 62024 h 109051"/>
                  <a:gd name="connsiteX7" fmla="*/ 68382 w 89490"/>
                  <a:gd name="connsiteY7" fmla="*/ 62024 h 109051"/>
                  <a:gd name="connsiteX8" fmla="*/ 68382 w 89490"/>
                  <a:gd name="connsiteY8" fmla="*/ 109052 h 109051"/>
                  <a:gd name="connsiteX9" fmla="*/ 89491 w 89490"/>
                  <a:gd name="connsiteY9" fmla="*/ 109052 h 109051"/>
                  <a:gd name="connsiteX10" fmla="*/ 89491 w 89490"/>
                  <a:gd name="connsiteY10" fmla="*/ 0 h 109051"/>
                  <a:gd name="connsiteX11" fmla="*/ 68382 w 89490"/>
                  <a:gd name="connsiteY11" fmla="*/ 0 h 109051"/>
                  <a:gd name="connsiteX12" fmla="*/ 68382 w 89490"/>
                  <a:gd name="connsiteY12" fmla="*/ 43441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90" h="109051">
                    <a:moveTo>
                      <a:pt x="68382" y="43441"/>
                    </a:moveTo>
                    <a:lnTo>
                      <a:pt x="21109" y="43441"/>
                    </a:lnTo>
                    <a:lnTo>
                      <a:pt x="21109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62024"/>
                    </a:lnTo>
                    <a:lnTo>
                      <a:pt x="68382" y="62024"/>
                    </a:lnTo>
                    <a:lnTo>
                      <a:pt x="68382" y="109052"/>
                    </a:lnTo>
                    <a:lnTo>
                      <a:pt x="89491" y="109052"/>
                    </a:lnTo>
                    <a:lnTo>
                      <a:pt x="89491" y="0"/>
                    </a:lnTo>
                    <a:lnTo>
                      <a:pt x="68382" y="0"/>
                    </a:lnTo>
                    <a:lnTo>
                      <a:pt x="68382" y="4344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BA40E41-935F-4231-205A-34A2E212CA40}"/>
                  </a:ext>
                </a:extLst>
              </p:cNvPr>
              <p:cNvSpPr/>
              <p:nvPr/>
            </p:nvSpPr>
            <p:spPr>
              <a:xfrm>
                <a:off x="3986687" y="1643582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42029E03-8C85-8725-C097-4E75A9B47A6E}"/>
                  </a:ext>
                </a:extLst>
              </p:cNvPr>
              <p:cNvSpPr/>
              <p:nvPr/>
            </p:nvSpPr>
            <p:spPr>
              <a:xfrm>
                <a:off x="4029558" y="1643582"/>
                <a:ext cx="103265" cy="109051"/>
              </a:xfrm>
              <a:custGeom>
                <a:avLst/>
                <a:gdLst>
                  <a:gd name="connsiteX0" fmla="*/ 51755 w 103265"/>
                  <a:gd name="connsiteY0" fmla="*/ 76532 h 109051"/>
                  <a:gd name="connsiteX1" fmla="*/ 22984 w 103265"/>
                  <a:gd name="connsiteY1" fmla="*/ 0 h 109051"/>
                  <a:gd name="connsiteX2" fmla="*/ 0 w 103265"/>
                  <a:gd name="connsiteY2" fmla="*/ 0 h 109051"/>
                  <a:gd name="connsiteX3" fmla="*/ 43115 w 103265"/>
                  <a:gd name="connsiteY3" fmla="*/ 109052 h 109051"/>
                  <a:gd name="connsiteX4" fmla="*/ 59905 w 103265"/>
                  <a:gd name="connsiteY4" fmla="*/ 109052 h 109051"/>
                  <a:gd name="connsiteX5" fmla="*/ 103265 w 103265"/>
                  <a:gd name="connsiteY5" fmla="*/ 0 h 109051"/>
                  <a:gd name="connsiteX6" fmla="*/ 80852 w 103265"/>
                  <a:gd name="connsiteY6" fmla="*/ 0 h 109051"/>
                  <a:gd name="connsiteX7" fmla="*/ 51755 w 103265"/>
                  <a:gd name="connsiteY7" fmla="*/ 7653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265" h="109051">
                    <a:moveTo>
                      <a:pt x="51755" y="76532"/>
                    </a:moveTo>
                    <a:lnTo>
                      <a:pt x="22984" y="0"/>
                    </a:lnTo>
                    <a:lnTo>
                      <a:pt x="0" y="0"/>
                    </a:lnTo>
                    <a:lnTo>
                      <a:pt x="43115" y="109052"/>
                    </a:lnTo>
                    <a:lnTo>
                      <a:pt x="59905" y="109052"/>
                    </a:lnTo>
                    <a:lnTo>
                      <a:pt x="103265" y="0"/>
                    </a:lnTo>
                    <a:lnTo>
                      <a:pt x="80852" y="0"/>
                    </a:lnTo>
                    <a:lnTo>
                      <a:pt x="51755" y="76532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389E099D-B168-BE8F-5F54-2C2D01B82A76}"/>
                  </a:ext>
                </a:extLst>
              </p:cNvPr>
              <p:cNvSpPr/>
              <p:nvPr/>
            </p:nvSpPr>
            <p:spPr>
              <a:xfrm>
                <a:off x="4154910" y="1643582"/>
                <a:ext cx="75798" cy="109051"/>
              </a:xfrm>
              <a:custGeom>
                <a:avLst/>
                <a:gdLst>
                  <a:gd name="connsiteX0" fmla="*/ 21028 w 75798"/>
                  <a:gd name="connsiteY0" fmla="*/ 90387 h 109051"/>
                  <a:gd name="connsiteX1" fmla="*/ 21028 w 75798"/>
                  <a:gd name="connsiteY1" fmla="*/ 62513 h 109051"/>
                  <a:gd name="connsiteX2" fmla="*/ 70501 w 75798"/>
                  <a:gd name="connsiteY2" fmla="*/ 62513 h 109051"/>
                  <a:gd name="connsiteX3" fmla="*/ 70501 w 75798"/>
                  <a:gd name="connsiteY3" fmla="*/ 44338 h 109051"/>
                  <a:gd name="connsiteX4" fmla="*/ 21028 w 75798"/>
                  <a:gd name="connsiteY4" fmla="*/ 44338 h 109051"/>
                  <a:gd name="connsiteX5" fmla="*/ 21028 w 75798"/>
                  <a:gd name="connsiteY5" fmla="*/ 18664 h 109051"/>
                  <a:gd name="connsiteX6" fmla="*/ 74983 w 75798"/>
                  <a:gd name="connsiteY6" fmla="*/ 18664 h 109051"/>
                  <a:gd name="connsiteX7" fmla="*/ 74983 w 75798"/>
                  <a:gd name="connsiteY7" fmla="*/ 0 h 109051"/>
                  <a:gd name="connsiteX8" fmla="*/ 21028 w 75798"/>
                  <a:gd name="connsiteY8" fmla="*/ 0 h 109051"/>
                  <a:gd name="connsiteX9" fmla="*/ 15486 w 75798"/>
                  <a:gd name="connsiteY9" fmla="*/ 0 h 109051"/>
                  <a:gd name="connsiteX10" fmla="*/ 0 w 75798"/>
                  <a:gd name="connsiteY10" fmla="*/ 0 h 109051"/>
                  <a:gd name="connsiteX11" fmla="*/ 0 w 75798"/>
                  <a:gd name="connsiteY11" fmla="*/ 109052 h 109051"/>
                  <a:gd name="connsiteX12" fmla="*/ 15486 w 75798"/>
                  <a:gd name="connsiteY12" fmla="*/ 109052 h 109051"/>
                  <a:gd name="connsiteX13" fmla="*/ 21028 w 75798"/>
                  <a:gd name="connsiteY13" fmla="*/ 109052 h 109051"/>
                  <a:gd name="connsiteX14" fmla="*/ 75798 w 75798"/>
                  <a:gd name="connsiteY14" fmla="*/ 109052 h 109051"/>
                  <a:gd name="connsiteX15" fmla="*/ 75798 w 75798"/>
                  <a:gd name="connsiteY15" fmla="*/ 90387 h 109051"/>
                  <a:gd name="connsiteX16" fmla="*/ 21028 w 75798"/>
                  <a:gd name="connsiteY16" fmla="*/ 9038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028" y="90387"/>
                    </a:moveTo>
                    <a:lnTo>
                      <a:pt x="21028" y="62513"/>
                    </a:lnTo>
                    <a:lnTo>
                      <a:pt x="70501" y="62513"/>
                    </a:lnTo>
                    <a:lnTo>
                      <a:pt x="70501" y="44338"/>
                    </a:lnTo>
                    <a:lnTo>
                      <a:pt x="21028" y="44338"/>
                    </a:lnTo>
                    <a:lnTo>
                      <a:pt x="21028" y="18664"/>
                    </a:lnTo>
                    <a:lnTo>
                      <a:pt x="74983" y="18664"/>
                    </a:lnTo>
                    <a:lnTo>
                      <a:pt x="74983" y="0"/>
                    </a:lnTo>
                    <a:lnTo>
                      <a:pt x="21028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6" y="109052"/>
                    </a:lnTo>
                    <a:lnTo>
                      <a:pt x="21028" y="109052"/>
                    </a:lnTo>
                    <a:lnTo>
                      <a:pt x="75798" y="109052"/>
                    </a:lnTo>
                    <a:lnTo>
                      <a:pt x="75798" y="90387"/>
                    </a:lnTo>
                    <a:lnTo>
                      <a:pt x="21028" y="9038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AA28BF3-6544-A696-354A-8CEA5E031315}"/>
                </a:ext>
              </a:extLst>
            </p:cNvPr>
            <p:cNvSpPr/>
            <p:nvPr/>
          </p:nvSpPr>
          <p:spPr>
            <a:xfrm>
              <a:off x="3866551" y="1813680"/>
              <a:ext cx="364321" cy="50369"/>
            </a:xfrm>
            <a:custGeom>
              <a:avLst/>
              <a:gdLst>
                <a:gd name="connsiteX0" fmla="*/ 0 w 364321"/>
                <a:gd name="connsiteY0" fmla="*/ 0 h 50369"/>
                <a:gd name="connsiteX1" fmla="*/ 364321 w 364321"/>
                <a:gd name="connsiteY1" fmla="*/ 0 h 50369"/>
                <a:gd name="connsiteX2" fmla="*/ 364321 w 364321"/>
                <a:gd name="connsiteY2" fmla="*/ 50369 h 50369"/>
                <a:gd name="connsiteX3" fmla="*/ 0 w 36432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321" h="50369">
                  <a:moveTo>
                    <a:pt x="0" y="0"/>
                  </a:moveTo>
                  <a:lnTo>
                    <a:pt x="364321" y="0"/>
                  </a:lnTo>
                  <a:lnTo>
                    <a:pt x="36432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6" name="Graphic 2241">
            <a:extLst>
              <a:ext uri="{FF2B5EF4-FFF2-40B4-BE49-F238E27FC236}">
                <a16:creationId xmlns:a16="http://schemas.microsoft.com/office/drawing/2014/main" id="{4225DE91-741E-2BDC-2FEC-14927DB118D3}"/>
              </a:ext>
            </a:extLst>
          </p:cNvPr>
          <p:cNvGrpSpPr/>
          <p:nvPr/>
        </p:nvGrpSpPr>
        <p:grpSpPr>
          <a:xfrm>
            <a:off x="6811849" y="908535"/>
            <a:ext cx="657244" cy="222097"/>
            <a:chOff x="5134013" y="1038500"/>
            <a:chExt cx="657244" cy="222097"/>
          </a:xfrm>
        </p:grpSpPr>
        <p:grpSp>
          <p:nvGrpSpPr>
            <p:cNvPr id="157" name="Graphic 2241">
              <a:extLst>
                <a:ext uri="{FF2B5EF4-FFF2-40B4-BE49-F238E27FC236}">
                  <a16:creationId xmlns:a16="http://schemas.microsoft.com/office/drawing/2014/main" id="{3E20A474-15E9-4320-A90F-BAF43078D638}"/>
                </a:ext>
              </a:extLst>
            </p:cNvPr>
            <p:cNvGrpSpPr/>
            <p:nvPr/>
          </p:nvGrpSpPr>
          <p:grpSpPr>
            <a:xfrm>
              <a:off x="5134013" y="1038500"/>
              <a:ext cx="657244" cy="112311"/>
              <a:chOff x="5134013" y="1038500"/>
              <a:chExt cx="657244" cy="112311"/>
            </a:xfrm>
            <a:solidFill>
              <a:srgbClr val="403592"/>
            </a:solidFill>
          </p:grpSpPr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4EEB8DA-BADC-5CD7-E637-E617546C33FA}"/>
                  </a:ext>
                </a:extLst>
              </p:cNvPr>
              <p:cNvSpPr/>
              <p:nvPr/>
            </p:nvSpPr>
            <p:spPr>
              <a:xfrm>
                <a:off x="5134013" y="1040211"/>
                <a:ext cx="89491" cy="108970"/>
              </a:xfrm>
              <a:custGeom>
                <a:avLst/>
                <a:gdLst>
                  <a:gd name="connsiteX0" fmla="*/ 68381 w 89491"/>
                  <a:gd name="connsiteY0" fmla="*/ 43360 h 108970"/>
                  <a:gd name="connsiteX1" fmla="*/ 21109 w 89491"/>
                  <a:gd name="connsiteY1" fmla="*/ 43360 h 108970"/>
                  <a:gd name="connsiteX2" fmla="*/ 21109 w 89491"/>
                  <a:gd name="connsiteY2" fmla="*/ 0 h 108970"/>
                  <a:gd name="connsiteX3" fmla="*/ 0 w 89491"/>
                  <a:gd name="connsiteY3" fmla="*/ 0 h 108970"/>
                  <a:gd name="connsiteX4" fmla="*/ 0 w 89491"/>
                  <a:gd name="connsiteY4" fmla="*/ 108970 h 108970"/>
                  <a:gd name="connsiteX5" fmla="*/ 21109 w 89491"/>
                  <a:gd name="connsiteY5" fmla="*/ 108970 h 108970"/>
                  <a:gd name="connsiteX6" fmla="*/ 21109 w 89491"/>
                  <a:gd name="connsiteY6" fmla="*/ 61943 h 108970"/>
                  <a:gd name="connsiteX7" fmla="*/ 68381 w 89491"/>
                  <a:gd name="connsiteY7" fmla="*/ 61943 h 108970"/>
                  <a:gd name="connsiteX8" fmla="*/ 68381 w 89491"/>
                  <a:gd name="connsiteY8" fmla="*/ 108970 h 108970"/>
                  <a:gd name="connsiteX9" fmla="*/ 89491 w 89491"/>
                  <a:gd name="connsiteY9" fmla="*/ 108970 h 108970"/>
                  <a:gd name="connsiteX10" fmla="*/ 89491 w 89491"/>
                  <a:gd name="connsiteY10" fmla="*/ 0 h 108970"/>
                  <a:gd name="connsiteX11" fmla="*/ 68381 w 89491"/>
                  <a:gd name="connsiteY11" fmla="*/ 0 h 108970"/>
                  <a:gd name="connsiteX12" fmla="*/ 68381 w 89491"/>
                  <a:gd name="connsiteY12" fmla="*/ 4336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91" h="108970">
                    <a:moveTo>
                      <a:pt x="68381" y="43360"/>
                    </a:moveTo>
                    <a:lnTo>
                      <a:pt x="21109" y="43360"/>
                    </a:lnTo>
                    <a:lnTo>
                      <a:pt x="21109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1943"/>
                    </a:lnTo>
                    <a:lnTo>
                      <a:pt x="68381" y="61943"/>
                    </a:lnTo>
                    <a:lnTo>
                      <a:pt x="68381" y="108970"/>
                    </a:lnTo>
                    <a:lnTo>
                      <a:pt x="89491" y="108970"/>
                    </a:lnTo>
                    <a:lnTo>
                      <a:pt x="89491" y="0"/>
                    </a:lnTo>
                    <a:lnTo>
                      <a:pt x="68381" y="0"/>
                    </a:lnTo>
                    <a:lnTo>
                      <a:pt x="68381" y="4336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ED5F2ACC-08D4-931C-833D-0B63EF8B6F38}"/>
                  </a:ext>
                </a:extLst>
              </p:cNvPr>
              <p:cNvSpPr/>
              <p:nvPr/>
            </p:nvSpPr>
            <p:spPr>
              <a:xfrm>
                <a:off x="5247873" y="1038500"/>
                <a:ext cx="112963" cy="112311"/>
              </a:xfrm>
              <a:custGeom>
                <a:avLst/>
                <a:gdLst>
                  <a:gd name="connsiteX0" fmla="*/ 96663 w 112963"/>
                  <a:gd name="connsiteY0" fmla="*/ 16056 h 112311"/>
                  <a:gd name="connsiteX1" fmla="*/ 78732 w 112963"/>
                  <a:gd name="connsiteY1" fmla="*/ 4157 h 112311"/>
                  <a:gd name="connsiteX2" fmla="*/ 56400 w 112963"/>
                  <a:gd name="connsiteY2" fmla="*/ 0 h 112311"/>
                  <a:gd name="connsiteX3" fmla="*/ 34232 w 112963"/>
                  <a:gd name="connsiteY3" fmla="*/ 4157 h 112311"/>
                  <a:gd name="connsiteX4" fmla="*/ 16301 w 112963"/>
                  <a:gd name="connsiteY4" fmla="*/ 16056 h 112311"/>
                  <a:gd name="connsiteX5" fmla="*/ 4320 w 112963"/>
                  <a:gd name="connsiteY5" fmla="*/ 33987 h 112311"/>
                  <a:gd name="connsiteX6" fmla="*/ 0 w 112963"/>
                  <a:gd name="connsiteY6" fmla="*/ 55911 h 112311"/>
                  <a:gd name="connsiteX7" fmla="*/ 4320 w 112963"/>
                  <a:gd name="connsiteY7" fmla="*/ 77917 h 112311"/>
                  <a:gd name="connsiteX8" fmla="*/ 16382 w 112963"/>
                  <a:gd name="connsiteY8" fmla="*/ 95930 h 112311"/>
                  <a:gd name="connsiteX9" fmla="*/ 34476 w 112963"/>
                  <a:gd name="connsiteY9" fmla="*/ 107992 h 112311"/>
                  <a:gd name="connsiteX10" fmla="*/ 56726 w 112963"/>
                  <a:gd name="connsiteY10" fmla="*/ 112312 h 112311"/>
                  <a:gd name="connsiteX11" fmla="*/ 78814 w 112963"/>
                  <a:gd name="connsiteY11" fmla="*/ 108074 h 112311"/>
                  <a:gd name="connsiteX12" fmla="*/ 96745 w 112963"/>
                  <a:gd name="connsiteY12" fmla="*/ 96093 h 112311"/>
                  <a:gd name="connsiteX13" fmla="*/ 108644 w 112963"/>
                  <a:gd name="connsiteY13" fmla="*/ 78080 h 112311"/>
                  <a:gd name="connsiteX14" fmla="*/ 112964 w 112963"/>
                  <a:gd name="connsiteY14" fmla="*/ 56074 h 112311"/>
                  <a:gd name="connsiteX15" fmla="*/ 108644 w 112963"/>
                  <a:gd name="connsiteY15" fmla="*/ 34068 h 112311"/>
                  <a:gd name="connsiteX16" fmla="*/ 96663 w 112963"/>
                  <a:gd name="connsiteY16" fmla="*/ 16056 h 112311"/>
                  <a:gd name="connsiteX17" fmla="*/ 86801 w 112963"/>
                  <a:gd name="connsiteY17" fmla="*/ 75228 h 112311"/>
                  <a:gd name="connsiteX18" fmla="*/ 74657 w 112963"/>
                  <a:gd name="connsiteY18" fmla="*/ 88187 h 112311"/>
                  <a:gd name="connsiteX19" fmla="*/ 56400 w 112963"/>
                  <a:gd name="connsiteY19" fmla="*/ 92833 h 112311"/>
                  <a:gd name="connsiteX20" fmla="*/ 42382 w 112963"/>
                  <a:gd name="connsiteY20" fmla="*/ 90143 h 112311"/>
                  <a:gd name="connsiteX21" fmla="*/ 31379 w 112963"/>
                  <a:gd name="connsiteY21" fmla="*/ 82645 h 112311"/>
                  <a:gd name="connsiteX22" fmla="*/ 24288 w 112963"/>
                  <a:gd name="connsiteY22" fmla="*/ 70990 h 112311"/>
                  <a:gd name="connsiteX23" fmla="*/ 21843 w 112963"/>
                  <a:gd name="connsiteY23" fmla="*/ 55911 h 112311"/>
                  <a:gd name="connsiteX24" fmla="*/ 26244 w 112963"/>
                  <a:gd name="connsiteY24" fmla="*/ 36840 h 112311"/>
                  <a:gd name="connsiteX25" fmla="*/ 38388 w 112963"/>
                  <a:gd name="connsiteY25" fmla="*/ 24044 h 112311"/>
                  <a:gd name="connsiteX26" fmla="*/ 56400 w 112963"/>
                  <a:gd name="connsiteY26" fmla="*/ 19479 h 112311"/>
                  <a:gd name="connsiteX27" fmla="*/ 70582 w 112963"/>
                  <a:gd name="connsiteY27" fmla="*/ 22088 h 112311"/>
                  <a:gd name="connsiteX28" fmla="*/ 81504 w 112963"/>
                  <a:gd name="connsiteY28" fmla="*/ 29586 h 112311"/>
                  <a:gd name="connsiteX29" fmla="*/ 88676 w 112963"/>
                  <a:gd name="connsiteY29" fmla="*/ 41159 h 112311"/>
                  <a:gd name="connsiteX30" fmla="*/ 91121 w 112963"/>
                  <a:gd name="connsiteY30" fmla="*/ 55911 h 112311"/>
                  <a:gd name="connsiteX31" fmla="*/ 86801 w 112963"/>
                  <a:gd name="connsiteY31" fmla="*/ 75228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3" h="112311">
                    <a:moveTo>
                      <a:pt x="96663" y="16056"/>
                    </a:moveTo>
                    <a:cubicBezTo>
                      <a:pt x="91529" y="10922"/>
                      <a:pt x="85579" y="6928"/>
                      <a:pt x="78732" y="4157"/>
                    </a:cubicBezTo>
                    <a:cubicBezTo>
                      <a:pt x="71886" y="1386"/>
                      <a:pt x="64469" y="0"/>
                      <a:pt x="56400" y="0"/>
                    </a:cubicBezTo>
                    <a:cubicBezTo>
                      <a:pt x="48332" y="0"/>
                      <a:pt x="41078" y="1386"/>
                      <a:pt x="34232" y="4157"/>
                    </a:cubicBezTo>
                    <a:cubicBezTo>
                      <a:pt x="27385" y="6928"/>
                      <a:pt x="21435" y="10922"/>
                      <a:pt x="16301" y="16056"/>
                    </a:cubicBezTo>
                    <a:cubicBezTo>
                      <a:pt x="11166" y="21191"/>
                      <a:pt x="7172" y="27222"/>
                      <a:pt x="4320" y="33987"/>
                    </a:cubicBezTo>
                    <a:cubicBezTo>
                      <a:pt x="1385" y="40752"/>
                      <a:pt x="0" y="48087"/>
                      <a:pt x="0" y="55911"/>
                    </a:cubicBezTo>
                    <a:cubicBezTo>
                      <a:pt x="0" y="63736"/>
                      <a:pt x="1467" y="71071"/>
                      <a:pt x="4320" y="77917"/>
                    </a:cubicBezTo>
                    <a:cubicBezTo>
                      <a:pt x="7172" y="84764"/>
                      <a:pt x="11248" y="90714"/>
                      <a:pt x="16382" y="95930"/>
                    </a:cubicBezTo>
                    <a:cubicBezTo>
                      <a:pt x="21517" y="101064"/>
                      <a:pt x="27548" y="105140"/>
                      <a:pt x="34476" y="107992"/>
                    </a:cubicBezTo>
                    <a:cubicBezTo>
                      <a:pt x="41322" y="110845"/>
                      <a:pt x="48739" y="112312"/>
                      <a:pt x="56726" y="112312"/>
                    </a:cubicBezTo>
                    <a:cubicBezTo>
                      <a:pt x="64714" y="112312"/>
                      <a:pt x="71968" y="110926"/>
                      <a:pt x="78814" y="108074"/>
                    </a:cubicBezTo>
                    <a:cubicBezTo>
                      <a:pt x="85660" y="105221"/>
                      <a:pt x="91692" y="101227"/>
                      <a:pt x="96745" y="96093"/>
                    </a:cubicBezTo>
                    <a:cubicBezTo>
                      <a:pt x="101798" y="90958"/>
                      <a:pt x="105792" y="84927"/>
                      <a:pt x="108644" y="78080"/>
                    </a:cubicBezTo>
                    <a:cubicBezTo>
                      <a:pt x="111497" y="71234"/>
                      <a:pt x="112964" y="63899"/>
                      <a:pt x="112964" y="56074"/>
                    </a:cubicBezTo>
                    <a:cubicBezTo>
                      <a:pt x="112964" y="48250"/>
                      <a:pt x="111497" y="40915"/>
                      <a:pt x="108644" y="34068"/>
                    </a:cubicBezTo>
                    <a:cubicBezTo>
                      <a:pt x="105710" y="27222"/>
                      <a:pt x="101717" y="21272"/>
                      <a:pt x="96663" y="16056"/>
                    </a:cubicBezTo>
                    <a:close/>
                    <a:moveTo>
                      <a:pt x="86801" y="75228"/>
                    </a:moveTo>
                    <a:cubicBezTo>
                      <a:pt x="83949" y="80770"/>
                      <a:pt x="79873" y="85090"/>
                      <a:pt x="74657" y="88187"/>
                    </a:cubicBezTo>
                    <a:cubicBezTo>
                      <a:pt x="69441" y="91284"/>
                      <a:pt x="63328" y="92833"/>
                      <a:pt x="56400" y="92833"/>
                    </a:cubicBezTo>
                    <a:cubicBezTo>
                      <a:pt x="51347" y="92833"/>
                      <a:pt x="46620" y="91936"/>
                      <a:pt x="42382" y="90143"/>
                    </a:cubicBezTo>
                    <a:cubicBezTo>
                      <a:pt x="38062" y="88350"/>
                      <a:pt x="34395" y="85823"/>
                      <a:pt x="31379" y="82645"/>
                    </a:cubicBezTo>
                    <a:cubicBezTo>
                      <a:pt x="28363" y="79466"/>
                      <a:pt x="26000" y="75554"/>
                      <a:pt x="24288" y="70990"/>
                    </a:cubicBezTo>
                    <a:cubicBezTo>
                      <a:pt x="22658" y="66425"/>
                      <a:pt x="21843" y="61454"/>
                      <a:pt x="21843" y="55911"/>
                    </a:cubicBezTo>
                    <a:cubicBezTo>
                      <a:pt x="21843" y="48658"/>
                      <a:pt x="23310" y="42300"/>
                      <a:pt x="26244" y="36840"/>
                    </a:cubicBezTo>
                    <a:cubicBezTo>
                      <a:pt x="29178" y="31379"/>
                      <a:pt x="33253" y="27059"/>
                      <a:pt x="38388" y="24044"/>
                    </a:cubicBezTo>
                    <a:cubicBezTo>
                      <a:pt x="43523" y="21028"/>
                      <a:pt x="49554" y="19479"/>
                      <a:pt x="56400" y="19479"/>
                    </a:cubicBezTo>
                    <a:cubicBezTo>
                      <a:pt x="61698" y="19479"/>
                      <a:pt x="66425" y="20376"/>
                      <a:pt x="70582" y="22088"/>
                    </a:cubicBezTo>
                    <a:cubicBezTo>
                      <a:pt x="74739" y="23881"/>
                      <a:pt x="78406" y="26326"/>
                      <a:pt x="81504" y="29586"/>
                    </a:cubicBezTo>
                    <a:cubicBezTo>
                      <a:pt x="84601" y="32846"/>
                      <a:pt x="86964" y="36677"/>
                      <a:pt x="88676" y="41159"/>
                    </a:cubicBezTo>
                    <a:cubicBezTo>
                      <a:pt x="90306" y="45642"/>
                      <a:pt x="91121" y="50532"/>
                      <a:pt x="91121" y="55911"/>
                    </a:cubicBezTo>
                    <a:cubicBezTo>
                      <a:pt x="91121" y="63247"/>
                      <a:pt x="89654" y="69686"/>
                      <a:pt x="86801" y="7522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E434007C-14A6-D4D4-466E-C674C9C117E2}"/>
                  </a:ext>
                </a:extLst>
              </p:cNvPr>
              <p:cNvSpPr/>
              <p:nvPr/>
            </p:nvSpPr>
            <p:spPr>
              <a:xfrm>
                <a:off x="5385370" y="1040211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09 w 85171"/>
                  <a:gd name="connsiteY8" fmla="*/ 108970 h 108970"/>
                  <a:gd name="connsiteX9" fmla="*/ 21109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109 w 85171"/>
                  <a:gd name="connsiteY15" fmla="*/ 17197 h 108970"/>
                  <a:gd name="connsiteX16" fmla="*/ 40833 w 85171"/>
                  <a:gd name="connsiteY16" fmla="*/ 17197 h 108970"/>
                  <a:gd name="connsiteX17" fmla="*/ 52733 w 85171"/>
                  <a:gd name="connsiteY17" fmla="*/ 21435 h 108970"/>
                  <a:gd name="connsiteX18" fmla="*/ 56890 w 85171"/>
                  <a:gd name="connsiteY18" fmla="*/ 32194 h 108970"/>
                  <a:gd name="connsiteX19" fmla="*/ 52733 w 85171"/>
                  <a:gd name="connsiteY19" fmla="*/ 42952 h 108970"/>
                  <a:gd name="connsiteX20" fmla="*/ 40670 w 85171"/>
                  <a:gd name="connsiteY20" fmla="*/ 46865 h 108970"/>
                  <a:gd name="connsiteX21" fmla="*/ 21109 w 85171"/>
                  <a:gd name="connsiteY21" fmla="*/ 46865 h 108970"/>
                  <a:gd name="connsiteX22" fmla="*/ 21109 w 85171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5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5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3"/>
                      <a:pt x="57460" y="61372"/>
                      <a:pt x="61128" y="59498"/>
                    </a:cubicBezTo>
                    <a:close/>
                    <a:moveTo>
                      <a:pt x="21109" y="17197"/>
                    </a:moveTo>
                    <a:lnTo>
                      <a:pt x="40833" y="17197"/>
                    </a:lnTo>
                    <a:cubicBezTo>
                      <a:pt x="45968" y="17197"/>
                      <a:pt x="49962" y="18583"/>
                      <a:pt x="52733" y="21435"/>
                    </a:cubicBezTo>
                    <a:cubicBezTo>
                      <a:pt x="55504" y="24288"/>
                      <a:pt x="56890" y="27874"/>
                      <a:pt x="56890" y="32194"/>
                    </a:cubicBezTo>
                    <a:cubicBezTo>
                      <a:pt x="56890" y="36514"/>
                      <a:pt x="55504" y="40344"/>
                      <a:pt x="52733" y="42952"/>
                    </a:cubicBezTo>
                    <a:cubicBezTo>
                      <a:pt x="49962" y="45560"/>
                      <a:pt x="45887" y="46865"/>
                      <a:pt x="40670" y="46865"/>
                    </a:cubicBezTo>
                    <a:lnTo>
                      <a:pt x="21109" y="46865"/>
                    </a:lnTo>
                    <a:lnTo>
                      <a:pt x="21109" y="1711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0198F77B-CC28-3F13-69BB-53F51E1DCA4D}"/>
                  </a:ext>
                </a:extLst>
              </p:cNvPr>
              <p:cNvSpPr/>
              <p:nvPr/>
            </p:nvSpPr>
            <p:spPr>
              <a:xfrm>
                <a:off x="5490183" y="1040211"/>
                <a:ext cx="90387" cy="108970"/>
              </a:xfrm>
              <a:custGeom>
                <a:avLst/>
                <a:gdLst>
                  <a:gd name="connsiteX0" fmla="*/ 69278 w 90387"/>
                  <a:gd name="connsiteY0" fmla="*/ 70338 h 108970"/>
                  <a:gd name="connsiteX1" fmla="*/ 14752 w 90387"/>
                  <a:gd name="connsiteY1" fmla="*/ 0 h 108970"/>
                  <a:gd name="connsiteX2" fmla="*/ 0 w 90387"/>
                  <a:gd name="connsiteY2" fmla="*/ 0 h 108970"/>
                  <a:gd name="connsiteX3" fmla="*/ 0 w 90387"/>
                  <a:gd name="connsiteY3" fmla="*/ 108970 h 108970"/>
                  <a:gd name="connsiteX4" fmla="*/ 21109 w 90387"/>
                  <a:gd name="connsiteY4" fmla="*/ 108970 h 108970"/>
                  <a:gd name="connsiteX5" fmla="*/ 21109 w 90387"/>
                  <a:gd name="connsiteY5" fmla="*/ 38796 h 108970"/>
                  <a:gd name="connsiteX6" fmla="*/ 75309 w 90387"/>
                  <a:gd name="connsiteY6" fmla="*/ 108970 h 108970"/>
                  <a:gd name="connsiteX7" fmla="*/ 90387 w 90387"/>
                  <a:gd name="connsiteY7" fmla="*/ 108970 h 108970"/>
                  <a:gd name="connsiteX8" fmla="*/ 90387 w 90387"/>
                  <a:gd name="connsiteY8" fmla="*/ 0 h 108970"/>
                  <a:gd name="connsiteX9" fmla="*/ 69278 w 90387"/>
                  <a:gd name="connsiteY9" fmla="*/ 0 h 108970"/>
                  <a:gd name="connsiteX10" fmla="*/ 69278 w 90387"/>
                  <a:gd name="connsiteY10" fmla="*/ 70338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278" y="70338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38796"/>
                    </a:lnTo>
                    <a:lnTo>
                      <a:pt x="75309" y="108970"/>
                    </a:lnTo>
                    <a:lnTo>
                      <a:pt x="90387" y="108970"/>
                    </a:lnTo>
                    <a:lnTo>
                      <a:pt x="90387" y="0"/>
                    </a:lnTo>
                    <a:lnTo>
                      <a:pt x="69278" y="0"/>
                    </a:lnTo>
                    <a:lnTo>
                      <a:pt x="69278" y="70338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A92D9099-3147-8C54-405F-B9BA5C97A2CA}"/>
                  </a:ext>
                </a:extLst>
              </p:cNvPr>
              <p:cNvSpPr/>
              <p:nvPr/>
            </p:nvSpPr>
            <p:spPr>
              <a:xfrm>
                <a:off x="5610646" y="1040211"/>
                <a:ext cx="75798" cy="108970"/>
              </a:xfrm>
              <a:custGeom>
                <a:avLst/>
                <a:gdLst>
                  <a:gd name="connsiteX0" fmla="*/ 21109 w 75798"/>
                  <a:gd name="connsiteY0" fmla="*/ 62432 h 108970"/>
                  <a:gd name="connsiteX1" fmla="*/ 70501 w 75798"/>
                  <a:gd name="connsiteY1" fmla="*/ 62432 h 108970"/>
                  <a:gd name="connsiteX2" fmla="*/ 70501 w 75798"/>
                  <a:gd name="connsiteY2" fmla="*/ 44338 h 108970"/>
                  <a:gd name="connsiteX3" fmla="*/ 21109 w 75798"/>
                  <a:gd name="connsiteY3" fmla="*/ 44338 h 108970"/>
                  <a:gd name="connsiteX4" fmla="*/ 21109 w 75798"/>
                  <a:gd name="connsiteY4" fmla="*/ 18583 h 108970"/>
                  <a:gd name="connsiteX5" fmla="*/ 75065 w 75798"/>
                  <a:gd name="connsiteY5" fmla="*/ 18583 h 108970"/>
                  <a:gd name="connsiteX6" fmla="*/ 75065 w 75798"/>
                  <a:gd name="connsiteY6" fmla="*/ 0 h 108970"/>
                  <a:gd name="connsiteX7" fmla="*/ 21109 w 75798"/>
                  <a:gd name="connsiteY7" fmla="*/ 0 h 108970"/>
                  <a:gd name="connsiteX8" fmla="*/ 15486 w 75798"/>
                  <a:gd name="connsiteY8" fmla="*/ 0 h 108970"/>
                  <a:gd name="connsiteX9" fmla="*/ 0 w 75798"/>
                  <a:gd name="connsiteY9" fmla="*/ 0 h 108970"/>
                  <a:gd name="connsiteX10" fmla="*/ 0 w 75798"/>
                  <a:gd name="connsiteY10" fmla="*/ 108970 h 108970"/>
                  <a:gd name="connsiteX11" fmla="*/ 15486 w 75798"/>
                  <a:gd name="connsiteY11" fmla="*/ 108970 h 108970"/>
                  <a:gd name="connsiteX12" fmla="*/ 21109 w 75798"/>
                  <a:gd name="connsiteY12" fmla="*/ 108970 h 108970"/>
                  <a:gd name="connsiteX13" fmla="*/ 75798 w 75798"/>
                  <a:gd name="connsiteY13" fmla="*/ 108970 h 108970"/>
                  <a:gd name="connsiteX14" fmla="*/ 75798 w 75798"/>
                  <a:gd name="connsiteY14" fmla="*/ 90387 h 108970"/>
                  <a:gd name="connsiteX15" fmla="*/ 21109 w 75798"/>
                  <a:gd name="connsiteY15" fmla="*/ 90387 h 108970"/>
                  <a:gd name="connsiteX16" fmla="*/ 21109 w 75798"/>
                  <a:gd name="connsiteY16" fmla="*/ 62432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8970">
                    <a:moveTo>
                      <a:pt x="21109" y="62432"/>
                    </a:moveTo>
                    <a:lnTo>
                      <a:pt x="70501" y="62432"/>
                    </a:lnTo>
                    <a:lnTo>
                      <a:pt x="70501" y="44338"/>
                    </a:lnTo>
                    <a:lnTo>
                      <a:pt x="21109" y="44338"/>
                    </a:lnTo>
                    <a:lnTo>
                      <a:pt x="21109" y="18583"/>
                    </a:lnTo>
                    <a:lnTo>
                      <a:pt x="75065" y="18583"/>
                    </a:lnTo>
                    <a:lnTo>
                      <a:pt x="75065" y="0"/>
                    </a:lnTo>
                    <a:lnTo>
                      <a:pt x="21109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15486" y="108970"/>
                    </a:lnTo>
                    <a:lnTo>
                      <a:pt x="21109" y="108970"/>
                    </a:lnTo>
                    <a:lnTo>
                      <a:pt x="75798" y="108970"/>
                    </a:lnTo>
                    <a:lnTo>
                      <a:pt x="75798" y="90387"/>
                    </a:lnTo>
                    <a:lnTo>
                      <a:pt x="21109" y="90387"/>
                    </a:lnTo>
                    <a:lnTo>
                      <a:pt x="21109" y="62432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8C0F64-7A13-12B2-9FE4-6023ED6ADDB4}"/>
                  </a:ext>
                </a:extLst>
              </p:cNvPr>
              <p:cNvSpPr/>
              <p:nvPr/>
            </p:nvSpPr>
            <p:spPr>
              <a:xfrm>
                <a:off x="5700544" y="1040211"/>
                <a:ext cx="90713" cy="108970"/>
              </a:xfrm>
              <a:custGeom>
                <a:avLst/>
                <a:gdLst>
                  <a:gd name="connsiteX0" fmla="*/ 90713 w 90713"/>
                  <a:gd name="connsiteY0" fmla="*/ 0 h 108970"/>
                  <a:gd name="connsiteX1" fmla="*/ 0 w 90713"/>
                  <a:gd name="connsiteY1" fmla="*/ 0 h 108970"/>
                  <a:gd name="connsiteX2" fmla="*/ 0 w 90713"/>
                  <a:gd name="connsiteY2" fmla="*/ 18746 h 108970"/>
                  <a:gd name="connsiteX3" fmla="*/ 34720 w 90713"/>
                  <a:gd name="connsiteY3" fmla="*/ 18746 h 108970"/>
                  <a:gd name="connsiteX4" fmla="*/ 34720 w 90713"/>
                  <a:gd name="connsiteY4" fmla="*/ 108970 h 108970"/>
                  <a:gd name="connsiteX5" fmla="*/ 55993 w 90713"/>
                  <a:gd name="connsiteY5" fmla="*/ 108970 h 108970"/>
                  <a:gd name="connsiteX6" fmla="*/ 55993 w 90713"/>
                  <a:gd name="connsiteY6" fmla="*/ 18746 h 108970"/>
                  <a:gd name="connsiteX7" fmla="*/ 90713 w 90713"/>
                  <a:gd name="connsiteY7" fmla="*/ 18746 h 108970"/>
                  <a:gd name="connsiteX8" fmla="*/ 90713 w 90713"/>
                  <a:gd name="connsiteY8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90713" y="0"/>
                    </a:moveTo>
                    <a:lnTo>
                      <a:pt x="0" y="0"/>
                    </a:lnTo>
                    <a:lnTo>
                      <a:pt x="0" y="18746"/>
                    </a:lnTo>
                    <a:lnTo>
                      <a:pt x="34720" y="18746"/>
                    </a:lnTo>
                    <a:lnTo>
                      <a:pt x="34720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3" y="18746"/>
                    </a:lnTo>
                    <a:lnTo>
                      <a:pt x="90713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E9A8F2B-6EA6-2EAA-85D6-8EADF2727A3C}"/>
                </a:ext>
              </a:extLst>
            </p:cNvPr>
            <p:cNvSpPr/>
            <p:nvPr/>
          </p:nvSpPr>
          <p:spPr>
            <a:xfrm>
              <a:off x="5135398" y="1210228"/>
              <a:ext cx="647301" cy="50369"/>
            </a:xfrm>
            <a:custGeom>
              <a:avLst/>
              <a:gdLst>
                <a:gd name="connsiteX0" fmla="*/ 0 w 647301"/>
                <a:gd name="connsiteY0" fmla="*/ 0 h 50369"/>
                <a:gd name="connsiteX1" fmla="*/ 647302 w 647301"/>
                <a:gd name="connsiteY1" fmla="*/ 0 h 50369"/>
                <a:gd name="connsiteX2" fmla="*/ 647302 w 647301"/>
                <a:gd name="connsiteY2" fmla="*/ 50369 h 50369"/>
                <a:gd name="connsiteX3" fmla="*/ 0 w 64730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301" h="50369">
                  <a:moveTo>
                    <a:pt x="0" y="0"/>
                  </a:moveTo>
                  <a:lnTo>
                    <a:pt x="647302" y="0"/>
                  </a:lnTo>
                  <a:lnTo>
                    <a:pt x="647302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5" name="Graphic 2241">
            <a:extLst>
              <a:ext uri="{FF2B5EF4-FFF2-40B4-BE49-F238E27FC236}">
                <a16:creationId xmlns:a16="http://schemas.microsoft.com/office/drawing/2014/main" id="{FE9D8207-24C1-E0EC-174D-DCB372435D1F}"/>
              </a:ext>
            </a:extLst>
          </p:cNvPr>
          <p:cNvGrpSpPr/>
          <p:nvPr/>
        </p:nvGrpSpPr>
        <p:grpSpPr>
          <a:xfrm>
            <a:off x="6811849" y="1509180"/>
            <a:ext cx="1126216" cy="222097"/>
            <a:chOff x="3485603" y="2247850"/>
            <a:chExt cx="1126216" cy="222097"/>
          </a:xfrm>
        </p:grpSpPr>
        <p:grpSp>
          <p:nvGrpSpPr>
            <p:cNvPr id="166" name="Graphic 2241">
              <a:extLst>
                <a:ext uri="{FF2B5EF4-FFF2-40B4-BE49-F238E27FC236}">
                  <a16:creationId xmlns:a16="http://schemas.microsoft.com/office/drawing/2014/main" id="{AE6599CF-93E6-3A10-D8FC-2D8CE17F26B7}"/>
                </a:ext>
              </a:extLst>
            </p:cNvPr>
            <p:cNvGrpSpPr/>
            <p:nvPr/>
          </p:nvGrpSpPr>
          <p:grpSpPr>
            <a:xfrm>
              <a:off x="3485603" y="2247850"/>
              <a:ext cx="1124423" cy="112311"/>
              <a:chOff x="3485603" y="2247850"/>
              <a:chExt cx="1124423" cy="112311"/>
            </a:xfrm>
            <a:solidFill>
              <a:srgbClr val="403592"/>
            </a:solidFill>
          </p:grpSpPr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3540EB6C-6E01-AC62-94BA-1182D2D80C95}"/>
                  </a:ext>
                </a:extLst>
              </p:cNvPr>
              <p:cNvSpPr/>
              <p:nvPr/>
            </p:nvSpPr>
            <p:spPr>
              <a:xfrm>
                <a:off x="3485603" y="2249480"/>
                <a:ext cx="90387" cy="109051"/>
              </a:xfrm>
              <a:custGeom>
                <a:avLst/>
                <a:gdLst>
                  <a:gd name="connsiteX0" fmla="*/ 69360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109 w 90387"/>
                  <a:gd name="connsiteY4" fmla="*/ 109052 h 109051"/>
                  <a:gd name="connsiteX5" fmla="*/ 21109 w 90387"/>
                  <a:gd name="connsiteY5" fmla="*/ 38877 h 109051"/>
                  <a:gd name="connsiteX6" fmla="*/ 75391 w 90387"/>
                  <a:gd name="connsiteY6" fmla="*/ 109052 h 109051"/>
                  <a:gd name="connsiteX7" fmla="*/ 90387 w 90387"/>
                  <a:gd name="connsiteY7" fmla="*/ 109052 h 109051"/>
                  <a:gd name="connsiteX8" fmla="*/ 90387 w 90387"/>
                  <a:gd name="connsiteY8" fmla="*/ 0 h 109051"/>
                  <a:gd name="connsiteX9" fmla="*/ 69360 w 90387"/>
                  <a:gd name="connsiteY9" fmla="*/ 0 h 109051"/>
                  <a:gd name="connsiteX10" fmla="*/ 69360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360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38877"/>
                    </a:lnTo>
                    <a:lnTo>
                      <a:pt x="75391" y="109052"/>
                    </a:lnTo>
                    <a:lnTo>
                      <a:pt x="90387" y="109052"/>
                    </a:lnTo>
                    <a:lnTo>
                      <a:pt x="90387" y="0"/>
                    </a:lnTo>
                    <a:lnTo>
                      <a:pt x="69360" y="0"/>
                    </a:lnTo>
                    <a:lnTo>
                      <a:pt x="69360" y="7041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A73B2682-0921-6F1B-1264-E230F577B4DE}"/>
                  </a:ext>
                </a:extLst>
              </p:cNvPr>
              <p:cNvSpPr/>
              <p:nvPr/>
            </p:nvSpPr>
            <p:spPr>
              <a:xfrm>
                <a:off x="3597915" y="2249480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1071 h 108970"/>
                  <a:gd name="connsiteX10" fmla="*/ 52488 w 104976"/>
                  <a:gd name="connsiteY10" fmla="*/ 29912 h 108970"/>
                  <a:gd name="connsiteX11" fmla="*/ 68056 w 104976"/>
                  <a:gd name="connsiteY11" fmla="*/ 71071 h 108970"/>
                  <a:gd name="connsiteX12" fmla="*/ 36758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1071"/>
                    </a:moveTo>
                    <a:lnTo>
                      <a:pt x="52488" y="29912"/>
                    </a:lnTo>
                    <a:lnTo>
                      <a:pt x="68056" y="71071"/>
                    </a:lnTo>
                    <a:lnTo>
                      <a:pt x="36758" y="7107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874954B7-D22A-166D-7692-269E576DC7C0}"/>
                  </a:ext>
                </a:extLst>
              </p:cNvPr>
              <p:cNvSpPr/>
              <p:nvPr/>
            </p:nvSpPr>
            <p:spPr>
              <a:xfrm>
                <a:off x="3723430" y="2249480"/>
                <a:ext cx="90387" cy="109051"/>
              </a:xfrm>
              <a:custGeom>
                <a:avLst/>
                <a:gdLst>
                  <a:gd name="connsiteX0" fmla="*/ 69360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110 w 90387"/>
                  <a:gd name="connsiteY4" fmla="*/ 109052 h 109051"/>
                  <a:gd name="connsiteX5" fmla="*/ 21110 w 90387"/>
                  <a:gd name="connsiteY5" fmla="*/ 38877 h 109051"/>
                  <a:gd name="connsiteX6" fmla="*/ 75391 w 90387"/>
                  <a:gd name="connsiteY6" fmla="*/ 109052 h 109051"/>
                  <a:gd name="connsiteX7" fmla="*/ 90388 w 90387"/>
                  <a:gd name="connsiteY7" fmla="*/ 109052 h 109051"/>
                  <a:gd name="connsiteX8" fmla="*/ 90388 w 90387"/>
                  <a:gd name="connsiteY8" fmla="*/ 0 h 109051"/>
                  <a:gd name="connsiteX9" fmla="*/ 69360 w 90387"/>
                  <a:gd name="connsiteY9" fmla="*/ 0 h 109051"/>
                  <a:gd name="connsiteX10" fmla="*/ 69360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360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10" y="109052"/>
                    </a:lnTo>
                    <a:lnTo>
                      <a:pt x="21110" y="38877"/>
                    </a:lnTo>
                    <a:lnTo>
                      <a:pt x="75391" y="109052"/>
                    </a:lnTo>
                    <a:lnTo>
                      <a:pt x="90388" y="109052"/>
                    </a:lnTo>
                    <a:lnTo>
                      <a:pt x="90388" y="0"/>
                    </a:lnTo>
                    <a:lnTo>
                      <a:pt x="69360" y="0"/>
                    </a:lnTo>
                    <a:lnTo>
                      <a:pt x="69360" y="7041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9A9370AC-9D9A-7FBA-7304-711BCB3715D4}"/>
                  </a:ext>
                </a:extLst>
              </p:cNvPr>
              <p:cNvSpPr/>
              <p:nvPr/>
            </p:nvSpPr>
            <p:spPr>
              <a:xfrm>
                <a:off x="3838187" y="2247850"/>
                <a:ext cx="112963" cy="112311"/>
              </a:xfrm>
              <a:custGeom>
                <a:avLst/>
                <a:gdLst>
                  <a:gd name="connsiteX0" fmla="*/ 96663 w 112963"/>
                  <a:gd name="connsiteY0" fmla="*/ 16056 h 112311"/>
                  <a:gd name="connsiteX1" fmla="*/ 78732 w 112963"/>
                  <a:gd name="connsiteY1" fmla="*/ 4157 h 112311"/>
                  <a:gd name="connsiteX2" fmla="*/ 56400 w 112963"/>
                  <a:gd name="connsiteY2" fmla="*/ 0 h 112311"/>
                  <a:gd name="connsiteX3" fmla="*/ 34231 w 112963"/>
                  <a:gd name="connsiteY3" fmla="*/ 4157 h 112311"/>
                  <a:gd name="connsiteX4" fmla="*/ 16301 w 112963"/>
                  <a:gd name="connsiteY4" fmla="*/ 16056 h 112311"/>
                  <a:gd name="connsiteX5" fmla="*/ 4320 w 112963"/>
                  <a:gd name="connsiteY5" fmla="*/ 33987 h 112311"/>
                  <a:gd name="connsiteX6" fmla="*/ 0 w 112963"/>
                  <a:gd name="connsiteY6" fmla="*/ 55911 h 112311"/>
                  <a:gd name="connsiteX7" fmla="*/ 4320 w 112963"/>
                  <a:gd name="connsiteY7" fmla="*/ 77917 h 112311"/>
                  <a:gd name="connsiteX8" fmla="*/ 16382 w 112963"/>
                  <a:gd name="connsiteY8" fmla="*/ 95930 h 112311"/>
                  <a:gd name="connsiteX9" fmla="*/ 34476 w 112963"/>
                  <a:gd name="connsiteY9" fmla="*/ 107992 h 112311"/>
                  <a:gd name="connsiteX10" fmla="*/ 56727 w 112963"/>
                  <a:gd name="connsiteY10" fmla="*/ 112312 h 112311"/>
                  <a:gd name="connsiteX11" fmla="*/ 78814 w 112963"/>
                  <a:gd name="connsiteY11" fmla="*/ 108074 h 112311"/>
                  <a:gd name="connsiteX12" fmla="*/ 96745 w 112963"/>
                  <a:gd name="connsiteY12" fmla="*/ 96093 h 112311"/>
                  <a:gd name="connsiteX13" fmla="*/ 108644 w 112963"/>
                  <a:gd name="connsiteY13" fmla="*/ 78080 h 112311"/>
                  <a:gd name="connsiteX14" fmla="*/ 112964 w 112963"/>
                  <a:gd name="connsiteY14" fmla="*/ 56074 h 112311"/>
                  <a:gd name="connsiteX15" fmla="*/ 108644 w 112963"/>
                  <a:gd name="connsiteY15" fmla="*/ 34068 h 112311"/>
                  <a:gd name="connsiteX16" fmla="*/ 96663 w 112963"/>
                  <a:gd name="connsiteY16" fmla="*/ 16056 h 112311"/>
                  <a:gd name="connsiteX17" fmla="*/ 86801 w 112963"/>
                  <a:gd name="connsiteY17" fmla="*/ 75228 h 112311"/>
                  <a:gd name="connsiteX18" fmla="*/ 74657 w 112963"/>
                  <a:gd name="connsiteY18" fmla="*/ 88187 h 112311"/>
                  <a:gd name="connsiteX19" fmla="*/ 56400 w 112963"/>
                  <a:gd name="connsiteY19" fmla="*/ 92833 h 112311"/>
                  <a:gd name="connsiteX20" fmla="*/ 42382 w 112963"/>
                  <a:gd name="connsiteY20" fmla="*/ 90143 h 112311"/>
                  <a:gd name="connsiteX21" fmla="*/ 31379 w 112963"/>
                  <a:gd name="connsiteY21" fmla="*/ 82645 h 112311"/>
                  <a:gd name="connsiteX22" fmla="*/ 24288 w 112963"/>
                  <a:gd name="connsiteY22" fmla="*/ 70990 h 112311"/>
                  <a:gd name="connsiteX23" fmla="*/ 21843 w 112963"/>
                  <a:gd name="connsiteY23" fmla="*/ 55911 h 112311"/>
                  <a:gd name="connsiteX24" fmla="*/ 26244 w 112963"/>
                  <a:gd name="connsiteY24" fmla="*/ 36840 h 112311"/>
                  <a:gd name="connsiteX25" fmla="*/ 38388 w 112963"/>
                  <a:gd name="connsiteY25" fmla="*/ 24044 h 112311"/>
                  <a:gd name="connsiteX26" fmla="*/ 56400 w 112963"/>
                  <a:gd name="connsiteY26" fmla="*/ 19479 h 112311"/>
                  <a:gd name="connsiteX27" fmla="*/ 70582 w 112963"/>
                  <a:gd name="connsiteY27" fmla="*/ 22087 h 112311"/>
                  <a:gd name="connsiteX28" fmla="*/ 81504 w 112963"/>
                  <a:gd name="connsiteY28" fmla="*/ 29586 h 112311"/>
                  <a:gd name="connsiteX29" fmla="*/ 88676 w 112963"/>
                  <a:gd name="connsiteY29" fmla="*/ 41159 h 112311"/>
                  <a:gd name="connsiteX30" fmla="*/ 91121 w 112963"/>
                  <a:gd name="connsiteY30" fmla="*/ 55911 h 112311"/>
                  <a:gd name="connsiteX31" fmla="*/ 86801 w 112963"/>
                  <a:gd name="connsiteY31" fmla="*/ 75228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3" h="112311">
                    <a:moveTo>
                      <a:pt x="96663" y="16056"/>
                    </a:moveTo>
                    <a:cubicBezTo>
                      <a:pt x="91529" y="10921"/>
                      <a:pt x="85579" y="6928"/>
                      <a:pt x="78732" y="4157"/>
                    </a:cubicBezTo>
                    <a:cubicBezTo>
                      <a:pt x="71886" y="1386"/>
                      <a:pt x="64469" y="0"/>
                      <a:pt x="56400" y="0"/>
                    </a:cubicBezTo>
                    <a:cubicBezTo>
                      <a:pt x="48332" y="0"/>
                      <a:pt x="41078" y="1386"/>
                      <a:pt x="34231" y="4157"/>
                    </a:cubicBezTo>
                    <a:cubicBezTo>
                      <a:pt x="27385" y="6928"/>
                      <a:pt x="21435" y="10921"/>
                      <a:pt x="16301" y="16056"/>
                    </a:cubicBezTo>
                    <a:cubicBezTo>
                      <a:pt x="11166" y="21191"/>
                      <a:pt x="7172" y="27222"/>
                      <a:pt x="4320" y="33987"/>
                    </a:cubicBezTo>
                    <a:cubicBezTo>
                      <a:pt x="1386" y="40752"/>
                      <a:pt x="0" y="48087"/>
                      <a:pt x="0" y="55911"/>
                    </a:cubicBezTo>
                    <a:cubicBezTo>
                      <a:pt x="0" y="63736"/>
                      <a:pt x="1467" y="71071"/>
                      <a:pt x="4320" y="77917"/>
                    </a:cubicBezTo>
                    <a:cubicBezTo>
                      <a:pt x="7172" y="84764"/>
                      <a:pt x="11248" y="90714"/>
                      <a:pt x="16382" y="95930"/>
                    </a:cubicBezTo>
                    <a:cubicBezTo>
                      <a:pt x="21517" y="101064"/>
                      <a:pt x="27548" y="105140"/>
                      <a:pt x="34476" y="107992"/>
                    </a:cubicBezTo>
                    <a:cubicBezTo>
                      <a:pt x="41322" y="110845"/>
                      <a:pt x="48739" y="112312"/>
                      <a:pt x="56727" y="112312"/>
                    </a:cubicBezTo>
                    <a:cubicBezTo>
                      <a:pt x="64714" y="112312"/>
                      <a:pt x="71968" y="110926"/>
                      <a:pt x="78814" y="108074"/>
                    </a:cubicBezTo>
                    <a:cubicBezTo>
                      <a:pt x="85660" y="105221"/>
                      <a:pt x="91692" y="101227"/>
                      <a:pt x="96745" y="96093"/>
                    </a:cubicBezTo>
                    <a:cubicBezTo>
                      <a:pt x="101798" y="90958"/>
                      <a:pt x="105792" y="84927"/>
                      <a:pt x="108644" y="78080"/>
                    </a:cubicBezTo>
                    <a:cubicBezTo>
                      <a:pt x="111497" y="71234"/>
                      <a:pt x="112964" y="63899"/>
                      <a:pt x="112964" y="56074"/>
                    </a:cubicBezTo>
                    <a:cubicBezTo>
                      <a:pt x="112964" y="48250"/>
                      <a:pt x="111497" y="40915"/>
                      <a:pt x="108644" y="34068"/>
                    </a:cubicBezTo>
                    <a:cubicBezTo>
                      <a:pt x="105792" y="27222"/>
                      <a:pt x="101717" y="21272"/>
                      <a:pt x="96663" y="16056"/>
                    </a:cubicBezTo>
                    <a:close/>
                    <a:moveTo>
                      <a:pt x="86801" y="75228"/>
                    </a:moveTo>
                    <a:cubicBezTo>
                      <a:pt x="83949" y="80770"/>
                      <a:pt x="79874" y="85090"/>
                      <a:pt x="74657" y="88187"/>
                    </a:cubicBezTo>
                    <a:cubicBezTo>
                      <a:pt x="69441" y="91284"/>
                      <a:pt x="63328" y="92833"/>
                      <a:pt x="56400" y="92833"/>
                    </a:cubicBezTo>
                    <a:cubicBezTo>
                      <a:pt x="51347" y="92833"/>
                      <a:pt x="46620" y="91936"/>
                      <a:pt x="42382" y="90143"/>
                    </a:cubicBezTo>
                    <a:cubicBezTo>
                      <a:pt x="38062" y="88350"/>
                      <a:pt x="34395" y="85823"/>
                      <a:pt x="31379" y="82645"/>
                    </a:cubicBezTo>
                    <a:cubicBezTo>
                      <a:pt x="28363" y="79466"/>
                      <a:pt x="26000" y="75554"/>
                      <a:pt x="24288" y="70990"/>
                    </a:cubicBezTo>
                    <a:cubicBezTo>
                      <a:pt x="22658" y="66425"/>
                      <a:pt x="21843" y="61454"/>
                      <a:pt x="21843" y="55911"/>
                    </a:cubicBezTo>
                    <a:cubicBezTo>
                      <a:pt x="21843" y="48658"/>
                      <a:pt x="23310" y="42300"/>
                      <a:pt x="26244" y="36840"/>
                    </a:cubicBezTo>
                    <a:cubicBezTo>
                      <a:pt x="29178" y="31379"/>
                      <a:pt x="33253" y="27059"/>
                      <a:pt x="38388" y="24044"/>
                    </a:cubicBezTo>
                    <a:cubicBezTo>
                      <a:pt x="43523" y="21028"/>
                      <a:pt x="49554" y="19479"/>
                      <a:pt x="56400" y="19479"/>
                    </a:cubicBezTo>
                    <a:cubicBezTo>
                      <a:pt x="61698" y="19479"/>
                      <a:pt x="66425" y="20376"/>
                      <a:pt x="70582" y="22087"/>
                    </a:cubicBezTo>
                    <a:cubicBezTo>
                      <a:pt x="74739" y="23880"/>
                      <a:pt x="78407" y="26326"/>
                      <a:pt x="81504" y="29586"/>
                    </a:cubicBezTo>
                    <a:cubicBezTo>
                      <a:pt x="84601" y="32846"/>
                      <a:pt x="86964" y="36677"/>
                      <a:pt x="88676" y="41159"/>
                    </a:cubicBezTo>
                    <a:cubicBezTo>
                      <a:pt x="90306" y="45642"/>
                      <a:pt x="91121" y="50532"/>
                      <a:pt x="91121" y="55911"/>
                    </a:cubicBezTo>
                    <a:cubicBezTo>
                      <a:pt x="91121" y="63247"/>
                      <a:pt x="89654" y="69686"/>
                      <a:pt x="86801" y="7522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0146F56F-5246-70A1-5C4C-F62470B9F160}"/>
                  </a:ext>
                </a:extLst>
              </p:cNvPr>
              <p:cNvSpPr/>
              <p:nvPr/>
            </p:nvSpPr>
            <p:spPr>
              <a:xfrm>
                <a:off x="3976010" y="2309629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29 w 53629"/>
                  <a:gd name="connsiteY1" fmla="*/ 0 h 18582"/>
                  <a:gd name="connsiteX2" fmla="*/ 53629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29" y="0"/>
                    </a:lnTo>
                    <a:lnTo>
                      <a:pt x="53629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9929C91-08BC-6D5C-7029-A90978443638}"/>
                  </a:ext>
                </a:extLst>
              </p:cNvPr>
              <p:cNvSpPr/>
              <p:nvPr/>
            </p:nvSpPr>
            <p:spPr>
              <a:xfrm>
                <a:off x="4046021" y="2247850"/>
                <a:ext cx="79466" cy="112230"/>
              </a:xfrm>
              <a:custGeom>
                <a:avLst/>
                <a:gdLst>
                  <a:gd name="connsiteX0" fmla="*/ 69441 w 79466"/>
                  <a:gd name="connsiteY0" fmla="*/ 55830 h 112230"/>
                  <a:gd name="connsiteX1" fmla="*/ 59416 w 79466"/>
                  <a:gd name="connsiteY1" fmla="*/ 49799 h 112230"/>
                  <a:gd name="connsiteX2" fmla="*/ 48413 w 79466"/>
                  <a:gd name="connsiteY2" fmla="*/ 45560 h 112230"/>
                  <a:gd name="connsiteX3" fmla="*/ 38225 w 79466"/>
                  <a:gd name="connsiteY3" fmla="*/ 41567 h 112230"/>
                  <a:gd name="connsiteX4" fmla="*/ 30890 w 79466"/>
                  <a:gd name="connsiteY4" fmla="*/ 36758 h 112230"/>
                  <a:gd name="connsiteX5" fmla="*/ 28119 w 79466"/>
                  <a:gd name="connsiteY5" fmla="*/ 29586 h 112230"/>
                  <a:gd name="connsiteX6" fmla="*/ 32275 w 79466"/>
                  <a:gd name="connsiteY6" fmla="*/ 21598 h 112230"/>
                  <a:gd name="connsiteX7" fmla="*/ 43768 w 79466"/>
                  <a:gd name="connsiteY7" fmla="*/ 18746 h 112230"/>
                  <a:gd name="connsiteX8" fmla="*/ 55178 w 79466"/>
                  <a:gd name="connsiteY8" fmla="*/ 21191 h 112230"/>
                  <a:gd name="connsiteX9" fmla="*/ 65040 w 79466"/>
                  <a:gd name="connsiteY9" fmla="*/ 28934 h 112230"/>
                  <a:gd name="connsiteX10" fmla="*/ 78977 w 79466"/>
                  <a:gd name="connsiteY10" fmla="*/ 14997 h 112230"/>
                  <a:gd name="connsiteX11" fmla="*/ 64306 w 79466"/>
                  <a:gd name="connsiteY11" fmla="*/ 4157 h 112230"/>
                  <a:gd name="connsiteX12" fmla="*/ 44094 w 79466"/>
                  <a:gd name="connsiteY12" fmla="*/ 0 h 112230"/>
                  <a:gd name="connsiteX13" fmla="*/ 25185 w 79466"/>
                  <a:gd name="connsiteY13" fmla="*/ 3749 h 112230"/>
                  <a:gd name="connsiteX14" fmla="*/ 11981 w 79466"/>
                  <a:gd name="connsiteY14" fmla="*/ 14426 h 112230"/>
                  <a:gd name="connsiteX15" fmla="*/ 7172 w 79466"/>
                  <a:gd name="connsiteY15" fmla="*/ 31297 h 112230"/>
                  <a:gd name="connsiteX16" fmla="*/ 9862 w 79466"/>
                  <a:gd name="connsiteY16" fmla="*/ 45235 h 112230"/>
                  <a:gd name="connsiteX17" fmla="*/ 17197 w 79466"/>
                  <a:gd name="connsiteY17" fmla="*/ 54200 h 112230"/>
                  <a:gd name="connsiteX18" fmla="*/ 27304 w 79466"/>
                  <a:gd name="connsiteY18" fmla="*/ 60068 h 112230"/>
                  <a:gd name="connsiteX19" fmla="*/ 38225 w 79466"/>
                  <a:gd name="connsiteY19" fmla="*/ 64143 h 112230"/>
                  <a:gd name="connsiteX20" fmla="*/ 48332 w 79466"/>
                  <a:gd name="connsiteY20" fmla="*/ 68055 h 112230"/>
                  <a:gd name="connsiteX21" fmla="*/ 55667 w 79466"/>
                  <a:gd name="connsiteY21" fmla="*/ 73272 h 112230"/>
                  <a:gd name="connsiteX22" fmla="*/ 58438 w 79466"/>
                  <a:gd name="connsiteY22" fmla="*/ 81341 h 112230"/>
                  <a:gd name="connsiteX23" fmla="*/ 53629 w 79466"/>
                  <a:gd name="connsiteY23" fmla="*/ 90306 h 112230"/>
                  <a:gd name="connsiteX24" fmla="*/ 40589 w 79466"/>
                  <a:gd name="connsiteY24" fmla="*/ 93566 h 112230"/>
                  <a:gd name="connsiteX25" fmla="*/ 25185 w 79466"/>
                  <a:gd name="connsiteY25" fmla="*/ 90061 h 112230"/>
                  <a:gd name="connsiteX26" fmla="*/ 13937 w 79466"/>
                  <a:gd name="connsiteY26" fmla="*/ 80199 h 112230"/>
                  <a:gd name="connsiteX27" fmla="*/ 0 w 79466"/>
                  <a:gd name="connsiteY27" fmla="*/ 94137 h 112230"/>
                  <a:gd name="connsiteX28" fmla="*/ 16953 w 79466"/>
                  <a:gd name="connsiteY28" fmla="*/ 107748 h 112230"/>
                  <a:gd name="connsiteX29" fmla="*/ 39366 w 79466"/>
                  <a:gd name="connsiteY29" fmla="*/ 112230 h 112230"/>
                  <a:gd name="connsiteX30" fmla="*/ 68789 w 79466"/>
                  <a:gd name="connsiteY30" fmla="*/ 103510 h 112230"/>
                  <a:gd name="connsiteX31" fmla="*/ 79466 w 79466"/>
                  <a:gd name="connsiteY31" fmla="*/ 79547 h 112230"/>
                  <a:gd name="connsiteX32" fmla="*/ 76695 w 79466"/>
                  <a:gd name="connsiteY32" fmla="*/ 65203 h 112230"/>
                  <a:gd name="connsiteX33" fmla="*/ 69360 w 79466"/>
                  <a:gd name="connsiteY33" fmla="*/ 55748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6" h="112230">
                    <a:moveTo>
                      <a:pt x="69441" y="55830"/>
                    </a:move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9"/>
                      <a:pt x="52162" y="46783"/>
                      <a:pt x="48413" y="45560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5" y="21598"/>
                    </a:cubicBezTo>
                    <a:cubicBezTo>
                      <a:pt x="35047" y="19724"/>
                      <a:pt x="38877" y="18746"/>
                      <a:pt x="43768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95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4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2" y="6194"/>
                      <a:pt x="15241" y="9780"/>
                      <a:pt x="11981" y="14426"/>
                    </a:cubicBezTo>
                    <a:cubicBezTo>
                      <a:pt x="8802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5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8" y="63002"/>
                      <a:pt x="38225" y="64143"/>
                    </a:cubicBezTo>
                    <a:cubicBezTo>
                      <a:pt x="41893" y="65366"/>
                      <a:pt x="45235" y="66588"/>
                      <a:pt x="48332" y="68055"/>
                    </a:cubicBezTo>
                    <a:cubicBezTo>
                      <a:pt x="51429" y="69523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6"/>
                      <a:pt x="46050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1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49"/>
                      <a:pt x="10759" y="104814"/>
                      <a:pt x="16953" y="107748"/>
                    </a:cubicBezTo>
                    <a:cubicBezTo>
                      <a:pt x="23229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10"/>
                    </a:cubicBezTo>
                    <a:cubicBezTo>
                      <a:pt x="75880" y="97641"/>
                      <a:pt x="79466" y="89654"/>
                      <a:pt x="79466" y="79547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ubicBezTo>
                      <a:pt x="74820" y="61291"/>
                      <a:pt x="72375" y="58194"/>
                      <a:pt x="69360" y="5574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08014228-FB83-6976-70BF-DEBE333E546F}"/>
                  </a:ext>
                </a:extLst>
              </p:cNvPr>
              <p:cNvSpPr/>
              <p:nvPr/>
            </p:nvSpPr>
            <p:spPr>
              <a:xfrm>
                <a:off x="4149939" y="2249480"/>
                <a:ext cx="90387" cy="109051"/>
              </a:xfrm>
              <a:custGeom>
                <a:avLst/>
                <a:gdLst>
                  <a:gd name="connsiteX0" fmla="*/ 69359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109 w 90387"/>
                  <a:gd name="connsiteY4" fmla="*/ 109052 h 109051"/>
                  <a:gd name="connsiteX5" fmla="*/ 21109 w 90387"/>
                  <a:gd name="connsiteY5" fmla="*/ 38877 h 109051"/>
                  <a:gd name="connsiteX6" fmla="*/ 75391 w 90387"/>
                  <a:gd name="connsiteY6" fmla="*/ 109052 h 109051"/>
                  <a:gd name="connsiteX7" fmla="*/ 90387 w 90387"/>
                  <a:gd name="connsiteY7" fmla="*/ 109052 h 109051"/>
                  <a:gd name="connsiteX8" fmla="*/ 90387 w 90387"/>
                  <a:gd name="connsiteY8" fmla="*/ 0 h 109051"/>
                  <a:gd name="connsiteX9" fmla="*/ 69359 w 90387"/>
                  <a:gd name="connsiteY9" fmla="*/ 0 h 109051"/>
                  <a:gd name="connsiteX10" fmla="*/ 69359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359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38877"/>
                    </a:lnTo>
                    <a:lnTo>
                      <a:pt x="75391" y="109052"/>
                    </a:lnTo>
                    <a:lnTo>
                      <a:pt x="90387" y="109052"/>
                    </a:lnTo>
                    <a:lnTo>
                      <a:pt x="90387" y="0"/>
                    </a:lnTo>
                    <a:lnTo>
                      <a:pt x="69359" y="0"/>
                    </a:lnTo>
                    <a:lnTo>
                      <a:pt x="69359" y="7041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61EEAFEC-1836-73A9-35EC-33ACDCE577FE}"/>
                  </a:ext>
                </a:extLst>
              </p:cNvPr>
              <p:cNvSpPr/>
              <p:nvPr/>
            </p:nvSpPr>
            <p:spPr>
              <a:xfrm>
                <a:off x="4270401" y="2249480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CC48DA4D-FF25-F9A2-8330-A14E9A8D673B}"/>
                  </a:ext>
                </a:extLst>
              </p:cNvPr>
              <p:cNvSpPr/>
              <p:nvPr/>
            </p:nvSpPr>
            <p:spPr>
              <a:xfrm>
                <a:off x="4321585" y="2249561"/>
                <a:ext cx="79547" cy="108970"/>
              </a:xfrm>
              <a:custGeom>
                <a:avLst/>
                <a:gdLst>
                  <a:gd name="connsiteX0" fmla="*/ 61617 w 79547"/>
                  <a:gd name="connsiteY0" fmla="*/ 4157 h 108970"/>
                  <a:gd name="connsiteX1" fmla="*/ 42952 w 79547"/>
                  <a:gd name="connsiteY1" fmla="*/ 0 h 108970"/>
                  <a:gd name="connsiteX2" fmla="*/ 0 w 79547"/>
                  <a:gd name="connsiteY2" fmla="*/ 0 h 108970"/>
                  <a:gd name="connsiteX3" fmla="*/ 0 w 79547"/>
                  <a:gd name="connsiteY3" fmla="*/ 108970 h 108970"/>
                  <a:gd name="connsiteX4" fmla="*/ 21109 w 79547"/>
                  <a:gd name="connsiteY4" fmla="*/ 108970 h 108970"/>
                  <a:gd name="connsiteX5" fmla="*/ 21109 w 79547"/>
                  <a:gd name="connsiteY5" fmla="*/ 68626 h 108970"/>
                  <a:gd name="connsiteX6" fmla="*/ 42952 w 79547"/>
                  <a:gd name="connsiteY6" fmla="*/ 68626 h 108970"/>
                  <a:gd name="connsiteX7" fmla="*/ 61617 w 79547"/>
                  <a:gd name="connsiteY7" fmla="*/ 64469 h 108970"/>
                  <a:gd name="connsiteX8" fmla="*/ 74739 w 79547"/>
                  <a:gd name="connsiteY8" fmla="*/ 52570 h 108970"/>
                  <a:gd name="connsiteX9" fmla="*/ 79547 w 79547"/>
                  <a:gd name="connsiteY9" fmla="*/ 34313 h 108970"/>
                  <a:gd name="connsiteX10" fmla="*/ 74739 w 79547"/>
                  <a:gd name="connsiteY10" fmla="*/ 16056 h 108970"/>
                  <a:gd name="connsiteX11" fmla="*/ 61617 w 79547"/>
                  <a:gd name="connsiteY11" fmla="*/ 4157 h 108970"/>
                  <a:gd name="connsiteX12" fmla="*/ 56075 w 79547"/>
                  <a:gd name="connsiteY12" fmla="*/ 43441 h 108970"/>
                  <a:gd name="connsiteX13" fmla="*/ 49799 w 79547"/>
                  <a:gd name="connsiteY13" fmla="*/ 49310 h 108970"/>
                  <a:gd name="connsiteX14" fmla="*/ 40833 w 79547"/>
                  <a:gd name="connsiteY14" fmla="*/ 51429 h 108970"/>
                  <a:gd name="connsiteX15" fmla="*/ 21109 w 79547"/>
                  <a:gd name="connsiteY15" fmla="*/ 51429 h 108970"/>
                  <a:gd name="connsiteX16" fmla="*/ 21109 w 79547"/>
                  <a:gd name="connsiteY16" fmla="*/ 17197 h 108970"/>
                  <a:gd name="connsiteX17" fmla="*/ 40833 w 79547"/>
                  <a:gd name="connsiteY17" fmla="*/ 17197 h 108970"/>
                  <a:gd name="connsiteX18" fmla="*/ 49799 w 79547"/>
                  <a:gd name="connsiteY18" fmla="*/ 19316 h 108970"/>
                  <a:gd name="connsiteX19" fmla="*/ 56075 w 79547"/>
                  <a:gd name="connsiteY19" fmla="*/ 25185 h 108970"/>
                  <a:gd name="connsiteX20" fmla="*/ 58357 w 79547"/>
                  <a:gd name="connsiteY20" fmla="*/ 34232 h 108970"/>
                  <a:gd name="connsiteX21" fmla="*/ 56075 w 79547"/>
                  <a:gd name="connsiteY21" fmla="*/ 4344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9547" h="108970">
                    <a:moveTo>
                      <a:pt x="61617" y="4157"/>
                    </a:moveTo>
                    <a:cubicBezTo>
                      <a:pt x="56075" y="1386"/>
                      <a:pt x="49880" y="0"/>
                      <a:pt x="42952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8626"/>
                    </a:lnTo>
                    <a:lnTo>
                      <a:pt x="42952" y="68626"/>
                    </a:lnTo>
                    <a:cubicBezTo>
                      <a:pt x="49880" y="68626"/>
                      <a:pt x="56075" y="67240"/>
                      <a:pt x="61617" y="64469"/>
                    </a:cubicBezTo>
                    <a:cubicBezTo>
                      <a:pt x="67159" y="61698"/>
                      <a:pt x="71479" y="57705"/>
                      <a:pt x="74739" y="52570"/>
                    </a:cubicBezTo>
                    <a:cubicBezTo>
                      <a:pt x="77917" y="47435"/>
                      <a:pt x="79547" y="41322"/>
                      <a:pt x="79547" y="34313"/>
                    </a:cubicBezTo>
                    <a:cubicBezTo>
                      <a:pt x="79547" y="27304"/>
                      <a:pt x="77917" y="21191"/>
                      <a:pt x="74739" y="16056"/>
                    </a:cubicBezTo>
                    <a:cubicBezTo>
                      <a:pt x="71560" y="10922"/>
                      <a:pt x="67159" y="7009"/>
                      <a:pt x="61617" y="4157"/>
                    </a:cubicBezTo>
                    <a:close/>
                    <a:moveTo>
                      <a:pt x="56075" y="43441"/>
                    </a:moveTo>
                    <a:cubicBezTo>
                      <a:pt x="54607" y="45968"/>
                      <a:pt x="52488" y="47924"/>
                      <a:pt x="49799" y="49310"/>
                    </a:cubicBezTo>
                    <a:cubicBezTo>
                      <a:pt x="47109" y="50695"/>
                      <a:pt x="44093" y="51429"/>
                      <a:pt x="40833" y="51429"/>
                    </a:cubicBezTo>
                    <a:lnTo>
                      <a:pt x="21109" y="51429"/>
                    </a:lnTo>
                    <a:lnTo>
                      <a:pt x="21109" y="17197"/>
                    </a:lnTo>
                    <a:lnTo>
                      <a:pt x="40833" y="17197"/>
                    </a:lnTo>
                    <a:cubicBezTo>
                      <a:pt x="44175" y="17197"/>
                      <a:pt x="47109" y="17931"/>
                      <a:pt x="49799" y="19316"/>
                    </a:cubicBezTo>
                    <a:cubicBezTo>
                      <a:pt x="52488" y="20702"/>
                      <a:pt x="54607" y="22658"/>
                      <a:pt x="56075" y="25185"/>
                    </a:cubicBezTo>
                    <a:cubicBezTo>
                      <a:pt x="57542" y="27711"/>
                      <a:pt x="58357" y="30727"/>
                      <a:pt x="58357" y="34232"/>
                    </a:cubicBezTo>
                    <a:cubicBezTo>
                      <a:pt x="58357" y="37736"/>
                      <a:pt x="57623" y="40915"/>
                      <a:pt x="56075" y="43441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3E2D51B7-DC45-D71A-12AF-7CFF2A87829C}"/>
                  </a:ext>
                </a:extLst>
              </p:cNvPr>
              <p:cNvSpPr/>
              <p:nvPr/>
            </p:nvSpPr>
            <p:spPr>
              <a:xfrm>
                <a:off x="4423790" y="2249480"/>
                <a:ext cx="75798" cy="109051"/>
              </a:xfrm>
              <a:custGeom>
                <a:avLst/>
                <a:gdLst>
                  <a:gd name="connsiteX0" fmla="*/ 21110 w 75798"/>
                  <a:gd name="connsiteY0" fmla="*/ 62513 h 109051"/>
                  <a:gd name="connsiteX1" fmla="*/ 70501 w 75798"/>
                  <a:gd name="connsiteY1" fmla="*/ 62513 h 109051"/>
                  <a:gd name="connsiteX2" fmla="*/ 70501 w 75798"/>
                  <a:gd name="connsiteY2" fmla="*/ 44338 h 109051"/>
                  <a:gd name="connsiteX3" fmla="*/ 21110 w 75798"/>
                  <a:gd name="connsiteY3" fmla="*/ 44338 h 109051"/>
                  <a:gd name="connsiteX4" fmla="*/ 21110 w 75798"/>
                  <a:gd name="connsiteY4" fmla="*/ 18664 h 109051"/>
                  <a:gd name="connsiteX5" fmla="*/ 75065 w 75798"/>
                  <a:gd name="connsiteY5" fmla="*/ 18664 h 109051"/>
                  <a:gd name="connsiteX6" fmla="*/ 75065 w 75798"/>
                  <a:gd name="connsiteY6" fmla="*/ 0 h 109051"/>
                  <a:gd name="connsiteX7" fmla="*/ 21110 w 75798"/>
                  <a:gd name="connsiteY7" fmla="*/ 0 h 109051"/>
                  <a:gd name="connsiteX8" fmla="*/ 15486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2 h 109051"/>
                  <a:gd name="connsiteX11" fmla="*/ 15486 w 75798"/>
                  <a:gd name="connsiteY11" fmla="*/ 109052 h 109051"/>
                  <a:gd name="connsiteX12" fmla="*/ 21110 w 75798"/>
                  <a:gd name="connsiteY12" fmla="*/ 109052 h 109051"/>
                  <a:gd name="connsiteX13" fmla="*/ 75798 w 75798"/>
                  <a:gd name="connsiteY13" fmla="*/ 109052 h 109051"/>
                  <a:gd name="connsiteX14" fmla="*/ 75798 w 75798"/>
                  <a:gd name="connsiteY14" fmla="*/ 90387 h 109051"/>
                  <a:gd name="connsiteX15" fmla="*/ 21110 w 75798"/>
                  <a:gd name="connsiteY15" fmla="*/ 90387 h 109051"/>
                  <a:gd name="connsiteX16" fmla="*/ 21110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10" y="62513"/>
                    </a:moveTo>
                    <a:lnTo>
                      <a:pt x="70501" y="62513"/>
                    </a:lnTo>
                    <a:lnTo>
                      <a:pt x="70501" y="44338"/>
                    </a:lnTo>
                    <a:lnTo>
                      <a:pt x="21110" y="44338"/>
                    </a:lnTo>
                    <a:lnTo>
                      <a:pt x="21110" y="18664"/>
                    </a:lnTo>
                    <a:lnTo>
                      <a:pt x="75065" y="18664"/>
                    </a:lnTo>
                    <a:lnTo>
                      <a:pt x="75065" y="0"/>
                    </a:lnTo>
                    <a:lnTo>
                      <a:pt x="21110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6" y="109052"/>
                    </a:lnTo>
                    <a:lnTo>
                      <a:pt x="21110" y="109052"/>
                    </a:lnTo>
                    <a:lnTo>
                      <a:pt x="75798" y="109052"/>
                    </a:lnTo>
                    <a:lnTo>
                      <a:pt x="75798" y="90387"/>
                    </a:lnTo>
                    <a:lnTo>
                      <a:pt x="21110" y="90387"/>
                    </a:lnTo>
                    <a:lnTo>
                      <a:pt x="21110" y="6251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6CE1468F-B06F-2E8B-2CD0-6DD72F96CDE8}"/>
                  </a:ext>
                </a:extLst>
              </p:cNvPr>
              <p:cNvSpPr/>
              <p:nvPr/>
            </p:nvSpPr>
            <p:spPr>
              <a:xfrm>
                <a:off x="4524936" y="2249561"/>
                <a:ext cx="85089" cy="108970"/>
              </a:xfrm>
              <a:custGeom>
                <a:avLst/>
                <a:gdLst>
                  <a:gd name="connsiteX0" fmla="*/ 59498 w 85089"/>
                  <a:gd name="connsiteY0" fmla="*/ 108970 h 108970"/>
                  <a:gd name="connsiteX1" fmla="*/ 85090 w 85089"/>
                  <a:gd name="connsiteY1" fmla="*/ 108970 h 108970"/>
                  <a:gd name="connsiteX2" fmla="*/ 48739 w 85089"/>
                  <a:gd name="connsiteY2" fmla="*/ 63084 h 108970"/>
                  <a:gd name="connsiteX3" fmla="*/ 61046 w 85089"/>
                  <a:gd name="connsiteY3" fmla="*/ 59498 h 108970"/>
                  <a:gd name="connsiteX4" fmla="*/ 73516 w 85089"/>
                  <a:gd name="connsiteY4" fmla="*/ 48413 h 108970"/>
                  <a:gd name="connsiteX5" fmla="*/ 77917 w 85089"/>
                  <a:gd name="connsiteY5" fmla="*/ 31786 h 108970"/>
                  <a:gd name="connsiteX6" fmla="*/ 73516 w 85089"/>
                  <a:gd name="connsiteY6" fmla="*/ 15323 h 108970"/>
                  <a:gd name="connsiteX7" fmla="*/ 61128 w 85089"/>
                  <a:gd name="connsiteY7" fmla="*/ 4075 h 108970"/>
                  <a:gd name="connsiteX8" fmla="*/ 42789 w 85089"/>
                  <a:gd name="connsiteY8" fmla="*/ 0 h 108970"/>
                  <a:gd name="connsiteX9" fmla="*/ 0 w 85089"/>
                  <a:gd name="connsiteY9" fmla="*/ 0 h 108970"/>
                  <a:gd name="connsiteX10" fmla="*/ 0 w 85089"/>
                  <a:gd name="connsiteY10" fmla="*/ 108970 h 108970"/>
                  <a:gd name="connsiteX11" fmla="*/ 21109 w 85089"/>
                  <a:gd name="connsiteY11" fmla="*/ 108970 h 108970"/>
                  <a:gd name="connsiteX12" fmla="*/ 21109 w 85089"/>
                  <a:gd name="connsiteY12" fmla="*/ 63573 h 108970"/>
                  <a:gd name="connsiteX13" fmla="*/ 24777 w 85089"/>
                  <a:gd name="connsiteY13" fmla="*/ 63573 h 108970"/>
                  <a:gd name="connsiteX14" fmla="*/ 59579 w 85089"/>
                  <a:gd name="connsiteY14" fmla="*/ 108970 h 108970"/>
                  <a:gd name="connsiteX15" fmla="*/ 21028 w 85089"/>
                  <a:gd name="connsiteY15" fmla="*/ 17197 h 108970"/>
                  <a:gd name="connsiteX16" fmla="*/ 40752 w 85089"/>
                  <a:gd name="connsiteY16" fmla="*/ 17197 h 108970"/>
                  <a:gd name="connsiteX17" fmla="*/ 52651 w 85089"/>
                  <a:gd name="connsiteY17" fmla="*/ 21435 h 108970"/>
                  <a:gd name="connsiteX18" fmla="*/ 56808 w 85089"/>
                  <a:gd name="connsiteY18" fmla="*/ 32194 h 108970"/>
                  <a:gd name="connsiteX19" fmla="*/ 52651 w 85089"/>
                  <a:gd name="connsiteY19" fmla="*/ 42952 h 108970"/>
                  <a:gd name="connsiteX20" fmla="*/ 40589 w 85089"/>
                  <a:gd name="connsiteY20" fmla="*/ 46865 h 108970"/>
                  <a:gd name="connsiteX21" fmla="*/ 21028 w 85089"/>
                  <a:gd name="connsiteY21" fmla="*/ 46865 h 108970"/>
                  <a:gd name="connsiteX22" fmla="*/ 21028 w 85089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089" h="108970">
                    <a:moveTo>
                      <a:pt x="59498" y="108970"/>
                    </a:moveTo>
                    <a:lnTo>
                      <a:pt x="85090" y="108970"/>
                    </a:lnTo>
                    <a:lnTo>
                      <a:pt x="48739" y="63084"/>
                    </a:lnTo>
                    <a:cubicBezTo>
                      <a:pt x="53222" y="62513"/>
                      <a:pt x="57379" y="61372"/>
                      <a:pt x="61046" y="59498"/>
                    </a:cubicBez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636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close/>
                    <a:moveTo>
                      <a:pt x="21028" y="17197"/>
                    </a:moveTo>
                    <a:lnTo>
                      <a:pt x="40752" y="17197"/>
                    </a:lnTo>
                    <a:cubicBezTo>
                      <a:pt x="45887" y="17197"/>
                      <a:pt x="49880" y="18583"/>
                      <a:pt x="52651" y="21435"/>
                    </a:cubicBezTo>
                    <a:cubicBezTo>
                      <a:pt x="55423" y="24288"/>
                      <a:pt x="56808" y="27874"/>
                      <a:pt x="56808" y="32194"/>
                    </a:cubicBezTo>
                    <a:cubicBezTo>
                      <a:pt x="56808" y="36514"/>
                      <a:pt x="55423" y="40344"/>
                      <a:pt x="52651" y="42952"/>
                    </a:cubicBezTo>
                    <a:cubicBezTo>
                      <a:pt x="49880" y="45561"/>
                      <a:pt x="45805" y="46865"/>
                      <a:pt x="40589" y="46865"/>
                    </a:cubicBezTo>
                    <a:lnTo>
                      <a:pt x="21028" y="46865"/>
                    </a:lnTo>
                    <a:lnTo>
                      <a:pt x="21028" y="1711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BF1A0A6-2A47-349B-7C96-E3B725ECD00F}"/>
                </a:ext>
              </a:extLst>
            </p:cNvPr>
            <p:cNvSpPr/>
            <p:nvPr/>
          </p:nvSpPr>
          <p:spPr>
            <a:xfrm>
              <a:off x="3487803" y="2419578"/>
              <a:ext cx="1124015" cy="50369"/>
            </a:xfrm>
            <a:custGeom>
              <a:avLst/>
              <a:gdLst>
                <a:gd name="connsiteX0" fmla="*/ 0 w 1124015"/>
                <a:gd name="connsiteY0" fmla="*/ 0 h 50369"/>
                <a:gd name="connsiteX1" fmla="*/ 1124016 w 1124015"/>
                <a:gd name="connsiteY1" fmla="*/ 0 h 50369"/>
                <a:gd name="connsiteX2" fmla="*/ 1124016 w 1124015"/>
                <a:gd name="connsiteY2" fmla="*/ 50369 h 50369"/>
                <a:gd name="connsiteX3" fmla="*/ 0 w 1124015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4015" h="50369">
                  <a:moveTo>
                    <a:pt x="0" y="0"/>
                  </a:moveTo>
                  <a:lnTo>
                    <a:pt x="1124016" y="0"/>
                  </a:lnTo>
                  <a:lnTo>
                    <a:pt x="1124016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9" name="Graphic 2241">
            <a:extLst>
              <a:ext uri="{FF2B5EF4-FFF2-40B4-BE49-F238E27FC236}">
                <a16:creationId xmlns:a16="http://schemas.microsoft.com/office/drawing/2014/main" id="{111269B3-5BD4-5B60-83FD-4C32B7B851D9}"/>
              </a:ext>
            </a:extLst>
          </p:cNvPr>
          <p:cNvGrpSpPr/>
          <p:nvPr/>
        </p:nvGrpSpPr>
        <p:grpSpPr>
          <a:xfrm>
            <a:off x="5898485" y="1509180"/>
            <a:ext cx="422433" cy="222097"/>
            <a:chOff x="3837454" y="417524"/>
            <a:chExt cx="422433" cy="222097"/>
          </a:xfrm>
        </p:grpSpPr>
        <p:grpSp>
          <p:nvGrpSpPr>
            <p:cNvPr id="180" name="Graphic 2241">
              <a:extLst>
                <a:ext uri="{FF2B5EF4-FFF2-40B4-BE49-F238E27FC236}">
                  <a16:creationId xmlns:a16="http://schemas.microsoft.com/office/drawing/2014/main" id="{F12BD447-ADA3-B949-0BC0-DBFA62652C17}"/>
                </a:ext>
              </a:extLst>
            </p:cNvPr>
            <p:cNvGrpSpPr/>
            <p:nvPr/>
          </p:nvGrpSpPr>
          <p:grpSpPr>
            <a:xfrm>
              <a:off x="3837454" y="417524"/>
              <a:ext cx="422433" cy="112311"/>
              <a:chOff x="3837454" y="417524"/>
              <a:chExt cx="422433" cy="112311"/>
            </a:xfrm>
            <a:solidFill>
              <a:srgbClr val="403592"/>
            </a:solidFill>
          </p:grpSpPr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E9D62ACB-E0C2-0518-21F1-8ED7675DFD8C}"/>
                  </a:ext>
                </a:extLst>
              </p:cNvPr>
              <p:cNvSpPr/>
              <p:nvPr/>
            </p:nvSpPr>
            <p:spPr>
              <a:xfrm>
                <a:off x="3837454" y="417606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1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0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5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0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1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9" y="69604"/>
                      <a:pt x="21761" y="63165"/>
                      <a:pt x="21761" y="55830"/>
                    </a:cubicBezTo>
                    <a:cubicBezTo>
                      <a:pt x="21761" y="48495"/>
                      <a:pt x="23229" y="42382"/>
                      <a:pt x="26244" y="36921"/>
                    </a:cubicBezTo>
                    <a:cubicBezTo>
                      <a:pt x="29260" y="31460"/>
                      <a:pt x="33417" y="27141"/>
                      <a:pt x="38714" y="24125"/>
                    </a:cubicBezTo>
                    <a:cubicBezTo>
                      <a:pt x="44012" y="21109"/>
                      <a:pt x="50125" y="19561"/>
                      <a:pt x="57053" y="19561"/>
                    </a:cubicBezTo>
                    <a:cubicBezTo>
                      <a:pt x="63165" y="19561"/>
                      <a:pt x="68708" y="20783"/>
                      <a:pt x="73761" y="23147"/>
                    </a:cubicBezTo>
                    <a:cubicBezTo>
                      <a:pt x="78814" y="25511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3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6"/>
                      <a:pt x="34720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0" y="21191"/>
                      <a:pt x="7335" y="27141"/>
                      <a:pt x="4401" y="33905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845"/>
                      <a:pt x="48087" y="112230"/>
                      <a:pt x="55748" y="112230"/>
                    </a:cubicBezTo>
                    <a:cubicBezTo>
                      <a:pt x="66262" y="112230"/>
                      <a:pt x="75635" y="110030"/>
                      <a:pt x="83786" y="105629"/>
                    </a:cubicBezTo>
                    <a:cubicBezTo>
                      <a:pt x="91936" y="101227"/>
                      <a:pt x="98375" y="94626"/>
                      <a:pt x="103021" y="85823"/>
                    </a:cubicBezTo>
                    <a:cubicBezTo>
                      <a:pt x="107666" y="77021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1F3377BF-3170-7600-7D9A-EC1B93322635}"/>
                  </a:ext>
                </a:extLst>
              </p:cNvPr>
              <p:cNvSpPr/>
              <p:nvPr/>
            </p:nvSpPr>
            <p:spPr>
              <a:xfrm>
                <a:off x="3971446" y="419154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EC26F7F3-C25B-B665-365F-9EAA4169B7A8}"/>
                  </a:ext>
                </a:extLst>
              </p:cNvPr>
              <p:cNvSpPr/>
              <p:nvPr/>
            </p:nvSpPr>
            <p:spPr>
              <a:xfrm>
                <a:off x="4015539" y="417524"/>
                <a:ext cx="76287" cy="110600"/>
              </a:xfrm>
              <a:custGeom>
                <a:avLst/>
                <a:gdLst>
                  <a:gd name="connsiteX0" fmla="*/ 56400 w 76287"/>
                  <a:gd name="connsiteY0" fmla="*/ 67974 h 110600"/>
                  <a:gd name="connsiteX1" fmla="*/ 66751 w 76287"/>
                  <a:gd name="connsiteY1" fmla="*/ 55993 h 110600"/>
                  <a:gd name="connsiteX2" fmla="*/ 72294 w 76287"/>
                  <a:gd name="connsiteY2" fmla="*/ 45234 h 110600"/>
                  <a:gd name="connsiteX3" fmla="*/ 73924 w 76287"/>
                  <a:gd name="connsiteY3" fmla="*/ 33172 h 110600"/>
                  <a:gd name="connsiteX4" fmla="*/ 69604 w 76287"/>
                  <a:gd name="connsiteY4" fmla="*/ 15649 h 110600"/>
                  <a:gd name="connsiteX5" fmla="*/ 57378 w 76287"/>
                  <a:gd name="connsiteY5" fmla="*/ 4075 h 110600"/>
                  <a:gd name="connsiteX6" fmla="*/ 38633 w 76287"/>
                  <a:gd name="connsiteY6" fmla="*/ 0 h 110600"/>
                  <a:gd name="connsiteX7" fmla="*/ 16219 w 76287"/>
                  <a:gd name="connsiteY7" fmla="*/ 5624 h 110600"/>
                  <a:gd name="connsiteX8" fmla="*/ 163 w 76287"/>
                  <a:gd name="connsiteY8" fmla="*/ 22250 h 110600"/>
                  <a:gd name="connsiteX9" fmla="*/ 14589 w 76287"/>
                  <a:gd name="connsiteY9" fmla="*/ 34476 h 110600"/>
                  <a:gd name="connsiteX10" fmla="*/ 24940 w 76287"/>
                  <a:gd name="connsiteY10" fmla="*/ 22658 h 110600"/>
                  <a:gd name="connsiteX11" fmla="*/ 37573 w 76287"/>
                  <a:gd name="connsiteY11" fmla="*/ 18909 h 110600"/>
                  <a:gd name="connsiteX12" fmla="*/ 48902 w 76287"/>
                  <a:gd name="connsiteY12" fmla="*/ 22821 h 110600"/>
                  <a:gd name="connsiteX13" fmla="*/ 53222 w 76287"/>
                  <a:gd name="connsiteY13" fmla="*/ 33498 h 110600"/>
                  <a:gd name="connsiteX14" fmla="*/ 52081 w 76287"/>
                  <a:gd name="connsiteY14" fmla="*/ 40263 h 110600"/>
                  <a:gd name="connsiteX15" fmla="*/ 48087 w 76287"/>
                  <a:gd name="connsiteY15" fmla="*/ 47191 h 110600"/>
                  <a:gd name="connsiteX16" fmla="*/ 40915 w 76287"/>
                  <a:gd name="connsiteY16" fmla="*/ 55585 h 110600"/>
                  <a:gd name="connsiteX17" fmla="*/ 0 w 76287"/>
                  <a:gd name="connsiteY17" fmla="*/ 98538 h 110600"/>
                  <a:gd name="connsiteX18" fmla="*/ 0 w 76287"/>
                  <a:gd name="connsiteY18" fmla="*/ 110600 h 110600"/>
                  <a:gd name="connsiteX19" fmla="*/ 76287 w 76287"/>
                  <a:gd name="connsiteY19" fmla="*/ 110600 h 110600"/>
                  <a:gd name="connsiteX20" fmla="*/ 76287 w 76287"/>
                  <a:gd name="connsiteY20" fmla="*/ 92344 h 110600"/>
                  <a:gd name="connsiteX21" fmla="*/ 32438 w 76287"/>
                  <a:gd name="connsiteY21" fmla="*/ 92344 h 110600"/>
                  <a:gd name="connsiteX22" fmla="*/ 56400 w 76287"/>
                  <a:gd name="connsiteY22" fmla="*/ 67974 h 11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00">
                    <a:moveTo>
                      <a:pt x="56400" y="67974"/>
                    </a:moveTo>
                    <a:cubicBezTo>
                      <a:pt x="60720" y="63491"/>
                      <a:pt x="64225" y="59498"/>
                      <a:pt x="66751" y="55993"/>
                    </a:cubicBezTo>
                    <a:cubicBezTo>
                      <a:pt x="69278" y="52488"/>
                      <a:pt x="71153" y="48821"/>
                      <a:pt x="72294" y="45234"/>
                    </a:cubicBezTo>
                    <a:cubicBezTo>
                      <a:pt x="73353" y="41648"/>
                      <a:pt x="73924" y="37573"/>
                      <a:pt x="73924" y="33172"/>
                    </a:cubicBezTo>
                    <a:cubicBezTo>
                      <a:pt x="73924" y="26489"/>
                      <a:pt x="72457" y="20620"/>
                      <a:pt x="69604" y="15649"/>
                    </a:cubicBezTo>
                    <a:cubicBezTo>
                      <a:pt x="66670" y="10677"/>
                      <a:pt x="62595" y="6846"/>
                      <a:pt x="57378" y="4075"/>
                    </a:cubicBezTo>
                    <a:cubicBezTo>
                      <a:pt x="52081" y="1304"/>
                      <a:pt x="45886" y="0"/>
                      <a:pt x="38633" y="0"/>
                    </a:cubicBezTo>
                    <a:cubicBezTo>
                      <a:pt x="30156" y="0"/>
                      <a:pt x="22658" y="1875"/>
                      <a:pt x="16219" y="5624"/>
                    </a:cubicBezTo>
                    <a:cubicBezTo>
                      <a:pt x="9780" y="9373"/>
                      <a:pt x="4401" y="14915"/>
                      <a:pt x="163" y="22250"/>
                    </a:cubicBezTo>
                    <a:lnTo>
                      <a:pt x="14589" y="34476"/>
                    </a:lnTo>
                    <a:cubicBezTo>
                      <a:pt x="17768" y="29097"/>
                      <a:pt x="21191" y="25185"/>
                      <a:pt x="24940" y="22658"/>
                    </a:cubicBezTo>
                    <a:cubicBezTo>
                      <a:pt x="28608" y="20213"/>
                      <a:pt x="32846" y="18909"/>
                      <a:pt x="37573" y="18909"/>
                    </a:cubicBezTo>
                    <a:cubicBezTo>
                      <a:pt x="42300" y="18909"/>
                      <a:pt x="45968" y="20213"/>
                      <a:pt x="48902" y="22821"/>
                    </a:cubicBezTo>
                    <a:cubicBezTo>
                      <a:pt x="51755" y="25429"/>
                      <a:pt x="53222" y="28934"/>
                      <a:pt x="53222" y="33498"/>
                    </a:cubicBezTo>
                    <a:cubicBezTo>
                      <a:pt x="53222" y="35862"/>
                      <a:pt x="52814" y="38144"/>
                      <a:pt x="52081" y="40263"/>
                    </a:cubicBezTo>
                    <a:cubicBezTo>
                      <a:pt x="51266" y="42382"/>
                      <a:pt x="49962" y="44664"/>
                      <a:pt x="48087" y="47191"/>
                    </a:cubicBezTo>
                    <a:cubicBezTo>
                      <a:pt x="46213" y="49717"/>
                      <a:pt x="43849" y="52488"/>
                      <a:pt x="40915" y="55585"/>
                    </a:cubicBezTo>
                    <a:lnTo>
                      <a:pt x="0" y="98538"/>
                    </a:lnTo>
                    <a:lnTo>
                      <a:pt x="0" y="110600"/>
                    </a:lnTo>
                    <a:lnTo>
                      <a:pt x="76287" y="110600"/>
                    </a:lnTo>
                    <a:lnTo>
                      <a:pt x="76287" y="92344"/>
                    </a:lnTo>
                    <a:lnTo>
                      <a:pt x="32438" y="92344"/>
                    </a:lnTo>
                    <a:lnTo>
                      <a:pt x="56400" y="67974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F45C6288-629C-F831-183A-F3DAB0A5D122}"/>
                  </a:ext>
                </a:extLst>
              </p:cNvPr>
              <p:cNvSpPr/>
              <p:nvPr/>
            </p:nvSpPr>
            <p:spPr>
              <a:xfrm>
                <a:off x="4110328" y="479304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29 w 53629"/>
                  <a:gd name="connsiteY1" fmla="*/ 0 h 18582"/>
                  <a:gd name="connsiteX2" fmla="*/ 53629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29" y="0"/>
                    </a:lnTo>
                    <a:lnTo>
                      <a:pt x="53629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2B8CCE0C-361E-4304-8774-26D1AF1854A6}"/>
                  </a:ext>
                </a:extLst>
              </p:cNvPr>
              <p:cNvSpPr/>
              <p:nvPr/>
            </p:nvSpPr>
            <p:spPr>
              <a:xfrm>
                <a:off x="4180421" y="417524"/>
                <a:ext cx="79465" cy="112230"/>
              </a:xfrm>
              <a:custGeom>
                <a:avLst/>
                <a:gdLst>
                  <a:gd name="connsiteX0" fmla="*/ 76776 w 79465"/>
                  <a:gd name="connsiteY0" fmla="*/ 65284 h 112230"/>
                  <a:gd name="connsiteX1" fmla="*/ 69441 w 79465"/>
                  <a:gd name="connsiteY1" fmla="*/ 55830 h 112230"/>
                  <a:gd name="connsiteX2" fmla="*/ 59416 w 79465"/>
                  <a:gd name="connsiteY2" fmla="*/ 49799 h 112230"/>
                  <a:gd name="connsiteX3" fmla="*/ 48413 w 79465"/>
                  <a:gd name="connsiteY3" fmla="*/ 45560 h 112230"/>
                  <a:gd name="connsiteX4" fmla="*/ 38225 w 79465"/>
                  <a:gd name="connsiteY4" fmla="*/ 41567 h 112230"/>
                  <a:gd name="connsiteX5" fmla="*/ 30890 w 79465"/>
                  <a:gd name="connsiteY5" fmla="*/ 36758 h 112230"/>
                  <a:gd name="connsiteX6" fmla="*/ 28119 w 79465"/>
                  <a:gd name="connsiteY6" fmla="*/ 29586 h 112230"/>
                  <a:gd name="connsiteX7" fmla="*/ 32275 w 79465"/>
                  <a:gd name="connsiteY7" fmla="*/ 21598 h 112230"/>
                  <a:gd name="connsiteX8" fmla="*/ 43767 w 79465"/>
                  <a:gd name="connsiteY8" fmla="*/ 18746 h 112230"/>
                  <a:gd name="connsiteX9" fmla="*/ 55178 w 79465"/>
                  <a:gd name="connsiteY9" fmla="*/ 21191 h 112230"/>
                  <a:gd name="connsiteX10" fmla="*/ 65040 w 79465"/>
                  <a:gd name="connsiteY10" fmla="*/ 28934 h 112230"/>
                  <a:gd name="connsiteX11" fmla="*/ 78977 w 79465"/>
                  <a:gd name="connsiteY11" fmla="*/ 14997 h 112230"/>
                  <a:gd name="connsiteX12" fmla="*/ 64306 w 79465"/>
                  <a:gd name="connsiteY12" fmla="*/ 4157 h 112230"/>
                  <a:gd name="connsiteX13" fmla="*/ 44093 w 79465"/>
                  <a:gd name="connsiteY13" fmla="*/ 0 h 112230"/>
                  <a:gd name="connsiteX14" fmla="*/ 25185 w 79465"/>
                  <a:gd name="connsiteY14" fmla="*/ 3749 h 112230"/>
                  <a:gd name="connsiteX15" fmla="*/ 11981 w 79465"/>
                  <a:gd name="connsiteY15" fmla="*/ 14426 h 112230"/>
                  <a:gd name="connsiteX16" fmla="*/ 7172 w 79465"/>
                  <a:gd name="connsiteY16" fmla="*/ 31297 h 112230"/>
                  <a:gd name="connsiteX17" fmla="*/ 9862 w 79465"/>
                  <a:gd name="connsiteY17" fmla="*/ 45234 h 112230"/>
                  <a:gd name="connsiteX18" fmla="*/ 17197 w 79465"/>
                  <a:gd name="connsiteY18" fmla="*/ 54200 h 112230"/>
                  <a:gd name="connsiteX19" fmla="*/ 27304 w 79465"/>
                  <a:gd name="connsiteY19" fmla="*/ 60068 h 112230"/>
                  <a:gd name="connsiteX20" fmla="*/ 38225 w 79465"/>
                  <a:gd name="connsiteY20" fmla="*/ 64143 h 112230"/>
                  <a:gd name="connsiteX21" fmla="*/ 48332 w 79465"/>
                  <a:gd name="connsiteY21" fmla="*/ 68055 h 112230"/>
                  <a:gd name="connsiteX22" fmla="*/ 55667 w 79465"/>
                  <a:gd name="connsiteY22" fmla="*/ 73272 h 112230"/>
                  <a:gd name="connsiteX23" fmla="*/ 58438 w 79465"/>
                  <a:gd name="connsiteY23" fmla="*/ 81341 h 112230"/>
                  <a:gd name="connsiteX24" fmla="*/ 53629 w 79465"/>
                  <a:gd name="connsiteY24" fmla="*/ 90306 h 112230"/>
                  <a:gd name="connsiteX25" fmla="*/ 40589 w 79465"/>
                  <a:gd name="connsiteY25" fmla="*/ 93566 h 112230"/>
                  <a:gd name="connsiteX26" fmla="*/ 25185 w 79465"/>
                  <a:gd name="connsiteY26" fmla="*/ 90061 h 112230"/>
                  <a:gd name="connsiteX27" fmla="*/ 13937 w 79465"/>
                  <a:gd name="connsiteY27" fmla="*/ 80200 h 112230"/>
                  <a:gd name="connsiteX28" fmla="*/ 0 w 79465"/>
                  <a:gd name="connsiteY28" fmla="*/ 94137 h 112230"/>
                  <a:gd name="connsiteX29" fmla="*/ 16953 w 79465"/>
                  <a:gd name="connsiteY29" fmla="*/ 107748 h 112230"/>
                  <a:gd name="connsiteX30" fmla="*/ 39366 w 79465"/>
                  <a:gd name="connsiteY30" fmla="*/ 112230 h 112230"/>
                  <a:gd name="connsiteX31" fmla="*/ 68789 w 79465"/>
                  <a:gd name="connsiteY31" fmla="*/ 103510 h 112230"/>
                  <a:gd name="connsiteX32" fmla="*/ 79466 w 79465"/>
                  <a:gd name="connsiteY32" fmla="*/ 79547 h 112230"/>
                  <a:gd name="connsiteX33" fmla="*/ 76695 w 79465"/>
                  <a:gd name="connsiteY33" fmla="*/ 65203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76776" y="65284"/>
                    </a:moveTo>
                    <a:cubicBezTo>
                      <a:pt x="74902" y="61372"/>
                      <a:pt x="72457" y="58275"/>
                      <a:pt x="69441" y="55830"/>
                    </a:cubicBez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9"/>
                      <a:pt x="52162" y="46783"/>
                      <a:pt x="48413" y="45560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97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5" y="21598"/>
                    </a:cubicBezTo>
                    <a:cubicBezTo>
                      <a:pt x="35046" y="19724"/>
                      <a:pt x="38877" y="18746"/>
                      <a:pt x="43767" y="18746"/>
                    </a:cubicBezTo>
                    <a:cubicBezTo>
                      <a:pt x="48005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95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2" y="6194"/>
                      <a:pt x="15241" y="9780"/>
                      <a:pt x="11981" y="14426"/>
                    </a:cubicBezTo>
                    <a:cubicBezTo>
                      <a:pt x="8802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4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3"/>
                      <a:pt x="23636" y="58520"/>
                      <a:pt x="27304" y="60068"/>
                    </a:cubicBezTo>
                    <a:cubicBezTo>
                      <a:pt x="30971" y="61617"/>
                      <a:pt x="34557" y="63002"/>
                      <a:pt x="38225" y="64143"/>
                    </a:cubicBezTo>
                    <a:cubicBezTo>
                      <a:pt x="41893" y="65366"/>
                      <a:pt x="45234" y="66588"/>
                      <a:pt x="48332" y="68055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49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1"/>
                    </a:cubicBezTo>
                    <a:cubicBezTo>
                      <a:pt x="21028" y="87698"/>
                      <a:pt x="17279" y="84438"/>
                      <a:pt x="13937" y="80200"/>
                    </a:cubicBezTo>
                    <a:lnTo>
                      <a:pt x="0" y="94137"/>
                    </a:lnTo>
                    <a:cubicBezTo>
                      <a:pt x="5053" y="100249"/>
                      <a:pt x="10759" y="104814"/>
                      <a:pt x="16953" y="107748"/>
                    </a:cubicBezTo>
                    <a:cubicBezTo>
                      <a:pt x="23229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10"/>
                    </a:cubicBezTo>
                    <a:cubicBezTo>
                      <a:pt x="75961" y="97641"/>
                      <a:pt x="79466" y="89654"/>
                      <a:pt x="79466" y="79547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C0F9F3B8-254A-FBD8-C99D-12ADB158E0B3}"/>
                </a:ext>
              </a:extLst>
            </p:cNvPr>
            <p:cNvSpPr/>
            <p:nvPr/>
          </p:nvSpPr>
          <p:spPr>
            <a:xfrm>
              <a:off x="3845441" y="589252"/>
              <a:ext cx="410859" cy="50369"/>
            </a:xfrm>
            <a:custGeom>
              <a:avLst/>
              <a:gdLst>
                <a:gd name="connsiteX0" fmla="*/ 0 w 410859"/>
                <a:gd name="connsiteY0" fmla="*/ 0 h 50369"/>
                <a:gd name="connsiteX1" fmla="*/ 410860 w 410859"/>
                <a:gd name="connsiteY1" fmla="*/ 0 h 50369"/>
                <a:gd name="connsiteX2" fmla="*/ 410860 w 410859"/>
                <a:gd name="connsiteY2" fmla="*/ 50369 h 50369"/>
                <a:gd name="connsiteX3" fmla="*/ 0 w 410859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859" h="50369">
                  <a:moveTo>
                    <a:pt x="0" y="0"/>
                  </a:moveTo>
                  <a:lnTo>
                    <a:pt x="410860" y="0"/>
                  </a:lnTo>
                  <a:lnTo>
                    <a:pt x="410860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7" name="Graphic 2241">
            <a:extLst>
              <a:ext uri="{FF2B5EF4-FFF2-40B4-BE49-F238E27FC236}">
                <a16:creationId xmlns:a16="http://schemas.microsoft.com/office/drawing/2014/main" id="{A9E4A815-7580-EE9C-9A9C-A7C31F8611AB}"/>
              </a:ext>
            </a:extLst>
          </p:cNvPr>
          <p:cNvGrpSpPr/>
          <p:nvPr/>
        </p:nvGrpSpPr>
        <p:grpSpPr>
          <a:xfrm>
            <a:off x="5898485" y="2037428"/>
            <a:ext cx="463755" cy="222015"/>
            <a:chOff x="3816833" y="1038581"/>
            <a:chExt cx="463755" cy="222015"/>
          </a:xfrm>
        </p:grpSpPr>
        <p:grpSp>
          <p:nvGrpSpPr>
            <p:cNvPr id="188" name="Graphic 2241">
              <a:extLst>
                <a:ext uri="{FF2B5EF4-FFF2-40B4-BE49-F238E27FC236}">
                  <a16:creationId xmlns:a16="http://schemas.microsoft.com/office/drawing/2014/main" id="{F98A4EC0-73DE-AF79-60E3-982180D46084}"/>
                </a:ext>
              </a:extLst>
            </p:cNvPr>
            <p:cNvGrpSpPr/>
            <p:nvPr/>
          </p:nvGrpSpPr>
          <p:grpSpPr>
            <a:xfrm>
              <a:off x="3823680" y="1038581"/>
              <a:ext cx="443868" cy="112230"/>
              <a:chOff x="3823680" y="1038581"/>
              <a:chExt cx="443868" cy="112230"/>
            </a:xfrm>
            <a:solidFill>
              <a:srgbClr val="403592"/>
            </a:solidFill>
          </p:grpSpPr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855E5982-AE54-2FDA-81C8-4A85695483BE}"/>
                  </a:ext>
                </a:extLst>
              </p:cNvPr>
              <p:cNvSpPr/>
              <p:nvPr/>
            </p:nvSpPr>
            <p:spPr>
              <a:xfrm>
                <a:off x="3823680" y="1038581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1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1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6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0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1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9" y="69604"/>
                      <a:pt x="21761" y="63165"/>
                      <a:pt x="21761" y="55830"/>
                    </a:cubicBezTo>
                    <a:cubicBezTo>
                      <a:pt x="21761" y="48495"/>
                      <a:pt x="23229" y="42382"/>
                      <a:pt x="26244" y="36921"/>
                    </a:cubicBezTo>
                    <a:cubicBezTo>
                      <a:pt x="29260" y="31460"/>
                      <a:pt x="33417" y="27141"/>
                      <a:pt x="38714" y="24125"/>
                    </a:cubicBezTo>
                    <a:cubicBezTo>
                      <a:pt x="44012" y="21109"/>
                      <a:pt x="50125" y="19561"/>
                      <a:pt x="57053" y="19561"/>
                    </a:cubicBezTo>
                    <a:cubicBezTo>
                      <a:pt x="63165" y="19561"/>
                      <a:pt x="68708" y="20783"/>
                      <a:pt x="73761" y="23147"/>
                    </a:cubicBezTo>
                    <a:cubicBezTo>
                      <a:pt x="78814" y="25511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232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6"/>
                      <a:pt x="34721" y="4157"/>
                    </a:cubicBezTo>
                    <a:cubicBezTo>
                      <a:pt x="27793" y="6928"/>
                      <a:pt x="21761" y="10922"/>
                      <a:pt x="16545" y="16056"/>
                    </a:cubicBezTo>
                    <a:cubicBezTo>
                      <a:pt x="11411" y="21191"/>
                      <a:pt x="7335" y="27141"/>
                      <a:pt x="4401" y="33906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763"/>
                      <a:pt x="48169" y="112230"/>
                      <a:pt x="55748" y="112230"/>
                    </a:cubicBezTo>
                    <a:cubicBezTo>
                      <a:pt x="66262" y="112230"/>
                      <a:pt x="75635" y="110030"/>
                      <a:pt x="83786" y="105629"/>
                    </a:cubicBezTo>
                    <a:cubicBezTo>
                      <a:pt x="91936" y="101227"/>
                      <a:pt x="98375" y="94626"/>
                      <a:pt x="103021" y="85823"/>
                    </a:cubicBezTo>
                    <a:cubicBezTo>
                      <a:pt x="107666" y="77021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0421982D-5059-8559-EDDF-BDEEE5E400E1}"/>
                  </a:ext>
                </a:extLst>
              </p:cNvPr>
              <p:cNvSpPr/>
              <p:nvPr/>
            </p:nvSpPr>
            <p:spPr>
              <a:xfrm>
                <a:off x="3957672" y="1040130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DDD8107-5F34-E379-3FBA-5DC28F8C0E88}"/>
                  </a:ext>
                </a:extLst>
              </p:cNvPr>
              <p:cNvSpPr/>
              <p:nvPr/>
            </p:nvSpPr>
            <p:spPr>
              <a:xfrm>
                <a:off x="4001765" y="1038581"/>
                <a:ext cx="76287" cy="110681"/>
              </a:xfrm>
              <a:custGeom>
                <a:avLst/>
                <a:gdLst>
                  <a:gd name="connsiteX0" fmla="*/ 56319 w 76287"/>
                  <a:gd name="connsiteY0" fmla="*/ 67974 h 110681"/>
                  <a:gd name="connsiteX1" fmla="*/ 66670 w 76287"/>
                  <a:gd name="connsiteY1" fmla="*/ 55993 h 110681"/>
                  <a:gd name="connsiteX2" fmla="*/ 72212 w 76287"/>
                  <a:gd name="connsiteY2" fmla="*/ 45235 h 110681"/>
                  <a:gd name="connsiteX3" fmla="*/ 73842 w 76287"/>
                  <a:gd name="connsiteY3" fmla="*/ 33172 h 110681"/>
                  <a:gd name="connsiteX4" fmla="*/ 69523 w 76287"/>
                  <a:gd name="connsiteY4" fmla="*/ 15649 h 110681"/>
                  <a:gd name="connsiteX5" fmla="*/ 57297 w 76287"/>
                  <a:gd name="connsiteY5" fmla="*/ 4075 h 110681"/>
                  <a:gd name="connsiteX6" fmla="*/ 38551 w 76287"/>
                  <a:gd name="connsiteY6" fmla="*/ 0 h 110681"/>
                  <a:gd name="connsiteX7" fmla="*/ 16138 w 76287"/>
                  <a:gd name="connsiteY7" fmla="*/ 5624 h 110681"/>
                  <a:gd name="connsiteX8" fmla="*/ 81 w 76287"/>
                  <a:gd name="connsiteY8" fmla="*/ 22332 h 110681"/>
                  <a:gd name="connsiteX9" fmla="*/ 14508 w 76287"/>
                  <a:gd name="connsiteY9" fmla="*/ 34557 h 110681"/>
                  <a:gd name="connsiteX10" fmla="*/ 24859 w 76287"/>
                  <a:gd name="connsiteY10" fmla="*/ 22740 h 110681"/>
                  <a:gd name="connsiteX11" fmla="*/ 37492 w 76287"/>
                  <a:gd name="connsiteY11" fmla="*/ 18990 h 110681"/>
                  <a:gd name="connsiteX12" fmla="*/ 48821 w 76287"/>
                  <a:gd name="connsiteY12" fmla="*/ 22902 h 110681"/>
                  <a:gd name="connsiteX13" fmla="*/ 53140 w 76287"/>
                  <a:gd name="connsiteY13" fmla="*/ 33579 h 110681"/>
                  <a:gd name="connsiteX14" fmla="*/ 51999 w 76287"/>
                  <a:gd name="connsiteY14" fmla="*/ 40344 h 110681"/>
                  <a:gd name="connsiteX15" fmla="*/ 48006 w 76287"/>
                  <a:gd name="connsiteY15" fmla="*/ 47272 h 110681"/>
                  <a:gd name="connsiteX16" fmla="*/ 40915 w 76287"/>
                  <a:gd name="connsiteY16" fmla="*/ 55667 h 110681"/>
                  <a:gd name="connsiteX17" fmla="*/ 0 w 76287"/>
                  <a:gd name="connsiteY17" fmla="*/ 98619 h 110681"/>
                  <a:gd name="connsiteX18" fmla="*/ 0 w 76287"/>
                  <a:gd name="connsiteY18" fmla="*/ 110682 h 110681"/>
                  <a:gd name="connsiteX19" fmla="*/ 76287 w 76287"/>
                  <a:gd name="connsiteY19" fmla="*/ 110682 h 110681"/>
                  <a:gd name="connsiteX20" fmla="*/ 76287 w 76287"/>
                  <a:gd name="connsiteY20" fmla="*/ 92425 h 110681"/>
                  <a:gd name="connsiteX21" fmla="*/ 32438 w 76287"/>
                  <a:gd name="connsiteY21" fmla="*/ 92425 h 110681"/>
                  <a:gd name="connsiteX22" fmla="*/ 56400 w 76287"/>
                  <a:gd name="connsiteY22" fmla="*/ 68055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81">
                    <a:moveTo>
                      <a:pt x="56319" y="67974"/>
                    </a:moveTo>
                    <a:cubicBezTo>
                      <a:pt x="60639" y="63491"/>
                      <a:pt x="64143" y="59498"/>
                      <a:pt x="66670" y="55993"/>
                    </a:cubicBezTo>
                    <a:cubicBezTo>
                      <a:pt x="69278" y="52407"/>
                      <a:pt x="71071" y="48821"/>
                      <a:pt x="72212" y="45235"/>
                    </a:cubicBezTo>
                    <a:cubicBezTo>
                      <a:pt x="73272" y="41648"/>
                      <a:pt x="73842" y="37573"/>
                      <a:pt x="73842" y="33172"/>
                    </a:cubicBezTo>
                    <a:cubicBezTo>
                      <a:pt x="73842" y="26489"/>
                      <a:pt x="72375" y="20620"/>
                      <a:pt x="69523" y="15649"/>
                    </a:cubicBezTo>
                    <a:cubicBezTo>
                      <a:pt x="66588" y="10677"/>
                      <a:pt x="62513" y="6846"/>
                      <a:pt x="57297" y="4075"/>
                    </a:cubicBezTo>
                    <a:cubicBezTo>
                      <a:pt x="51999" y="1304"/>
                      <a:pt x="45805" y="0"/>
                      <a:pt x="38551" y="0"/>
                    </a:cubicBezTo>
                    <a:cubicBezTo>
                      <a:pt x="30075" y="0"/>
                      <a:pt x="22577" y="1875"/>
                      <a:pt x="16138" y="5624"/>
                    </a:cubicBezTo>
                    <a:cubicBezTo>
                      <a:pt x="9699" y="9373"/>
                      <a:pt x="4320" y="14915"/>
                      <a:pt x="81" y="22332"/>
                    </a:cubicBezTo>
                    <a:lnTo>
                      <a:pt x="14508" y="34557"/>
                    </a:lnTo>
                    <a:cubicBezTo>
                      <a:pt x="17686" y="29178"/>
                      <a:pt x="21109" y="25266"/>
                      <a:pt x="24859" y="22740"/>
                    </a:cubicBezTo>
                    <a:cubicBezTo>
                      <a:pt x="28526" y="20294"/>
                      <a:pt x="32764" y="18990"/>
                      <a:pt x="37492" y="18990"/>
                    </a:cubicBezTo>
                    <a:cubicBezTo>
                      <a:pt x="42219" y="18990"/>
                      <a:pt x="45886" y="20294"/>
                      <a:pt x="48821" y="22902"/>
                    </a:cubicBezTo>
                    <a:cubicBezTo>
                      <a:pt x="51673" y="25511"/>
                      <a:pt x="53140" y="29015"/>
                      <a:pt x="53140" y="33579"/>
                    </a:cubicBezTo>
                    <a:cubicBezTo>
                      <a:pt x="53140" y="35943"/>
                      <a:pt x="52733" y="38225"/>
                      <a:pt x="51999" y="40344"/>
                    </a:cubicBezTo>
                    <a:cubicBezTo>
                      <a:pt x="51184" y="42463"/>
                      <a:pt x="49880" y="44745"/>
                      <a:pt x="48006" y="47272"/>
                    </a:cubicBezTo>
                    <a:cubicBezTo>
                      <a:pt x="46131" y="49717"/>
                      <a:pt x="43767" y="52570"/>
                      <a:pt x="40915" y="55667"/>
                    </a:cubicBezTo>
                    <a:lnTo>
                      <a:pt x="0" y="98619"/>
                    </a:lnTo>
                    <a:lnTo>
                      <a:pt x="0" y="110682"/>
                    </a:lnTo>
                    <a:lnTo>
                      <a:pt x="76287" y="110682"/>
                    </a:lnTo>
                    <a:lnTo>
                      <a:pt x="76287" y="92425"/>
                    </a:lnTo>
                    <a:lnTo>
                      <a:pt x="32438" y="92425"/>
                    </a:lnTo>
                    <a:lnTo>
                      <a:pt x="56400" y="68055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4DF6C23B-17DB-C50A-89A4-D41E9891635B}"/>
                  </a:ext>
                </a:extLst>
              </p:cNvPr>
              <p:cNvSpPr/>
              <p:nvPr/>
            </p:nvSpPr>
            <p:spPr>
              <a:xfrm>
                <a:off x="4096554" y="1100361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29 w 53629"/>
                  <a:gd name="connsiteY1" fmla="*/ 0 h 18582"/>
                  <a:gd name="connsiteX2" fmla="*/ 53629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29" y="0"/>
                    </a:lnTo>
                    <a:lnTo>
                      <a:pt x="53629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53A93B20-D02E-180C-4E22-3502C6047FFD}"/>
                  </a:ext>
                </a:extLst>
              </p:cNvPr>
              <p:cNvSpPr/>
              <p:nvPr/>
            </p:nvSpPr>
            <p:spPr>
              <a:xfrm>
                <a:off x="4178139" y="1040130"/>
                <a:ext cx="89409" cy="109051"/>
              </a:xfrm>
              <a:custGeom>
                <a:avLst/>
                <a:gdLst>
                  <a:gd name="connsiteX0" fmla="*/ 68381 w 89409"/>
                  <a:gd name="connsiteY0" fmla="*/ 0 h 109051"/>
                  <a:gd name="connsiteX1" fmla="*/ 68381 w 89409"/>
                  <a:gd name="connsiteY1" fmla="*/ 43441 h 109051"/>
                  <a:gd name="connsiteX2" fmla="*/ 21109 w 89409"/>
                  <a:gd name="connsiteY2" fmla="*/ 43441 h 109051"/>
                  <a:gd name="connsiteX3" fmla="*/ 21109 w 89409"/>
                  <a:gd name="connsiteY3" fmla="*/ 0 h 109051"/>
                  <a:gd name="connsiteX4" fmla="*/ 0 w 89409"/>
                  <a:gd name="connsiteY4" fmla="*/ 0 h 109051"/>
                  <a:gd name="connsiteX5" fmla="*/ 0 w 89409"/>
                  <a:gd name="connsiteY5" fmla="*/ 109052 h 109051"/>
                  <a:gd name="connsiteX6" fmla="*/ 21109 w 89409"/>
                  <a:gd name="connsiteY6" fmla="*/ 109052 h 109051"/>
                  <a:gd name="connsiteX7" fmla="*/ 21109 w 89409"/>
                  <a:gd name="connsiteY7" fmla="*/ 62024 h 109051"/>
                  <a:gd name="connsiteX8" fmla="*/ 68381 w 89409"/>
                  <a:gd name="connsiteY8" fmla="*/ 62024 h 109051"/>
                  <a:gd name="connsiteX9" fmla="*/ 68381 w 89409"/>
                  <a:gd name="connsiteY9" fmla="*/ 109052 h 109051"/>
                  <a:gd name="connsiteX10" fmla="*/ 89409 w 89409"/>
                  <a:gd name="connsiteY10" fmla="*/ 109052 h 109051"/>
                  <a:gd name="connsiteX11" fmla="*/ 89409 w 89409"/>
                  <a:gd name="connsiteY11" fmla="*/ 0 h 109051"/>
                  <a:gd name="connsiteX12" fmla="*/ 68381 w 89409"/>
                  <a:gd name="connsiteY12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09" h="109051">
                    <a:moveTo>
                      <a:pt x="68381" y="0"/>
                    </a:moveTo>
                    <a:lnTo>
                      <a:pt x="68381" y="43441"/>
                    </a:lnTo>
                    <a:lnTo>
                      <a:pt x="21109" y="43441"/>
                    </a:lnTo>
                    <a:lnTo>
                      <a:pt x="21109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62024"/>
                    </a:lnTo>
                    <a:lnTo>
                      <a:pt x="68381" y="62024"/>
                    </a:lnTo>
                    <a:lnTo>
                      <a:pt x="68381" y="109052"/>
                    </a:lnTo>
                    <a:lnTo>
                      <a:pt x="89409" y="109052"/>
                    </a:lnTo>
                    <a:lnTo>
                      <a:pt x="89409" y="0"/>
                    </a:lnTo>
                    <a:lnTo>
                      <a:pt x="68381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07403BA5-73E4-E106-4395-4BE8E5C26BAF}"/>
                </a:ext>
              </a:extLst>
            </p:cNvPr>
            <p:cNvSpPr/>
            <p:nvPr/>
          </p:nvSpPr>
          <p:spPr>
            <a:xfrm>
              <a:off x="3816833" y="1210228"/>
              <a:ext cx="463755" cy="50369"/>
            </a:xfrm>
            <a:custGeom>
              <a:avLst/>
              <a:gdLst>
                <a:gd name="connsiteX0" fmla="*/ 0 w 463755"/>
                <a:gd name="connsiteY0" fmla="*/ 0 h 50369"/>
                <a:gd name="connsiteX1" fmla="*/ 463755 w 463755"/>
                <a:gd name="connsiteY1" fmla="*/ 0 h 50369"/>
                <a:gd name="connsiteX2" fmla="*/ 463755 w 463755"/>
                <a:gd name="connsiteY2" fmla="*/ 50369 h 50369"/>
                <a:gd name="connsiteX3" fmla="*/ 0 w 463755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755" h="50369">
                  <a:moveTo>
                    <a:pt x="0" y="0"/>
                  </a:moveTo>
                  <a:lnTo>
                    <a:pt x="463755" y="0"/>
                  </a:lnTo>
                  <a:lnTo>
                    <a:pt x="463755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5" name="Graphic 2241">
            <a:extLst>
              <a:ext uri="{FF2B5EF4-FFF2-40B4-BE49-F238E27FC236}">
                <a16:creationId xmlns:a16="http://schemas.microsoft.com/office/drawing/2014/main" id="{AA53E1A7-C1D0-8C73-8939-1E810D48B79D}"/>
              </a:ext>
            </a:extLst>
          </p:cNvPr>
          <p:cNvGrpSpPr/>
          <p:nvPr/>
        </p:nvGrpSpPr>
        <p:grpSpPr>
          <a:xfrm>
            <a:off x="6811849" y="2564165"/>
            <a:ext cx="835085" cy="223727"/>
            <a:chOff x="5045092" y="1640404"/>
            <a:chExt cx="835085" cy="223727"/>
          </a:xfrm>
        </p:grpSpPr>
        <p:grpSp>
          <p:nvGrpSpPr>
            <p:cNvPr id="196" name="Graphic 2241">
              <a:extLst>
                <a:ext uri="{FF2B5EF4-FFF2-40B4-BE49-F238E27FC236}">
                  <a16:creationId xmlns:a16="http://schemas.microsoft.com/office/drawing/2014/main" id="{0857109E-EA82-1DCC-DE0D-D73E958854C8}"/>
                </a:ext>
              </a:extLst>
            </p:cNvPr>
            <p:cNvGrpSpPr/>
            <p:nvPr/>
          </p:nvGrpSpPr>
          <p:grpSpPr>
            <a:xfrm>
              <a:off x="5045092" y="1640404"/>
              <a:ext cx="835085" cy="113371"/>
              <a:chOff x="5045092" y="1640404"/>
              <a:chExt cx="835085" cy="113371"/>
            </a:xfrm>
            <a:solidFill>
              <a:srgbClr val="403592"/>
            </a:solidFill>
          </p:grpSpPr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768A0E71-EB11-CBBF-D598-4E197DAF95A4}"/>
                  </a:ext>
                </a:extLst>
              </p:cNvPr>
              <p:cNvSpPr/>
              <p:nvPr/>
            </p:nvSpPr>
            <p:spPr>
              <a:xfrm>
                <a:off x="5045092" y="1642360"/>
                <a:ext cx="73027" cy="109622"/>
              </a:xfrm>
              <a:custGeom>
                <a:avLst/>
                <a:gdLst>
                  <a:gd name="connsiteX0" fmla="*/ 15567 w 73027"/>
                  <a:gd name="connsiteY0" fmla="*/ 0 h 109622"/>
                  <a:gd name="connsiteX1" fmla="*/ 0 w 73027"/>
                  <a:gd name="connsiteY1" fmla="*/ 0 h 109622"/>
                  <a:gd name="connsiteX2" fmla="*/ 0 w 73027"/>
                  <a:gd name="connsiteY2" fmla="*/ 109622 h 109622"/>
                  <a:gd name="connsiteX3" fmla="*/ 21109 w 73027"/>
                  <a:gd name="connsiteY3" fmla="*/ 109622 h 109622"/>
                  <a:gd name="connsiteX4" fmla="*/ 21109 w 73027"/>
                  <a:gd name="connsiteY4" fmla="*/ 64714 h 109622"/>
                  <a:gd name="connsiteX5" fmla="*/ 70419 w 73027"/>
                  <a:gd name="connsiteY5" fmla="*/ 64714 h 109622"/>
                  <a:gd name="connsiteX6" fmla="*/ 70419 w 73027"/>
                  <a:gd name="connsiteY6" fmla="*/ 46050 h 109622"/>
                  <a:gd name="connsiteX7" fmla="*/ 21109 w 73027"/>
                  <a:gd name="connsiteY7" fmla="*/ 46050 h 109622"/>
                  <a:gd name="connsiteX8" fmla="*/ 21109 w 73027"/>
                  <a:gd name="connsiteY8" fmla="*/ 18746 h 109622"/>
                  <a:gd name="connsiteX9" fmla="*/ 73027 w 73027"/>
                  <a:gd name="connsiteY9" fmla="*/ 18746 h 109622"/>
                  <a:gd name="connsiteX10" fmla="*/ 73027 w 73027"/>
                  <a:gd name="connsiteY10" fmla="*/ 0 h 109622"/>
                  <a:gd name="connsiteX11" fmla="*/ 21109 w 73027"/>
                  <a:gd name="connsiteY11" fmla="*/ 0 h 109622"/>
                  <a:gd name="connsiteX12" fmla="*/ 15567 w 73027"/>
                  <a:gd name="connsiteY12" fmla="*/ 0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027" h="109622">
                    <a:moveTo>
                      <a:pt x="15567" y="0"/>
                    </a:moveTo>
                    <a:lnTo>
                      <a:pt x="0" y="0"/>
                    </a:lnTo>
                    <a:lnTo>
                      <a:pt x="0" y="109622"/>
                    </a:lnTo>
                    <a:lnTo>
                      <a:pt x="21109" y="109622"/>
                    </a:lnTo>
                    <a:lnTo>
                      <a:pt x="21109" y="64714"/>
                    </a:lnTo>
                    <a:lnTo>
                      <a:pt x="70419" y="64714"/>
                    </a:lnTo>
                    <a:lnTo>
                      <a:pt x="70419" y="46050"/>
                    </a:lnTo>
                    <a:lnTo>
                      <a:pt x="21109" y="46050"/>
                    </a:lnTo>
                    <a:lnTo>
                      <a:pt x="21109" y="18746"/>
                    </a:lnTo>
                    <a:lnTo>
                      <a:pt x="73027" y="18746"/>
                    </a:lnTo>
                    <a:lnTo>
                      <a:pt x="73027" y="0"/>
                    </a:lnTo>
                    <a:lnTo>
                      <a:pt x="21109" y="0"/>
                    </a:lnTo>
                    <a:lnTo>
                      <a:pt x="15567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5FF2891B-7C88-8F14-6BD5-B21309EC89AF}"/>
                  </a:ext>
                </a:extLst>
              </p:cNvPr>
              <p:cNvSpPr/>
              <p:nvPr/>
            </p:nvSpPr>
            <p:spPr>
              <a:xfrm>
                <a:off x="5125292" y="1642360"/>
                <a:ext cx="104976" cy="109622"/>
              </a:xfrm>
              <a:custGeom>
                <a:avLst/>
                <a:gdLst>
                  <a:gd name="connsiteX0" fmla="*/ 44012 w 104976"/>
                  <a:gd name="connsiteY0" fmla="*/ 0 h 109622"/>
                  <a:gd name="connsiteX1" fmla="*/ 0 w 104976"/>
                  <a:gd name="connsiteY1" fmla="*/ 109622 h 109622"/>
                  <a:gd name="connsiteX2" fmla="*/ 22332 w 104976"/>
                  <a:gd name="connsiteY2" fmla="*/ 109622 h 109622"/>
                  <a:gd name="connsiteX3" fmla="*/ 30075 w 104976"/>
                  <a:gd name="connsiteY3" fmla="*/ 89165 h 109622"/>
                  <a:gd name="connsiteX4" fmla="*/ 74820 w 104976"/>
                  <a:gd name="connsiteY4" fmla="*/ 89165 h 109622"/>
                  <a:gd name="connsiteX5" fmla="*/ 82482 w 104976"/>
                  <a:gd name="connsiteY5" fmla="*/ 109622 h 109622"/>
                  <a:gd name="connsiteX6" fmla="*/ 104977 w 104976"/>
                  <a:gd name="connsiteY6" fmla="*/ 109622 h 109622"/>
                  <a:gd name="connsiteX7" fmla="*/ 61372 w 104976"/>
                  <a:gd name="connsiteY7" fmla="*/ 0 h 109622"/>
                  <a:gd name="connsiteX8" fmla="*/ 44012 w 104976"/>
                  <a:gd name="connsiteY8" fmla="*/ 0 h 109622"/>
                  <a:gd name="connsiteX9" fmla="*/ 36840 w 104976"/>
                  <a:gd name="connsiteY9" fmla="*/ 71397 h 109622"/>
                  <a:gd name="connsiteX10" fmla="*/ 52570 w 104976"/>
                  <a:gd name="connsiteY10" fmla="*/ 30075 h 109622"/>
                  <a:gd name="connsiteX11" fmla="*/ 68137 w 104976"/>
                  <a:gd name="connsiteY11" fmla="*/ 71397 h 109622"/>
                  <a:gd name="connsiteX12" fmla="*/ 36840 w 104976"/>
                  <a:gd name="connsiteY12" fmla="*/ 71397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9622">
                    <a:moveTo>
                      <a:pt x="44012" y="0"/>
                    </a:moveTo>
                    <a:lnTo>
                      <a:pt x="0" y="109622"/>
                    </a:lnTo>
                    <a:lnTo>
                      <a:pt x="22332" y="109622"/>
                    </a:lnTo>
                    <a:lnTo>
                      <a:pt x="30075" y="89165"/>
                    </a:lnTo>
                    <a:lnTo>
                      <a:pt x="74820" y="89165"/>
                    </a:lnTo>
                    <a:lnTo>
                      <a:pt x="82482" y="109622"/>
                    </a:lnTo>
                    <a:lnTo>
                      <a:pt x="104977" y="109622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1397"/>
                    </a:moveTo>
                    <a:lnTo>
                      <a:pt x="52570" y="30075"/>
                    </a:lnTo>
                    <a:lnTo>
                      <a:pt x="68137" y="71397"/>
                    </a:lnTo>
                    <a:lnTo>
                      <a:pt x="36840" y="7139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80163C19-DB28-0945-7A26-FB6E4B8DA06C}"/>
                  </a:ext>
                </a:extLst>
              </p:cNvPr>
              <p:cNvSpPr/>
              <p:nvPr/>
            </p:nvSpPr>
            <p:spPr>
              <a:xfrm>
                <a:off x="5250889" y="1642360"/>
                <a:ext cx="70989" cy="109622"/>
              </a:xfrm>
              <a:custGeom>
                <a:avLst/>
                <a:gdLst>
                  <a:gd name="connsiteX0" fmla="*/ 21028 w 70989"/>
                  <a:gd name="connsiteY0" fmla="*/ 0 h 109622"/>
                  <a:gd name="connsiteX1" fmla="*/ 0 w 70989"/>
                  <a:gd name="connsiteY1" fmla="*/ 0 h 109622"/>
                  <a:gd name="connsiteX2" fmla="*/ 0 w 70989"/>
                  <a:gd name="connsiteY2" fmla="*/ 109622 h 109622"/>
                  <a:gd name="connsiteX3" fmla="*/ 15486 w 70989"/>
                  <a:gd name="connsiteY3" fmla="*/ 109622 h 109622"/>
                  <a:gd name="connsiteX4" fmla="*/ 21028 w 70989"/>
                  <a:gd name="connsiteY4" fmla="*/ 109622 h 109622"/>
                  <a:gd name="connsiteX5" fmla="*/ 70990 w 70989"/>
                  <a:gd name="connsiteY5" fmla="*/ 109622 h 109622"/>
                  <a:gd name="connsiteX6" fmla="*/ 70990 w 70989"/>
                  <a:gd name="connsiteY6" fmla="*/ 90795 h 109622"/>
                  <a:gd name="connsiteX7" fmla="*/ 21028 w 70989"/>
                  <a:gd name="connsiteY7" fmla="*/ 90795 h 109622"/>
                  <a:gd name="connsiteX8" fmla="*/ 21028 w 70989"/>
                  <a:gd name="connsiteY8" fmla="*/ 0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622">
                    <a:moveTo>
                      <a:pt x="21028" y="0"/>
                    </a:moveTo>
                    <a:lnTo>
                      <a:pt x="0" y="0"/>
                    </a:lnTo>
                    <a:lnTo>
                      <a:pt x="0" y="109622"/>
                    </a:lnTo>
                    <a:lnTo>
                      <a:pt x="15486" y="109622"/>
                    </a:lnTo>
                    <a:lnTo>
                      <a:pt x="21028" y="109622"/>
                    </a:lnTo>
                    <a:lnTo>
                      <a:pt x="70990" y="109622"/>
                    </a:lnTo>
                    <a:lnTo>
                      <a:pt x="70990" y="90795"/>
                    </a:lnTo>
                    <a:lnTo>
                      <a:pt x="21028" y="90795"/>
                    </a:lnTo>
                    <a:lnTo>
                      <a:pt x="21028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76FC2967-50C2-02FD-ABEF-D2E700296040}"/>
                  </a:ext>
                </a:extLst>
              </p:cNvPr>
              <p:cNvSpPr/>
              <p:nvPr/>
            </p:nvSpPr>
            <p:spPr>
              <a:xfrm>
                <a:off x="5331903" y="1640404"/>
                <a:ext cx="97396" cy="113126"/>
              </a:xfrm>
              <a:custGeom>
                <a:avLst/>
                <a:gdLst>
                  <a:gd name="connsiteX0" fmla="*/ 71805 w 97396"/>
                  <a:gd name="connsiteY0" fmla="*/ 90632 h 113126"/>
                  <a:gd name="connsiteX1" fmla="*/ 56156 w 97396"/>
                  <a:gd name="connsiteY1" fmla="*/ 93485 h 113126"/>
                  <a:gd name="connsiteX2" fmla="*/ 42300 w 97396"/>
                  <a:gd name="connsiteY2" fmla="*/ 90795 h 113126"/>
                  <a:gd name="connsiteX3" fmla="*/ 31379 w 97396"/>
                  <a:gd name="connsiteY3" fmla="*/ 83297 h 113126"/>
                  <a:gd name="connsiteX4" fmla="*/ 24207 w 97396"/>
                  <a:gd name="connsiteY4" fmla="*/ 71642 h 113126"/>
                  <a:gd name="connsiteX5" fmla="*/ 21762 w 97396"/>
                  <a:gd name="connsiteY5" fmla="*/ 56564 h 113126"/>
                  <a:gd name="connsiteX6" fmla="*/ 24207 w 97396"/>
                  <a:gd name="connsiteY6" fmla="*/ 41648 h 113126"/>
                  <a:gd name="connsiteX7" fmla="*/ 31379 w 97396"/>
                  <a:gd name="connsiteY7" fmla="*/ 29993 h 113126"/>
                  <a:gd name="connsiteX8" fmla="*/ 42300 w 97396"/>
                  <a:gd name="connsiteY8" fmla="*/ 22495 h 113126"/>
                  <a:gd name="connsiteX9" fmla="*/ 55993 w 97396"/>
                  <a:gd name="connsiteY9" fmla="*/ 19887 h 113126"/>
                  <a:gd name="connsiteX10" fmla="*/ 71153 w 97396"/>
                  <a:gd name="connsiteY10" fmla="*/ 22658 h 113126"/>
                  <a:gd name="connsiteX11" fmla="*/ 82156 w 97396"/>
                  <a:gd name="connsiteY11" fmla="*/ 30482 h 113126"/>
                  <a:gd name="connsiteX12" fmla="*/ 96582 w 97396"/>
                  <a:gd name="connsiteY12" fmla="*/ 15975 h 113126"/>
                  <a:gd name="connsiteX13" fmla="*/ 79140 w 97396"/>
                  <a:gd name="connsiteY13" fmla="*/ 4320 h 113126"/>
                  <a:gd name="connsiteX14" fmla="*/ 55993 w 97396"/>
                  <a:gd name="connsiteY14" fmla="*/ 0 h 113126"/>
                  <a:gd name="connsiteX15" fmla="*/ 33824 w 97396"/>
                  <a:gd name="connsiteY15" fmla="*/ 4401 h 113126"/>
                  <a:gd name="connsiteX16" fmla="*/ 15975 w 97396"/>
                  <a:gd name="connsiteY16" fmla="*/ 16382 h 113126"/>
                  <a:gd name="connsiteX17" fmla="*/ 4157 w 97396"/>
                  <a:gd name="connsiteY17" fmla="*/ 34313 h 113126"/>
                  <a:gd name="connsiteX18" fmla="*/ 0 w 97396"/>
                  <a:gd name="connsiteY18" fmla="*/ 56482 h 113126"/>
                  <a:gd name="connsiteX19" fmla="*/ 4157 w 97396"/>
                  <a:gd name="connsiteY19" fmla="*/ 78651 h 113126"/>
                  <a:gd name="connsiteX20" fmla="*/ 16056 w 97396"/>
                  <a:gd name="connsiteY20" fmla="*/ 96663 h 113126"/>
                  <a:gd name="connsiteX21" fmla="*/ 33987 w 97396"/>
                  <a:gd name="connsiteY21" fmla="*/ 108726 h 113126"/>
                  <a:gd name="connsiteX22" fmla="*/ 56319 w 97396"/>
                  <a:gd name="connsiteY22" fmla="*/ 113127 h 113126"/>
                  <a:gd name="connsiteX23" fmla="*/ 79466 w 97396"/>
                  <a:gd name="connsiteY23" fmla="*/ 108807 h 113126"/>
                  <a:gd name="connsiteX24" fmla="*/ 97397 w 97396"/>
                  <a:gd name="connsiteY24" fmla="*/ 97071 h 113126"/>
                  <a:gd name="connsiteX25" fmla="*/ 82971 w 97396"/>
                  <a:gd name="connsiteY25" fmla="*/ 82563 h 113126"/>
                  <a:gd name="connsiteX26" fmla="*/ 71805 w 97396"/>
                  <a:gd name="connsiteY26" fmla="*/ 90469 h 113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3126">
                    <a:moveTo>
                      <a:pt x="71805" y="90632"/>
                    </a:moveTo>
                    <a:cubicBezTo>
                      <a:pt x="67485" y="92588"/>
                      <a:pt x="62269" y="93485"/>
                      <a:pt x="56156" y="93485"/>
                    </a:cubicBezTo>
                    <a:cubicBezTo>
                      <a:pt x="51103" y="93485"/>
                      <a:pt x="46457" y="92588"/>
                      <a:pt x="42300" y="90795"/>
                    </a:cubicBezTo>
                    <a:cubicBezTo>
                      <a:pt x="38144" y="89002"/>
                      <a:pt x="34476" y="86557"/>
                      <a:pt x="31379" y="83297"/>
                    </a:cubicBezTo>
                    <a:cubicBezTo>
                      <a:pt x="28282" y="80036"/>
                      <a:pt x="25918" y="76206"/>
                      <a:pt x="24207" y="71642"/>
                    </a:cubicBezTo>
                    <a:cubicBezTo>
                      <a:pt x="22576" y="67159"/>
                      <a:pt x="21762" y="62106"/>
                      <a:pt x="21762" y="56564"/>
                    </a:cubicBezTo>
                    <a:cubicBezTo>
                      <a:pt x="21762" y="51021"/>
                      <a:pt x="22576" y="46213"/>
                      <a:pt x="24207" y="41648"/>
                    </a:cubicBezTo>
                    <a:cubicBezTo>
                      <a:pt x="25837" y="37166"/>
                      <a:pt x="28200" y="33253"/>
                      <a:pt x="31379" y="29993"/>
                    </a:cubicBezTo>
                    <a:cubicBezTo>
                      <a:pt x="34557" y="26733"/>
                      <a:pt x="38144" y="24207"/>
                      <a:pt x="42300" y="22495"/>
                    </a:cubicBezTo>
                    <a:cubicBezTo>
                      <a:pt x="46457" y="20783"/>
                      <a:pt x="51021" y="19887"/>
                      <a:pt x="55993" y="19887"/>
                    </a:cubicBezTo>
                    <a:cubicBezTo>
                      <a:pt x="61780" y="19887"/>
                      <a:pt x="66833" y="20865"/>
                      <a:pt x="71153" y="22658"/>
                    </a:cubicBezTo>
                    <a:cubicBezTo>
                      <a:pt x="75472" y="24533"/>
                      <a:pt x="79140" y="27141"/>
                      <a:pt x="82156" y="30482"/>
                    </a:cubicBezTo>
                    <a:lnTo>
                      <a:pt x="96582" y="15975"/>
                    </a:lnTo>
                    <a:cubicBezTo>
                      <a:pt x="91529" y="11084"/>
                      <a:pt x="85742" y="7254"/>
                      <a:pt x="79140" y="4320"/>
                    </a:cubicBezTo>
                    <a:cubicBezTo>
                      <a:pt x="72538" y="1467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401"/>
                    </a:cubicBezTo>
                    <a:cubicBezTo>
                      <a:pt x="26978" y="7335"/>
                      <a:pt x="21028" y="11329"/>
                      <a:pt x="15975" y="16382"/>
                    </a:cubicBezTo>
                    <a:cubicBezTo>
                      <a:pt x="10921" y="21517"/>
                      <a:pt x="7009" y="27467"/>
                      <a:pt x="4157" y="34313"/>
                    </a:cubicBezTo>
                    <a:cubicBezTo>
                      <a:pt x="1304" y="41159"/>
                      <a:pt x="0" y="48576"/>
                      <a:pt x="0" y="56482"/>
                    </a:cubicBezTo>
                    <a:cubicBezTo>
                      <a:pt x="0" y="64388"/>
                      <a:pt x="1386" y="71723"/>
                      <a:pt x="4157" y="78651"/>
                    </a:cubicBezTo>
                    <a:cubicBezTo>
                      <a:pt x="6928" y="85497"/>
                      <a:pt x="10921" y="91528"/>
                      <a:pt x="16056" y="96663"/>
                    </a:cubicBezTo>
                    <a:cubicBezTo>
                      <a:pt x="21191" y="101798"/>
                      <a:pt x="27141" y="105873"/>
                      <a:pt x="33987" y="108726"/>
                    </a:cubicBezTo>
                    <a:cubicBezTo>
                      <a:pt x="40833" y="111660"/>
                      <a:pt x="48250" y="113127"/>
                      <a:pt x="56319" y="113127"/>
                    </a:cubicBezTo>
                    <a:cubicBezTo>
                      <a:pt x="65040" y="113127"/>
                      <a:pt x="72701" y="111660"/>
                      <a:pt x="79466" y="108807"/>
                    </a:cubicBezTo>
                    <a:cubicBezTo>
                      <a:pt x="86231" y="105955"/>
                      <a:pt x="92181" y="102043"/>
                      <a:pt x="97397" y="97071"/>
                    </a:cubicBezTo>
                    <a:lnTo>
                      <a:pt x="82971" y="82563"/>
                    </a:lnTo>
                    <a:cubicBezTo>
                      <a:pt x="79873" y="85905"/>
                      <a:pt x="76124" y="88513"/>
                      <a:pt x="71805" y="90469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5EA6F095-7844-4C64-0709-B411EE468A2F}"/>
                  </a:ext>
                </a:extLst>
              </p:cNvPr>
              <p:cNvSpPr/>
              <p:nvPr/>
            </p:nvSpPr>
            <p:spPr>
              <a:xfrm>
                <a:off x="5441607" y="1640648"/>
                <a:ext cx="112964" cy="113126"/>
              </a:xfrm>
              <a:custGeom>
                <a:avLst/>
                <a:gdLst>
                  <a:gd name="connsiteX0" fmla="*/ 96663 w 112964"/>
                  <a:gd name="connsiteY0" fmla="*/ 16219 h 113126"/>
                  <a:gd name="connsiteX1" fmla="*/ 78732 w 112964"/>
                  <a:gd name="connsiteY1" fmla="*/ 4238 h 113126"/>
                  <a:gd name="connsiteX2" fmla="*/ 56401 w 112964"/>
                  <a:gd name="connsiteY2" fmla="*/ 0 h 113126"/>
                  <a:gd name="connsiteX3" fmla="*/ 34232 w 112964"/>
                  <a:gd name="connsiteY3" fmla="*/ 4238 h 113126"/>
                  <a:gd name="connsiteX4" fmla="*/ 16301 w 112964"/>
                  <a:gd name="connsiteY4" fmla="*/ 16219 h 113126"/>
                  <a:gd name="connsiteX5" fmla="*/ 4320 w 112964"/>
                  <a:gd name="connsiteY5" fmla="*/ 34231 h 113126"/>
                  <a:gd name="connsiteX6" fmla="*/ 0 w 112964"/>
                  <a:gd name="connsiteY6" fmla="*/ 56319 h 113126"/>
                  <a:gd name="connsiteX7" fmla="*/ 4320 w 112964"/>
                  <a:gd name="connsiteY7" fmla="*/ 78488 h 113126"/>
                  <a:gd name="connsiteX8" fmla="*/ 16382 w 112964"/>
                  <a:gd name="connsiteY8" fmla="*/ 96582 h 113126"/>
                  <a:gd name="connsiteX9" fmla="*/ 34476 w 112964"/>
                  <a:gd name="connsiteY9" fmla="*/ 108726 h 113126"/>
                  <a:gd name="connsiteX10" fmla="*/ 56727 w 112964"/>
                  <a:gd name="connsiteY10" fmla="*/ 113127 h 113126"/>
                  <a:gd name="connsiteX11" fmla="*/ 78814 w 112964"/>
                  <a:gd name="connsiteY11" fmla="*/ 108807 h 113126"/>
                  <a:gd name="connsiteX12" fmla="*/ 96745 w 112964"/>
                  <a:gd name="connsiteY12" fmla="*/ 96745 h 113126"/>
                  <a:gd name="connsiteX13" fmla="*/ 108644 w 112964"/>
                  <a:gd name="connsiteY13" fmla="*/ 78651 h 113126"/>
                  <a:gd name="connsiteX14" fmla="*/ 112964 w 112964"/>
                  <a:gd name="connsiteY14" fmla="*/ 56482 h 113126"/>
                  <a:gd name="connsiteX15" fmla="*/ 108644 w 112964"/>
                  <a:gd name="connsiteY15" fmla="*/ 34313 h 113126"/>
                  <a:gd name="connsiteX16" fmla="*/ 96663 w 112964"/>
                  <a:gd name="connsiteY16" fmla="*/ 16219 h 113126"/>
                  <a:gd name="connsiteX17" fmla="*/ 86801 w 112964"/>
                  <a:gd name="connsiteY17" fmla="*/ 75717 h 113126"/>
                  <a:gd name="connsiteX18" fmla="*/ 74657 w 112964"/>
                  <a:gd name="connsiteY18" fmla="*/ 88757 h 113126"/>
                  <a:gd name="connsiteX19" fmla="*/ 56401 w 112964"/>
                  <a:gd name="connsiteY19" fmla="*/ 93403 h 113126"/>
                  <a:gd name="connsiteX20" fmla="*/ 42382 w 112964"/>
                  <a:gd name="connsiteY20" fmla="*/ 90714 h 113126"/>
                  <a:gd name="connsiteX21" fmla="*/ 31379 w 112964"/>
                  <a:gd name="connsiteY21" fmla="*/ 83134 h 113126"/>
                  <a:gd name="connsiteX22" fmla="*/ 24288 w 112964"/>
                  <a:gd name="connsiteY22" fmla="*/ 71479 h 113126"/>
                  <a:gd name="connsiteX23" fmla="*/ 21843 w 112964"/>
                  <a:gd name="connsiteY23" fmla="*/ 56319 h 113126"/>
                  <a:gd name="connsiteX24" fmla="*/ 26244 w 112964"/>
                  <a:gd name="connsiteY24" fmla="*/ 37166 h 113126"/>
                  <a:gd name="connsiteX25" fmla="*/ 38388 w 112964"/>
                  <a:gd name="connsiteY25" fmla="*/ 24288 h 113126"/>
                  <a:gd name="connsiteX26" fmla="*/ 56401 w 112964"/>
                  <a:gd name="connsiteY26" fmla="*/ 19724 h 113126"/>
                  <a:gd name="connsiteX27" fmla="*/ 70582 w 112964"/>
                  <a:gd name="connsiteY27" fmla="*/ 22332 h 113126"/>
                  <a:gd name="connsiteX28" fmla="*/ 81504 w 112964"/>
                  <a:gd name="connsiteY28" fmla="*/ 29912 h 113126"/>
                  <a:gd name="connsiteX29" fmla="*/ 88676 w 112964"/>
                  <a:gd name="connsiteY29" fmla="*/ 41567 h 113126"/>
                  <a:gd name="connsiteX30" fmla="*/ 91121 w 112964"/>
                  <a:gd name="connsiteY30" fmla="*/ 56400 h 113126"/>
                  <a:gd name="connsiteX31" fmla="*/ 86801 w 112964"/>
                  <a:gd name="connsiteY31" fmla="*/ 75798 h 113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4" h="113126">
                    <a:moveTo>
                      <a:pt x="96663" y="16219"/>
                    </a:moveTo>
                    <a:cubicBezTo>
                      <a:pt x="91529" y="11003"/>
                      <a:pt x="85579" y="7009"/>
                      <a:pt x="78732" y="4238"/>
                    </a:cubicBezTo>
                    <a:cubicBezTo>
                      <a:pt x="71886" y="1467"/>
                      <a:pt x="64469" y="0"/>
                      <a:pt x="56401" y="0"/>
                    </a:cubicBezTo>
                    <a:cubicBezTo>
                      <a:pt x="48332" y="0"/>
                      <a:pt x="41078" y="1386"/>
                      <a:pt x="34232" y="4238"/>
                    </a:cubicBezTo>
                    <a:cubicBezTo>
                      <a:pt x="27385" y="7009"/>
                      <a:pt x="21435" y="11003"/>
                      <a:pt x="16301" y="16219"/>
                    </a:cubicBezTo>
                    <a:cubicBezTo>
                      <a:pt x="11166" y="21435"/>
                      <a:pt x="7172" y="27385"/>
                      <a:pt x="4320" y="34231"/>
                    </a:cubicBezTo>
                    <a:cubicBezTo>
                      <a:pt x="1386" y="41078"/>
                      <a:pt x="0" y="48413"/>
                      <a:pt x="0" y="56319"/>
                    </a:cubicBezTo>
                    <a:cubicBezTo>
                      <a:pt x="0" y="64225"/>
                      <a:pt x="1467" y="71560"/>
                      <a:pt x="4320" y="78488"/>
                    </a:cubicBezTo>
                    <a:cubicBezTo>
                      <a:pt x="7172" y="85334"/>
                      <a:pt x="11248" y="91365"/>
                      <a:pt x="16382" y="96582"/>
                    </a:cubicBezTo>
                    <a:cubicBezTo>
                      <a:pt x="21517" y="101798"/>
                      <a:pt x="27548" y="105873"/>
                      <a:pt x="34476" y="108726"/>
                    </a:cubicBezTo>
                    <a:cubicBezTo>
                      <a:pt x="41322" y="111660"/>
                      <a:pt x="48739" y="113127"/>
                      <a:pt x="56727" y="113127"/>
                    </a:cubicBezTo>
                    <a:cubicBezTo>
                      <a:pt x="64714" y="113127"/>
                      <a:pt x="71968" y="111660"/>
                      <a:pt x="78814" y="108807"/>
                    </a:cubicBezTo>
                    <a:cubicBezTo>
                      <a:pt x="85660" y="105955"/>
                      <a:pt x="91692" y="101961"/>
                      <a:pt x="96745" y="96745"/>
                    </a:cubicBezTo>
                    <a:cubicBezTo>
                      <a:pt x="101798" y="91528"/>
                      <a:pt x="105792" y="85497"/>
                      <a:pt x="108644" y="78651"/>
                    </a:cubicBezTo>
                    <a:cubicBezTo>
                      <a:pt x="111497" y="71805"/>
                      <a:pt x="112964" y="64388"/>
                      <a:pt x="112964" y="56482"/>
                    </a:cubicBezTo>
                    <a:cubicBezTo>
                      <a:pt x="112964" y="48576"/>
                      <a:pt x="111497" y="41159"/>
                      <a:pt x="108644" y="34313"/>
                    </a:cubicBezTo>
                    <a:cubicBezTo>
                      <a:pt x="105792" y="27467"/>
                      <a:pt x="101717" y="21435"/>
                      <a:pt x="96663" y="16219"/>
                    </a:cubicBezTo>
                    <a:close/>
                    <a:moveTo>
                      <a:pt x="86801" y="75717"/>
                    </a:moveTo>
                    <a:cubicBezTo>
                      <a:pt x="83949" y="81259"/>
                      <a:pt x="79874" y="85660"/>
                      <a:pt x="74657" y="88757"/>
                    </a:cubicBezTo>
                    <a:cubicBezTo>
                      <a:pt x="69441" y="91855"/>
                      <a:pt x="63328" y="93403"/>
                      <a:pt x="56401" y="93403"/>
                    </a:cubicBezTo>
                    <a:cubicBezTo>
                      <a:pt x="51347" y="93403"/>
                      <a:pt x="46620" y="92506"/>
                      <a:pt x="42382" y="90714"/>
                    </a:cubicBezTo>
                    <a:cubicBezTo>
                      <a:pt x="38062" y="88920"/>
                      <a:pt x="34395" y="86394"/>
                      <a:pt x="31379" y="83134"/>
                    </a:cubicBezTo>
                    <a:cubicBezTo>
                      <a:pt x="28363" y="79874"/>
                      <a:pt x="26000" y="76043"/>
                      <a:pt x="24288" y="71479"/>
                    </a:cubicBezTo>
                    <a:cubicBezTo>
                      <a:pt x="22658" y="66914"/>
                      <a:pt x="21843" y="61861"/>
                      <a:pt x="21843" y="56319"/>
                    </a:cubicBezTo>
                    <a:cubicBezTo>
                      <a:pt x="21843" y="49065"/>
                      <a:pt x="23310" y="42626"/>
                      <a:pt x="26244" y="37166"/>
                    </a:cubicBezTo>
                    <a:cubicBezTo>
                      <a:pt x="29178" y="31623"/>
                      <a:pt x="33254" y="27385"/>
                      <a:pt x="38388" y="24288"/>
                    </a:cubicBezTo>
                    <a:cubicBezTo>
                      <a:pt x="43523" y="21191"/>
                      <a:pt x="49554" y="19724"/>
                      <a:pt x="56401" y="19724"/>
                    </a:cubicBezTo>
                    <a:cubicBezTo>
                      <a:pt x="61698" y="19724"/>
                      <a:pt x="66425" y="20620"/>
                      <a:pt x="70582" y="22332"/>
                    </a:cubicBezTo>
                    <a:cubicBezTo>
                      <a:pt x="74739" y="24125"/>
                      <a:pt x="78406" y="26652"/>
                      <a:pt x="81504" y="29912"/>
                    </a:cubicBezTo>
                    <a:cubicBezTo>
                      <a:pt x="84601" y="33172"/>
                      <a:pt x="86964" y="37084"/>
                      <a:pt x="88676" y="41567"/>
                    </a:cubicBezTo>
                    <a:cubicBezTo>
                      <a:pt x="90306" y="46049"/>
                      <a:pt x="91121" y="50940"/>
                      <a:pt x="91121" y="56400"/>
                    </a:cubicBezTo>
                    <a:cubicBezTo>
                      <a:pt x="91121" y="63817"/>
                      <a:pt x="89654" y="70256"/>
                      <a:pt x="86801" y="7579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E9C2E5CE-479E-B39E-1F6D-E164899DA754}"/>
                  </a:ext>
                </a:extLst>
              </p:cNvPr>
              <p:cNvSpPr/>
              <p:nvPr/>
            </p:nvSpPr>
            <p:spPr>
              <a:xfrm>
                <a:off x="5579104" y="1642360"/>
                <a:ext cx="90387" cy="109622"/>
              </a:xfrm>
              <a:custGeom>
                <a:avLst/>
                <a:gdLst>
                  <a:gd name="connsiteX0" fmla="*/ 69278 w 90387"/>
                  <a:gd name="connsiteY0" fmla="*/ 70745 h 109622"/>
                  <a:gd name="connsiteX1" fmla="*/ 14752 w 90387"/>
                  <a:gd name="connsiteY1" fmla="*/ 0 h 109622"/>
                  <a:gd name="connsiteX2" fmla="*/ 0 w 90387"/>
                  <a:gd name="connsiteY2" fmla="*/ 0 h 109622"/>
                  <a:gd name="connsiteX3" fmla="*/ 0 w 90387"/>
                  <a:gd name="connsiteY3" fmla="*/ 109622 h 109622"/>
                  <a:gd name="connsiteX4" fmla="*/ 21110 w 90387"/>
                  <a:gd name="connsiteY4" fmla="*/ 109622 h 109622"/>
                  <a:gd name="connsiteX5" fmla="*/ 21110 w 90387"/>
                  <a:gd name="connsiteY5" fmla="*/ 39122 h 109622"/>
                  <a:gd name="connsiteX6" fmla="*/ 75309 w 90387"/>
                  <a:gd name="connsiteY6" fmla="*/ 109622 h 109622"/>
                  <a:gd name="connsiteX7" fmla="*/ 90388 w 90387"/>
                  <a:gd name="connsiteY7" fmla="*/ 109622 h 109622"/>
                  <a:gd name="connsiteX8" fmla="*/ 90388 w 90387"/>
                  <a:gd name="connsiteY8" fmla="*/ 0 h 109622"/>
                  <a:gd name="connsiteX9" fmla="*/ 69278 w 90387"/>
                  <a:gd name="connsiteY9" fmla="*/ 0 h 109622"/>
                  <a:gd name="connsiteX10" fmla="*/ 69278 w 90387"/>
                  <a:gd name="connsiteY10" fmla="*/ 70745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622">
                    <a:moveTo>
                      <a:pt x="69278" y="70745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622"/>
                    </a:lnTo>
                    <a:lnTo>
                      <a:pt x="21110" y="109622"/>
                    </a:lnTo>
                    <a:lnTo>
                      <a:pt x="21110" y="39122"/>
                    </a:lnTo>
                    <a:lnTo>
                      <a:pt x="75309" y="109622"/>
                    </a:lnTo>
                    <a:lnTo>
                      <a:pt x="90388" y="10962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745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DE29FCF2-E9F5-53AC-24E7-49D7FF2BEE32}"/>
                  </a:ext>
                </a:extLst>
              </p:cNvPr>
              <p:cNvSpPr/>
              <p:nvPr/>
            </p:nvSpPr>
            <p:spPr>
              <a:xfrm>
                <a:off x="5699566" y="1642360"/>
                <a:ext cx="75798" cy="109622"/>
              </a:xfrm>
              <a:custGeom>
                <a:avLst/>
                <a:gdLst>
                  <a:gd name="connsiteX0" fmla="*/ 21110 w 75798"/>
                  <a:gd name="connsiteY0" fmla="*/ 62839 h 109622"/>
                  <a:gd name="connsiteX1" fmla="*/ 70501 w 75798"/>
                  <a:gd name="connsiteY1" fmla="*/ 62839 h 109622"/>
                  <a:gd name="connsiteX2" fmla="*/ 70501 w 75798"/>
                  <a:gd name="connsiteY2" fmla="*/ 44582 h 109622"/>
                  <a:gd name="connsiteX3" fmla="*/ 21110 w 75798"/>
                  <a:gd name="connsiteY3" fmla="*/ 44582 h 109622"/>
                  <a:gd name="connsiteX4" fmla="*/ 21110 w 75798"/>
                  <a:gd name="connsiteY4" fmla="*/ 18746 h 109622"/>
                  <a:gd name="connsiteX5" fmla="*/ 75065 w 75798"/>
                  <a:gd name="connsiteY5" fmla="*/ 18746 h 109622"/>
                  <a:gd name="connsiteX6" fmla="*/ 75065 w 75798"/>
                  <a:gd name="connsiteY6" fmla="*/ 0 h 109622"/>
                  <a:gd name="connsiteX7" fmla="*/ 21110 w 75798"/>
                  <a:gd name="connsiteY7" fmla="*/ 0 h 109622"/>
                  <a:gd name="connsiteX8" fmla="*/ 15486 w 75798"/>
                  <a:gd name="connsiteY8" fmla="*/ 0 h 109622"/>
                  <a:gd name="connsiteX9" fmla="*/ 0 w 75798"/>
                  <a:gd name="connsiteY9" fmla="*/ 0 h 109622"/>
                  <a:gd name="connsiteX10" fmla="*/ 0 w 75798"/>
                  <a:gd name="connsiteY10" fmla="*/ 109622 h 109622"/>
                  <a:gd name="connsiteX11" fmla="*/ 15486 w 75798"/>
                  <a:gd name="connsiteY11" fmla="*/ 109622 h 109622"/>
                  <a:gd name="connsiteX12" fmla="*/ 21110 w 75798"/>
                  <a:gd name="connsiteY12" fmla="*/ 109622 h 109622"/>
                  <a:gd name="connsiteX13" fmla="*/ 75798 w 75798"/>
                  <a:gd name="connsiteY13" fmla="*/ 109622 h 109622"/>
                  <a:gd name="connsiteX14" fmla="*/ 75798 w 75798"/>
                  <a:gd name="connsiteY14" fmla="*/ 90877 h 109622"/>
                  <a:gd name="connsiteX15" fmla="*/ 21110 w 75798"/>
                  <a:gd name="connsiteY15" fmla="*/ 90877 h 109622"/>
                  <a:gd name="connsiteX16" fmla="*/ 21110 w 75798"/>
                  <a:gd name="connsiteY16" fmla="*/ 62839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622">
                    <a:moveTo>
                      <a:pt x="21110" y="62839"/>
                    </a:moveTo>
                    <a:lnTo>
                      <a:pt x="70501" y="62839"/>
                    </a:lnTo>
                    <a:lnTo>
                      <a:pt x="70501" y="44582"/>
                    </a:lnTo>
                    <a:lnTo>
                      <a:pt x="21110" y="44582"/>
                    </a:lnTo>
                    <a:lnTo>
                      <a:pt x="21110" y="18746"/>
                    </a:lnTo>
                    <a:lnTo>
                      <a:pt x="75065" y="18746"/>
                    </a:lnTo>
                    <a:lnTo>
                      <a:pt x="75065" y="0"/>
                    </a:lnTo>
                    <a:lnTo>
                      <a:pt x="21110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9622"/>
                    </a:lnTo>
                    <a:lnTo>
                      <a:pt x="15486" y="109622"/>
                    </a:lnTo>
                    <a:lnTo>
                      <a:pt x="21110" y="109622"/>
                    </a:lnTo>
                    <a:lnTo>
                      <a:pt x="75798" y="109622"/>
                    </a:lnTo>
                    <a:lnTo>
                      <a:pt x="75798" y="90877"/>
                    </a:lnTo>
                    <a:lnTo>
                      <a:pt x="21110" y="90877"/>
                    </a:lnTo>
                    <a:lnTo>
                      <a:pt x="21110" y="62839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518B15A-091A-B7BB-70F1-DE869591537D}"/>
                  </a:ext>
                </a:extLst>
              </p:cNvPr>
              <p:cNvSpPr/>
              <p:nvPr/>
            </p:nvSpPr>
            <p:spPr>
              <a:xfrm>
                <a:off x="5789465" y="1642360"/>
                <a:ext cx="90713" cy="109622"/>
              </a:xfrm>
              <a:custGeom>
                <a:avLst/>
                <a:gdLst>
                  <a:gd name="connsiteX0" fmla="*/ 90713 w 90713"/>
                  <a:gd name="connsiteY0" fmla="*/ 0 h 109622"/>
                  <a:gd name="connsiteX1" fmla="*/ 0 w 90713"/>
                  <a:gd name="connsiteY1" fmla="*/ 0 h 109622"/>
                  <a:gd name="connsiteX2" fmla="*/ 0 w 90713"/>
                  <a:gd name="connsiteY2" fmla="*/ 18909 h 109622"/>
                  <a:gd name="connsiteX3" fmla="*/ 34720 w 90713"/>
                  <a:gd name="connsiteY3" fmla="*/ 18909 h 109622"/>
                  <a:gd name="connsiteX4" fmla="*/ 34720 w 90713"/>
                  <a:gd name="connsiteY4" fmla="*/ 109622 h 109622"/>
                  <a:gd name="connsiteX5" fmla="*/ 55993 w 90713"/>
                  <a:gd name="connsiteY5" fmla="*/ 109622 h 109622"/>
                  <a:gd name="connsiteX6" fmla="*/ 55993 w 90713"/>
                  <a:gd name="connsiteY6" fmla="*/ 18909 h 109622"/>
                  <a:gd name="connsiteX7" fmla="*/ 90713 w 90713"/>
                  <a:gd name="connsiteY7" fmla="*/ 18909 h 109622"/>
                  <a:gd name="connsiteX8" fmla="*/ 90713 w 90713"/>
                  <a:gd name="connsiteY8" fmla="*/ 0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622">
                    <a:moveTo>
                      <a:pt x="90713" y="0"/>
                    </a:moveTo>
                    <a:lnTo>
                      <a:pt x="0" y="0"/>
                    </a:lnTo>
                    <a:lnTo>
                      <a:pt x="0" y="18909"/>
                    </a:lnTo>
                    <a:lnTo>
                      <a:pt x="34720" y="18909"/>
                    </a:lnTo>
                    <a:lnTo>
                      <a:pt x="34720" y="109622"/>
                    </a:lnTo>
                    <a:lnTo>
                      <a:pt x="55993" y="109622"/>
                    </a:lnTo>
                    <a:lnTo>
                      <a:pt x="55993" y="18909"/>
                    </a:lnTo>
                    <a:lnTo>
                      <a:pt x="90713" y="18909"/>
                    </a:lnTo>
                    <a:lnTo>
                      <a:pt x="90713" y="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8A017CC-776A-5D22-17EF-9DB5097A5475}"/>
                </a:ext>
              </a:extLst>
            </p:cNvPr>
            <p:cNvSpPr/>
            <p:nvPr/>
          </p:nvSpPr>
          <p:spPr>
            <a:xfrm>
              <a:off x="5054058" y="1813436"/>
              <a:ext cx="806233" cy="50695"/>
            </a:xfrm>
            <a:custGeom>
              <a:avLst/>
              <a:gdLst>
                <a:gd name="connsiteX0" fmla="*/ 0 w 806233"/>
                <a:gd name="connsiteY0" fmla="*/ 0 h 50695"/>
                <a:gd name="connsiteX1" fmla="*/ 806234 w 806233"/>
                <a:gd name="connsiteY1" fmla="*/ 0 h 50695"/>
                <a:gd name="connsiteX2" fmla="*/ 806234 w 806233"/>
                <a:gd name="connsiteY2" fmla="*/ 50695 h 50695"/>
                <a:gd name="connsiteX3" fmla="*/ 0 w 806233"/>
                <a:gd name="connsiteY3" fmla="*/ 50695 h 5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6233" h="50695">
                  <a:moveTo>
                    <a:pt x="0" y="0"/>
                  </a:moveTo>
                  <a:lnTo>
                    <a:pt x="806234" y="0"/>
                  </a:lnTo>
                  <a:lnTo>
                    <a:pt x="806234" y="50695"/>
                  </a:lnTo>
                  <a:lnTo>
                    <a:pt x="0" y="50695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6" name="Graphic 2241">
            <a:extLst>
              <a:ext uri="{FF2B5EF4-FFF2-40B4-BE49-F238E27FC236}">
                <a16:creationId xmlns:a16="http://schemas.microsoft.com/office/drawing/2014/main" id="{8E43A65C-4F99-3A25-6F68-6EDB3141E6D3}"/>
              </a:ext>
            </a:extLst>
          </p:cNvPr>
          <p:cNvGrpSpPr/>
          <p:nvPr/>
        </p:nvGrpSpPr>
        <p:grpSpPr>
          <a:xfrm>
            <a:off x="8450241" y="908535"/>
            <a:ext cx="223564" cy="222097"/>
            <a:chOff x="2366885" y="1038500"/>
            <a:chExt cx="223564" cy="222097"/>
          </a:xfrm>
        </p:grpSpPr>
        <p:grpSp>
          <p:nvGrpSpPr>
            <p:cNvPr id="207" name="Graphic 2241">
              <a:extLst>
                <a:ext uri="{FF2B5EF4-FFF2-40B4-BE49-F238E27FC236}">
                  <a16:creationId xmlns:a16="http://schemas.microsoft.com/office/drawing/2014/main" id="{4C4AE62B-EB94-B219-AECA-31919B8FF203}"/>
                </a:ext>
              </a:extLst>
            </p:cNvPr>
            <p:cNvGrpSpPr/>
            <p:nvPr/>
          </p:nvGrpSpPr>
          <p:grpSpPr>
            <a:xfrm>
              <a:off x="2366885" y="1038500"/>
              <a:ext cx="223564" cy="110681"/>
              <a:chOff x="2366885" y="1038500"/>
              <a:chExt cx="223564" cy="110681"/>
            </a:xfrm>
            <a:solidFill>
              <a:srgbClr val="403592"/>
            </a:solidFill>
          </p:grpSpPr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0E1ABAA1-C149-C76A-6276-C218B3EB0A27}"/>
                  </a:ext>
                </a:extLst>
              </p:cNvPr>
              <p:cNvSpPr/>
              <p:nvPr/>
            </p:nvSpPr>
            <p:spPr>
              <a:xfrm>
                <a:off x="2366885" y="1040211"/>
                <a:ext cx="79547" cy="108970"/>
              </a:xfrm>
              <a:custGeom>
                <a:avLst/>
                <a:gdLst>
                  <a:gd name="connsiteX0" fmla="*/ 61617 w 79547"/>
                  <a:gd name="connsiteY0" fmla="*/ 4157 h 108970"/>
                  <a:gd name="connsiteX1" fmla="*/ 42952 w 79547"/>
                  <a:gd name="connsiteY1" fmla="*/ 0 h 108970"/>
                  <a:gd name="connsiteX2" fmla="*/ 0 w 79547"/>
                  <a:gd name="connsiteY2" fmla="*/ 0 h 108970"/>
                  <a:gd name="connsiteX3" fmla="*/ 0 w 79547"/>
                  <a:gd name="connsiteY3" fmla="*/ 108970 h 108970"/>
                  <a:gd name="connsiteX4" fmla="*/ 21109 w 79547"/>
                  <a:gd name="connsiteY4" fmla="*/ 108970 h 108970"/>
                  <a:gd name="connsiteX5" fmla="*/ 21109 w 79547"/>
                  <a:gd name="connsiteY5" fmla="*/ 68626 h 108970"/>
                  <a:gd name="connsiteX6" fmla="*/ 42952 w 79547"/>
                  <a:gd name="connsiteY6" fmla="*/ 68626 h 108970"/>
                  <a:gd name="connsiteX7" fmla="*/ 61617 w 79547"/>
                  <a:gd name="connsiteY7" fmla="*/ 64469 h 108970"/>
                  <a:gd name="connsiteX8" fmla="*/ 74739 w 79547"/>
                  <a:gd name="connsiteY8" fmla="*/ 52570 h 108970"/>
                  <a:gd name="connsiteX9" fmla="*/ 79548 w 79547"/>
                  <a:gd name="connsiteY9" fmla="*/ 34313 h 108970"/>
                  <a:gd name="connsiteX10" fmla="*/ 74739 w 79547"/>
                  <a:gd name="connsiteY10" fmla="*/ 16056 h 108970"/>
                  <a:gd name="connsiteX11" fmla="*/ 61617 w 79547"/>
                  <a:gd name="connsiteY11" fmla="*/ 4157 h 108970"/>
                  <a:gd name="connsiteX12" fmla="*/ 56074 w 79547"/>
                  <a:gd name="connsiteY12" fmla="*/ 43441 h 108970"/>
                  <a:gd name="connsiteX13" fmla="*/ 49799 w 79547"/>
                  <a:gd name="connsiteY13" fmla="*/ 49310 h 108970"/>
                  <a:gd name="connsiteX14" fmla="*/ 40833 w 79547"/>
                  <a:gd name="connsiteY14" fmla="*/ 51429 h 108970"/>
                  <a:gd name="connsiteX15" fmla="*/ 21109 w 79547"/>
                  <a:gd name="connsiteY15" fmla="*/ 51429 h 108970"/>
                  <a:gd name="connsiteX16" fmla="*/ 21109 w 79547"/>
                  <a:gd name="connsiteY16" fmla="*/ 17197 h 108970"/>
                  <a:gd name="connsiteX17" fmla="*/ 40833 w 79547"/>
                  <a:gd name="connsiteY17" fmla="*/ 17197 h 108970"/>
                  <a:gd name="connsiteX18" fmla="*/ 49799 w 79547"/>
                  <a:gd name="connsiteY18" fmla="*/ 19316 h 108970"/>
                  <a:gd name="connsiteX19" fmla="*/ 56074 w 79547"/>
                  <a:gd name="connsiteY19" fmla="*/ 25185 h 108970"/>
                  <a:gd name="connsiteX20" fmla="*/ 58357 w 79547"/>
                  <a:gd name="connsiteY20" fmla="*/ 34231 h 108970"/>
                  <a:gd name="connsiteX21" fmla="*/ 56074 w 79547"/>
                  <a:gd name="connsiteY21" fmla="*/ 4344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9547" h="108970">
                    <a:moveTo>
                      <a:pt x="61617" y="4157"/>
                    </a:moveTo>
                    <a:cubicBezTo>
                      <a:pt x="56074" y="1386"/>
                      <a:pt x="49880" y="0"/>
                      <a:pt x="42952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8626"/>
                    </a:lnTo>
                    <a:lnTo>
                      <a:pt x="42952" y="68626"/>
                    </a:lnTo>
                    <a:cubicBezTo>
                      <a:pt x="49880" y="68626"/>
                      <a:pt x="56074" y="67240"/>
                      <a:pt x="61617" y="64469"/>
                    </a:cubicBezTo>
                    <a:cubicBezTo>
                      <a:pt x="67159" y="61698"/>
                      <a:pt x="71479" y="57704"/>
                      <a:pt x="74739" y="52570"/>
                    </a:cubicBezTo>
                    <a:cubicBezTo>
                      <a:pt x="77917" y="47435"/>
                      <a:pt x="79548" y="41322"/>
                      <a:pt x="79548" y="34313"/>
                    </a:cubicBezTo>
                    <a:cubicBezTo>
                      <a:pt x="79548" y="27304"/>
                      <a:pt x="77917" y="21191"/>
                      <a:pt x="74739" y="16056"/>
                    </a:cubicBezTo>
                    <a:cubicBezTo>
                      <a:pt x="71560" y="10921"/>
                      <a:pt x="67159" y="7009"/>
                      <a:pt x="61617" y="4157"/>
                    </a:cubicBezTo>
                    <a:close/>
                    <a:moveTo>
                      <a:pt x="56074" y="43441"/>
                    </a:moveTo>
                    <a:cubicBezTo>
                      <a:pt x="54607" y="45968"/>
                      <a:pt x="52488" y="47924"/>
                      <a:pt x="49799" y="49310"/>
                    </a:cubicBezTo>
                    <a:cubicBezTo>
                      <a:pt x="47109" y="50695"/>
                      <a:pt x="44093" y="51429"/>
                      <a:pt x="40833" y="51429"/>
                    </a:cubicBezTo>
                    <a:lnTo>
                      <a:pt x="21109" y="51429"/>
                    </a:lnTo>
                    <a:lnTo>
                      <a:pt x="21109" y="17197"/>
                    </a:lnTo>
                    <a:lnTo>
                      <a:pt x="40833" y="17197"/>
                    </a:lnTo>
                    <a:cubicBezTo>
                      <a:pt x="44175" y="17197"/>
                      <a:pt x="47109" y="17931"/>
                      <a:pt x="49799" y="19316"/>
                    </a:cubicBezTo>
                    <a:cubicBezTo>
                      <a:pt x="52488" y="20702"/>
                      <a:pt x="54607" y="22658"/>
                      <a:pt x="56074" y="25185"/>
                    </a:cubicBezTo>
                    <a:cubicBezTo>
                      <a:pt x="57542" y="27711"/>
                      <a:pt x="58357" y="30727"/>
                      <a:pt x="58357" y="34231"/>
                    </a:cubicBezTo>
                    <a:cubicBezTo>
                      <a:pt x="58357" y="37736"/>
                      <a:pt x="57623" y="40915"/>
                      <a:pt x="56074" y="43441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1638F607-8FF5-D5F6-F605-20D228E7E3D4}"/>
                  </a:ext>
                </a:extLst>
              </p:cNvPr>
              <p:cNvSpPr/>
              <p:nvPr/>
            </p:nvSpPr>
            <p:spPr>
              <a:xfrm>
                <a:off x="2470150" y="1040211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A421A5FF-B66F-9856-D609-A7D03A6709DA}"/>
                  </a:ext>
                </a:extLst>
              </p:cNvPr>
              <p:cNvSpPr/>
              <p:nvPr/>
            </p:nvSpPr>
            <p:spPr>
              <a:xfrm>
                <a:off x="2514162" y="1038500"/>
                <a:ext cx="76287" cy="110681"/>
              </a:xfrm>
              <a:custGeom>
                <a:avLst/>
                <a:gdLst>
                  <a:gd name="connsiteX0" fmla="*/ 32438 w 76287"/>
                  <a:gd name="connsiteY0" fmla="*/ 92344 h 110681"/>
                  <a:gd name="connsiteX1" fmla="*/ 56400 w 76287"/>
                  <a:gd name="connsiteY1" fmla="*/ 67974 h 110681"/>
                  <a:gd name="connsiteX2" fmla="*/ 66751 w 76287"/>
                  <a:gd name="connsiteY2" fmla="*/ 55993 h 110681"/>
                  <a:gd name="connsiteX3" fmla="*/ 72294 w 76287"/>
                  <a:gd name="connsiteY3" fmla="*/ 45235 h 110681"/>
                  <a:gd name="connsiteX4" fmla="*/ 73924 w 76287"/>
                  <a:gd name="connsiteY4" fmla="*/ 33172 h 110681"/>
                  <a:gd name="connsiteX5" fmla="*/ 69604 w 76287"/>
                  <a:gd name="connsiteY5" fmla="*/ 15649 h 110681"/>
                  <a:gd name="connsiteX6" fmla="*/ 57379 w 76287"/>
                  <a:gd name="connsiteY6" fmla="*/ 4075 h 110681"/>
                  <a:gd name="connsiteX7" fmla="*/ 38633 w 76287"/>
                  <a:gd name="connsiteY7" fmla="*/ 0 h 110681"/>
                  <a:gd name="connsiteX8" fmla="*/ 16219 w 76287"/>
                  <a:gd name="connsiteY8" fmla="*/ 5624 h 110681"/>
                  <a:gd name="connsiteX9" fmla="*/ 163 w 76287"/>
                  <a:gd name="connsiteY9" fmla="*/ 22332 h 110681"/>
                  <a:gd name="connsiteX10" fmla="*/ 14589 w 76287"/>
                  <a:gd name="connsiteY10" fmla="*/ 34558 h 110681"/>
                  <a:gd name="connsiteX11" fmla="*/ 24940 w 76287"/>
                  <a:gd name="connsiteY11" fmla="*/ 22740 h 110681"/>
                  <a:gd name="connsiteX12" fmla="*/ 37573 w 76287"/>
                  <a:gd name="connsiteY12" fmla="*/ 18990 h 110681"/>
                  <a:gd name="connsiteX13" fmla="*/ 48902 w 76287"/>
                  <a:gd name="connsiteY13" fmla="*/ 22903 h 110681"/>
                  <a:gd name="connsiteX14" fmla="*/ 53222 w 76287"/>
                  <a:gd name="connsiteY14" fmla="*/ 33579 h 110681"/>
                  <a:gd name="connsiteX15" fmla="*/ 52081 w 76287"/>
                  <a:gd name="connsiteY15" fmla="*/ 40344 h 110681"/>
                  <a:gd name="connsiteX16" fmla="*/ 48087 w 76287"/>
                  <a:gd name="connsiteY16" fmla="*/ 47272 h 110681"/>
                  <a:gd name="connsiteX17" fmla="*/ 40915 w 76287"/>
                  <a:gd name="connsiteY17" fmla="*/ 55667 h 110681"/>
                  <a:gd name="connsiteX18" fmla="*/ 0 w 76287"/>
                  <a:gd name="connsiteY18" fmla="*/ 98619 h 110681"/>
                  <a:gd name="connsiteX19" fmla="*/ 0 w 76287"/>
                  <a:gd name="connsiteY19" fmla="*/ 110682 h 110681"/>
                  <a:gd name="connsiteX20" fmla="*/ 76287 w 76287"/>
                  <a:gd name="connsiteY20" fmla="*/ 110682 h 110681"/>
                  <a:gd name="connsiteX21" fmla="*/ 76287 w 76287"/>
                  <a:gd name="connsiteY21" fmla="*/ 92425 h 110681"/>
                  <a:gd name="connsiteX22" fmla="*/ 32438 w 76287"/>
                  <a:gd name="connsiteY22" fmla="*/ 92425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81">
                    <a:moveTo>
                      <a:pt x="32438" y="92344"/>
                    </a:moveTo>
                    <a:lnTo>
                      <a:pt x="56400" y="67974"/>
                    </a:lnTo>
                    <a:cubicBezTo>
                      <a:pt x="60720" y="63491"/>
                      <a:pt x="64225" y="59498"/>
                      <a:pt x="66751" y="55993"/>
                    </a:cubicBezTo>
                    <a:cubicBezTo>
                      <a:pt x="69360" y="52407"/>
                      <a:pt x="71153" y="48821"/>
                      <a:pt x="72294" y="45235"/>
                    </a:cubicBezTo>
                    <a:cubicBezTo>
                      <a:pt x="73353" y="41648"/>
                      <a:pt x="73924" y="37573"/>
                      <a:pt x="73924" y="33172"/>
                    </a:cubicBezTo>
                    <a:cubicBezTo>
                      <a:pt x="73924" y="26489"/>
                      <a:pt x="72457" y="20620"/>
                      <a:pt x="69604" y="15649"/>
                    </a:cubicBezTo>
                    <a:cubicBezTo>
                      <a:pt x="66670" y="10677"/>
                      <a:pt x="62595" y="6846"/>
                      <a:pt x="57379" y="4075"/>
                    </a:cubicBezTo>
                    <a:cubicBezTo>
                      <a:pt x="52081" y="1304"/>
                      <a:pt x="45887" y="0"/>
                      <a:pt x="38633" y="0"/>
                    </a:cubicBezTo>
                    <a:cubicBezTo>
                      <a:pt x="30156" y="0"/>
                      <a:pt x="22658" y="1875"/>
                      <a:pt x="16219" y="5624"/>
                    </a:cubicBezTo>
                    <a:cubicBezTo>
                      <a:pt x="9780" y="9373"/>
                      <a:pt x="4401" y="14915"/>
                      <a:pt x="163" y="22332"/>
                    </a:cubicBezTo>
                    <a:lnTo>
                      <a:pt x="14589" y="34558"/>
                    </a:lnTo>
                    <a:cubicBezTo>
                      <a:pt x="17768" y="29178"/>
                      <a:pt x="21191" y="25266"/>
                      <a:pt x="24940" y="22740"/>
                    </a:cubicBezTo>
                    <a:cubicBezTo>
                      <a:pt x="28608" y="20294"/>
                      <a:pt x="32846" y="18990"/>
                      <a:pt x="37573" y="18990"/>
                    </a:cubicBezTo>
                    <a:cubicBezTo>
                      <a:pt x="42300" y="18990"/>
                      <a:pt x="45968" y="20294"/>
                      <a:pt x="48902" y="22903"/>
                    </a:cubicBezTo>
                    <a:cubicBezTo>
                      <a:pt x="51755" y="25511"/>
                      <a:pt x="53222" y="29015"/>
                      <a:pt x="53222" y="33579"/>
                    </a:cubicBezTo>
                    <a:cubicBezTo>
                      <a:pt x="53222" y="35943"/>
                      <a:pt x="52814" y="38225"/>
                      <a:pt x="52081" y="40344"/>
                    </a:cubicBezTo>
                    <a:cubicBezTo>
                      <a:pt x="51266" y="42463"/>
                      <a:pt x="49962" y="44746"/>
                      <a:pt x="48087" y="47272"/>
                    </a:cubicBezTo>
                    <a:cubicBezTo>
                      <a:pt x="46213" y="49717"/>
                      <a:pt x="43849" y="52570"/>
                      <a:pt x="40915" y="55667"/>
                    </a:cubicBezTo>
                    <a:lnTo>
                      <a:pt x="0" y="98619"/>
                    </a:lnTo>
                    <a:lnTo>
                      <a:pt x="0" y="110682"/>
                    </a:lnTo>
                    <a:lnTo>
                      <a:pt x="76287" y="110682"/>
                    </a:lnTo>
                    <a:lnTo>
                      <a:pt x="76287" y="92425"/>
                    </a:lnTo>
                    <a:lnTo>
                      <a:pt x="32438" y="92425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6DCB822-921C-2E65-F4EB-928BCF0E1FC2}"/>
                </a:ext>
              </a:extLst>
            </p:cNvPr>
            <p:cNvSpPr/>
            <p:nvPr/>
          </p:nvSpPr>
          <p:spPr>
            <a:xfrm>
              <a:off x="2369493" y="1210228"/>
              <a:ext cx="217044" cy="50369"/>
            </a:xfrm>
            <a:custGeom>
              <a:avLst/>
              <a:gdLst>
                <a:gd name="connsiteX0" fmla="*/ 0 w 217044"/>
                <a:gd name="connsiteY0" fmla="*/ 0 h 50369"/>
                <a:gd name="connsiteX1" fmla="*/ 217044 w 217044"/>
                <a:gd name="connsiteY1" fmla="*/ 0 h 50369"/>
                <a:gd name="connsiteX2" fmla="*/ 217044 w 217044"/>
                <a:gd name="connsiteY2" fmla="*/ 50369 h 50369"/>
                <a:gd name="connsiteX3" fmla="*/ 0 w 217044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044" h="50369">
                  <a:moveTo>
                    <a:pt x="0" y="0"/>
                  </a:moveTo>
                  <a:lnTo>
                    <a:pt x="217044" y="0"/>
                  </a:lnTo>
                  <a:lnTo>
                    <a:pt x="217044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2" name="Graphic 2241">
            <a:extLst>
              <a:ext uri="{FF2B5EF4-FFF2-40B4-BE49-F238E27FC236}">
                <a16:creationId xmlns:a16="http://schemas.microsoft.com/office/drawing/2014/main" id="{A69D21D3-0EA3-2D3B-61DB-237F7E403949}"/>
              </a:ext>
            </a:extLst>
          </p:cNvPr>
          <p:cNvGrpSpPr/>
          <p:nvPr/>
        </p:nvGrpSpPr>
        <p:grpSpPr>
          <a:xfrm>
            <a:off x="9441441" y="1509180"/>
            <a:ext cx="222097" cy="222097"/>
            <a:chOff x="2367618" y="1641952"/>
            <a:chExt cx="222097" cy="222097"/>
          </a:xfrm>
        </p:grpSpPr>
        <p:grpSp>
          <p:nvGrpSpPr>
            <p:cNvPr id="213" name="Graphic 2241">
              <a:extLst>
                <a:ext uri="{FF2B5EF4-FFF2-40B4-BE49-F238E27FC236}">
                  <a16:creationId xmlns:a16="http://schemas.microsoft.com/office/drawing/2014/main" id="{7F8262B3-12D4-6FD3-989A-01264BB6621A}"/>
                </a:ext>
              </a:extLst>
            </p:cNvPr>
            <p:cNvGrpSpPr/>
            <p:nvPr/>
          </p:nvGrpSpPr>
          <p:grpSpPr>
            <a:xfrm>
              <a:off x="2367618" y="1641952"/>
              <a:ext cx="222097" cy="112230"/>
              <a:chOff x="2367618" y="1641952"/>
              <a:chExt cx="222097" cy="112230"/>
            </a:xfrm>
            <a:solidFill>
              <a:srgbClr val="403592"/>
            </a:solidFill>
          </p:grpSpPr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C33CFFAF-8A17-0AAA-5DD2-7FE0272857EC}"/>
                  </a:ext>
                </a:extLst>
              </p:cNvPr>
              <p:cNvSpPr/>
              <p:nvPr/>
            </p:nvSpPr>
            <p:spPr>
              <a:xfrm>
                <a:off x="2367618" y="1641952"/>
                <a:ext cx="79465" cy="112230"/>
              </a:xfrm>
              <a:custGeom>
                <a:avLst/>
                <a:gdLst>
                  <a:gd name="connsiteX0" fmla="*/ 69441 w 79465"/>
                  <a:gd name="connsiteY0" fmla="*/ 55830 h 112230"/>
                  <a:gd name="connsiteX1" fmla="*/ 59416 w 79465"/>
                  <a:gd name="connsiteY1" fmla="*/ 49799 h 112230"/>
                  <a:gd name="connsiteX2" fmla="*/ 48413 w 79465"/>
                  <a:gd name="connsiteY2" fmla="*/ 45560 h 112230"/>
                  <a:gd name="connsiteX3" fmla="*/ 38225 w 79465"/>
                  <a:gd name="connsiteY3" fmla="*/ 41567 h 112230"/>
                  <a:gd name="connsiteX4" fmla="*/ 30890 w 79465"/>
                  <a:gd name="connsiteY4" fmla="*/ 36758 h 112230"/>
                  <a:gd name="connsiteX5" fmla="*/ 28119 w 79465"/>
                  <a:gd name="connsiteY5" fmla="*/ 29586 h 112230"/>
                  <a:gd name="connsiteX6" fmla="*/ 32275 w 79465"/>
                  <a:gd name="connsiteY6" fmla="*/ 21598 h 112230"/>
                  <a:gd name="connsiteX7" fmla="*/ 43767 w 79465"/>
                  <a:gd name="connsiteY7" fmla="*/ 18746 h 112230"/>
                  <a:gd name="connsiteX8" fmla="*/ 55178 w 79465"/>
                  <a:gd name="connsiteY8" fmla="*/ 21191 h 112230"/>
                  <a:gd name="connsiteX9" fmla="*/ 65040 w 79465"/>
                  <a:gd name="connsiteY9" fmla="*/ 28934 h 112230"/>
                  <a:gd name="connsiteX10" fmla="*/ 78977 w 79465"/>
                  <a:gd name="connsiteY10" fmla="*/ 14997 h 112230"/>
                  <a:gd name="connsiteX11" fmla="*/ 64306 w 79465"/>
                  <a:gd name="connsiteY11" fmla="*/ 4157 h 112230"/>
                  <a:gd name="connsiteX12" fmla="*/ 44093 w 79465"/>
                  <a:gd name="connsiteY12" fmla="*/ 0 h 112230"/>
                  <a:gd name="connsiteX13" fmla="*/ 25185 w 79465"/>
                  <a:gd name="connsiteY13" fmla="*/ 3749 h 112230"/>
                  <a:gd name="connsiteX14" fmla="*/ 11981 w 79465"/>
                  <a:gd name="connsiteY14" fmla="*/ 14426 h 112230"/>
                  <a:gd name="connsiteX15" fmla="*/ 7172 w 79465"/>
                  <a:gd name="connsiteY15" fmla="*/ 31297 h 112230"/>
                  <a:gd name="connsiteX16" fmla="*/ 9862 w 79465"/>
                  <a:gd name="connsiteY16" fmla="*/ 45234 h 112230"/>
                  <a:gd name="connsiteX17" fmla="*/ 17197 w 79465"/>
                  <a:gd name="connsiteY17" fmla="*/ 54200 h 112230"/>
                  <a:gd name="connsiteX18" fmla="*/ 27304 w 79465"/>
                  <a:gd name="connsiteY18" fmla="*/ 60068 h 112230"/>
                  <a:gd name="connsiteX19" fmla="*/ 38225 w 79465"/>
                  <a:gd name="connsiteY19" fmla="*/ 64143 h 112230"/>
                  <a:gd name="connsiteX20" fmla="*/ 48332 w 79465"/>
                  <a:gd name="connsiteY20" fmla="*/ 68055 h 112230"/>
                  <a:gd name="connsiteX21" fmla="*/ 55667 w 79465"/>
                  <a:gd name="connsiteY21" fmla="*/ 73272 h 112230"/>
                  <a:gd name="connsiteX22" fmla="*/ 58438 w 79465"/>
                  <a:gd name="connsiteY22" fmla="*/ 81341 h 112230"/>
                  <a:gd name="connsiteX23" fmla="*/ 53629 w 79465"/>
                  <a:gd name="connsiteY23" fmla="*/ 90306 h 112230"/>
                  <a:gd name="connsiteX24" fmla="*/ 40589 w 79465"/>
                  <a:gd name="connsiteY24" fmla="*/ 93566 h 112230"/>
                  <a:gd name="connsiteX25" fmla="*/ 25185 w 79465"/>
                  <a:gd name="connsiteY25" fmla="*/ 90061 h 112230"/>
                  <a:gd name="connsiteX26" fmla="*/ 13937 w 79465"/>
                  <a:gd name="connsiteY26" fmla="*/ 80199 h 112230"/>
                  <a:gd name="connsiteX27" fmla="*/ 0 w 79465"/>
                  <a:gd name="connsiteY27" fmla="*/ 94137 h 112230"/>
                  <a:gd name="connsiteX28" fmla="*/ 16953 w 79465"/>
                  <a:gd name="connsiteY28" fmla="*/ 107748 h 112230"/>
                  <a:gd name="connsiteX29" fmla="*/ 39366 w 79465"/>
                  <a:gd name="connsiteY29" fmla="*/ 112230 h 112230"/>
                  <a:gd name="connsiteX30" fmla="*/ 68789 w 79465"/>
                  <a:gd name="connsiteY30" fmla="*/ 103510 h 112230"/>
                  <a:gd name="connsiteX31" fmla="*/ 79466 w 79465"/>
                  <a:gd name="connsiteY31" fmla="*/ 79547 h 112230"/>
                  <a:gd name="connsiteX32" fmla="*/ 76695 w 79465"/>
                  <a:gd name="connsiteY32" fmla="*/ 65203 h 112230"/>
                  <a:gd name="connsiteX33" fmla="*/ 69360 w 79465"/>
                  <a:gd name="connsiteY33" fmla="*/ 55748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69441" y="55830"/>
                    </a:move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9"/>
                      <a:pt x="52162" y="46783"/>
                      <a:pt x="48413" y="45560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97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5" y="21598"/>
                    </a:cubicBezTo>
                    <a:cubicBezTo>
                      <a:pt x="35047" y="19724"/>
                      <a:pt x="38877" y="18746"/>
                      <a:pt x="43767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2" y="6194"/>
                      <a:pt x="15241" y="9780"/>
                      <a:pt x="11981" y="14426"/>
                    </a:cubicBezTo>
                    <a:cubicBezTo>
                      <a:pt x="8802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4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3"/>
                      <a:pt x="23636" y="58520"/>
                      <a:pt x="27304" y="60068"/>
                    </a:cubicBezTo>
                    <a:cubicBezTo>
                      <a:pt x="30890" y="61617"/>
                      <a:pt x="34558" y="63002"/>
                      <a:pt x="38225" y="64143"/>
                    </a:cubicBezTo>
                    <a:cubicBezTo>
                      <a:pt x="41893" y="65366"/>
                      <a:pt x="45234" y="66588"/>
                      <a:pt x="48332" y="68055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6"/>
                      <a:pt x="46050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1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49"/>
                      <a:pt x="10758" y="104814"/>
                      <a:pt x="16953" y="107748"/>
                    </a:cubicBezTo>
                    <a:cubicBezTo>
                      <a:pt x="23229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10"/>
                    </a:cubicBezTo>
                    <a:cubicBezTo>
                      <a:pt x="75961" y="97641"/>
                      <a:pt x="79466" y="89654"/>
                      <a:pt x="79466" y="79547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ubicBezTo>
                      <a:pt x="74820" y="61291"/>
                      <a:pt x="72375" y="58194"/>
                      <a:pt x="69360" y="55748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B7F5B818-9E29-ABB5-0696-8329AB96D013}"/>
                  </a:ext>
                </a:extLst>
              </p:cNvPr>
              <p:cNvSpPr/>
              <p:nvPr/>
            </p:nvSpPr>
            <p:spPr>
              <a:xfrm>
                <a:off x="2471535" y="1643582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7AEBC12A-26A3-233C-2C9D-37BC94126CA2}"/>
                  </a:ext>
                </a:extLst>
              </p:cNvPr>
              <p:cNvSpPr/>
              <p:nvPr/>
            </p:nvSpPr>
            <p:spPr>
              <a:xfrm>
                <a:off x="2519296" y="1663795"/>
                <a:ext cx="70419" cy="73597"/>
              </a:xfrm>
              <a:custGeom>
                <a:avLst/>
                <a:gdLst>
                  <a:gd name="connsiteX0" fmla="*/ 70419 w 70419"/>
                  <a:gd name="connsiteY0" fmla="*/ 28037 h 73597"/>
                  <a:gd name="connsiteX1" fmla="*/ 44338 w 70419"/>
                  <a:gd name="connsiteY1" fmla="*/ 28037 h 73597"/>
                  <a:gd name="connsiteX2" fmla="*/ 44338 w 70419"/>
                  <a:gd name="connsiteY2" fmla="*/ 0 h 73597"/>
                  <a:gd name="connsiteX3" fmla="*/ 26163 w 70419"/>
                  <a:gd name="connsiteY3" fmla="*/ 0 h 73597"/>
                  <a:gd name="connsiteX4" fmla="*/ 26163 w 70419"/>
                  <a:gd name="connsiteY4" fmla="*/ 28037 h 73597"/>
                  <a:gd name="connsiteX5" fmla="*/ 0 w 70419"/>
                  <a:gd name="connsiteY5" fmla="*/ 28037 h 73597"/>
                  <a:gd name="connsiteX6" fmla="*/ 0 w 70419"/>
                  <a:gd name="connsiteY6" fmla="*/ 45887 h 73597"/>
                  <a:gd name="connsiteX7" fmla="*/ 26163 w 70419"/>
                  <a:gd name="connsiteY7" fmla="*/ 45887 h 73597"/>
                  <a:gd name="connsiteX8" fmla="*/ 26163 w 70419"/>
                  <a:gd name="connsiteY8" fmla="*/ 73598 h 73597"/>
                  <a:gd name="connsiteX9" fmla="*/ 44338 w 70419"/>
                  <a:gd name="connsiteY9" fmla="*/ 73598 h 73597"/>
                  <a:gd name="connsiteX10" fmla="*/ 44338 w 70419"/>
                  <a:gd name="connsiteY10" fmla="*/ 45887 h 73597"/>
                  <a:gd name="connsiteX11" fmla="*/ 70419 w 70419"/>
                  <a:gd name="connsiteY11" fmla="*/ 45887 h 73597"/>
                  <a:gd name="connsiteX12" fmla="*/ 70419 w 70419"/>
                  <a:gd name="connsiteY12" fmla="*/ 28037 h 7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419" h="73597">
                    <a:moveTo>
                      <a:pt x="70419" y="28037"/>
                    </a:moveTo>
                    <a:lnTo>
                      <a:pt x="44338" y="28037"/>
                    </a:lnTo>
                    <a:lnTo>
                      <a:pt x="44338" y="0"/>
                    </a:lnTo>
                    <a:lnTo>
                      <a:pt x="26163" y="0"/>
                    </a:lnTo>
                    <a:lnTo>
                      <a:pt x="26163" y="28037"/>
                    </a:lnTo>
                    <a:lnTo>
                      <a:pt x="0" y="28037"/>
                    </a:lnTo>
                    <a:lnTo>
                      <a:pt x="0" y="45887"/>
                    </a:lnTo>
                    <a:lnTo>
                      <a:pt x="26163" y="45887"/>
                    </a:lnTo>
                    <a:lnTo>
                      <a:pt x="26163" y="73598"/>
                    </a:lnTo>
                    <a:lnTo>
                      <a:pt x="44338" y="73598"/>
                    </a:lnTo>
                    <a:lnTo>
                      <a:pt x="44338" y="45887"/>
                    </a:lnTo>
                    <a:lnTo>
                      <a:pt x="70419" y="45887"/>
                    </a:lnTo>
                    <a:lnTo>
                      <a:pt x="70419" y="28037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81D7DC81-EA26-0B90-72F4-7CA9039A476B}"/>
                </a:ext>
              </a:extLst>
            </p:cNvPr>
            <p:cNvSpPr/>
            <p:nvPr/>
          </p:nvSpPr>
          <p:spPr>
            <a:xfrm>
              <a:off x="2374709" y="1813680"/>
              <a:ext cx="213213" cy="50369"/>
            </a:xfrm>
            <a:custGeom>
              <a:avLst/>
              <a:gdLst>
                <a:gd name="connsiteX0" fmla="*/ 0 w 213213"/>
                <a:gd name="connsiteY0" fmla="*/ 0 h 50369"/>
                <a:gd name="connsiteX1" fmla="*/ 213213 w 213213"/>
                <a:gd name="connsiteY1" fmla="*/ 0 h 50369"/>
                <a:gd name="connsiteX2" fmla="*/ 213213 w 213213"/>
                <a:gd name="connsiteY2" fmla="*/ 50369 h 50369"/>
                <a:gd name="connsiteX3" fmla="*/ 0 w 213213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213" h="50369">
                  <a:moveTo>
                    <a:pt x="0" y="0"/>
                  </a:moveTo>
                  <a:lnTo>
                    <a:pt x="213213" y="0"/>
                  </a:lnTo>
                  <a:lnTo>
                    <a:pt x="213213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8" name="Graphic 2241">
            <a:extLst>
              <a:ext uri="{FF2B5EF4-FFF2-40B4-BE49-F238E27FC236}">
                <a16:creationId xmlns:a16="http://schemas.microsoft.com/office/drawing/2014/main" id="{5E321C40-8A0F-7D35-62B5-DC818052C4F4}"/>
              </a:ext>
            </a:extLst>
          </p:cNvPr>
          <p:cNvGrpSpPr/>
          <p:nvPr/>
        </p:nvGrpSpPr>
        <p:grpSpPr>
          <a:xfrm>
            <a:off x="8450241" y="2037428"/>
            <a:ext cx="308246" cy="222178"/>
            <a:chOff x="5308512" y="435129"/>
            <a:chExt cx="308246" cy="222178"/>
          </a:xfrm>
        </p:grpSpPr>
        <p:grpSp>
          <p:nvGrpSpPr>
            <p:cNvPr id="219" name="Graphic 2241">
              <a:extLst>
                <a:ext uri="{FF2B5EF4-FFF2-40B4-BE49-F238E27FC236}">
                  <a16:creationId xmlns:a16="http://schemas.microsoft.com/office/drawing/2014/main" id="{71A50CE4-DA4C-DC84-0F29-7338EB4658AB}"/>
                </a:ext>
              </a:extLst>
            </p:cNvPr>
            <p:cNvGrpSpPr/>
            <p:nvPr/>
          </p:nvGrpSpPr>
          <p:grpSpPr>
            <a:xfrm>
              <a:off x="5308512" y="435129"/>
              <a:ext cx="308246" cy="112311"/>
              <a:chOff x="5308512" y="435129"/>
              <a:chExt cx="308246" cy="112311"/>
            </a:xfrm>
            <a:solidFill>
              <a:srgbClr val="403592"/>
            </a:solidFill>
          </p:grpSpPr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757A7CDA-3821-4A2F-B9ED-E27D86691C3C}"/>
                  </a:ext>
                </a:extLst>
              </p:cNvPr>
              <p:cNvSpPr/>
              <p:nvPr/>
            </p:nvSpPr>
            <p:spPr>
              <a:xfrm>
                <a:off x="5308512" y="436922"/>
                <a:ext cx="90713" cy="108970"/>
              </a:xfrm>
              <a:custGeom>
                <a:avLst/>
                <a:gdLst>
                  <a:gd name="connsiteX0" fmla="*/ 0 w 90713"/>
                  <a:gd name="connsiteY0" fmla="*/ 18746 h 108970"/>
                  <a:gd name="connsiteX1" fmla="*/ 34721 w 90713"/>
                  <a:gd name="connsiteY1" fmla="*/ 18746 h 108970"/>
                  <a:gd name="connsiteX2" fmla="*/ 34721 w 90713"/>
                  <a:gd name="connsiteY2" fmla="*/ 108970 h 108970"/>
                  <a:gd name="connsiteX3" fmla="*/ 55993 w 90713"/>
                  <a:gd name="connsiteY3" fmla="*/ 108970 h 108970"/>
                  <a:gd name="connsiteX4" fmla="*/ 55993 w 90713"/>
                  <a:gd name="connsiteY4" fmla="*/ 18746 h 108970"/>
                  <a:gd name="connsiteX5" fmla="*/ 90714 w 90713"/>
                  <a:gd name="connsiteY5" fmla="*/ 18746 h 108970"/>
                  <a:gd name="connsiteX6" fmla="*/ 90714 w 90713"/>
                  <a:gd name="connsiteY6" fmla="*/ 0 h 108970"/>
                  <a:gd name="connsiteX7" fmla="*/ 0 w 90713"/>
                  <a:gd name="connsiteY7" fmla="*/ 0 h 108970"/>
                  <a:gd name="connsiteX8" fmla="*/ 0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0" y="18746"/>
                    </a:moveTo>
                    <a:lnTo>
                      <a:pt x="34721" y="18746"/>
                    </a:lnTo>
                    <a:lnTo>
                      <a:pt x="34721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4" y="18746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746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E0BBB2D4-1E05-5F21-9EC6-BCE1D6EC9566}"/>
                  </a:ext>
                </a:extLst>
              </p:cNvPr>
              <p:cNvSpPr/>
              <p:nvPr/>
            </p:nvSpPr>
            <p:spPr>
              <a:xfrm>
                <a:off x="5409576" y="435129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07 w 97396"/>
                  <a:gd name="connsiteY4" fmla="*/ 71153 h 112311"/>
                  <a:gd name="connsiteX5" fmla="*/ 21762 w 97396"/>
                  <a:gd name="connsiteY5" fmla="*/ 56156 h 112311"/>
                  <a:gd name="connsiteX6" fmla="*/ 24207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0 h 112311"/>
                  <a:gd name="connsiteX9" fmla="*/ 55993 w 97396"/>
                  <a:gd name="connsiteY9" fmla="*/ 19724 h 112311"/>
                  <a:gd name="connsiteX10" fmla="*/ 71153 w 97396"/>
                  <a:gd name="connsiteY10" fmla="*/ 22495 h 112311"/>
                  <a:gd name="connsiteX11" fmla="*/ 82156 w 97396"/>
                  <a:gd name="connsiteY11" fmla="*/ 30238 h 112311"/>
                  <a:gd name="connsiteX12" fmla="*/ 96582 w 97396"/>
                  <a:gd name="connsiteY12" fmla="*/ 15812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20 h 112311"/>
                  <a:gd name="connsiteX16" fmla="*/ 15975 w 97396"/>
                  <a:gd name="connsiteY16" fmla="*/ 16219 h 112311"/>
                  <a:gd name="connsiteX17" fmla="*/ 4157 w 97396"/>
                  <a:gd name="connsiteY17" fmla="*/ 34068 h 112311"/>
                  <a:gd name="connsiteX18" fmla="*/ 0 w 97396"/>
                  <a:gd name="connsiteY18" fmla="*/ 56074 h 112311"/>
                  <a:gd name="connsiteX19" fmla="*/ 4157 w 97396"/>
                  <a:gd name="connsiteY19" fmla="*/ 78080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7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5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773"/>
                      <a:pt x="62269" y="92751"/>
                      <a:pt x="56156" y="92751"/>
                    </a:cubicBezTo>
                    <a:cubicBezTo>
                      <a:pt x="51103" y="92751"/>
                      <a:pt x="46457" y="91855"/>
                      <a:pt x="42300" y="90143"/>
                    </a:cubicBezTo>
                    <a:cubicBezTo>
                      <a:pt x="38144" y="88431"/>
                      <a:pt x="34476" y="85905"/>
                      <a:pt x="31379" y="82726"/>
                    </a:cubicBezTo>
                    <a:cubicBezTo>
                      <a:pt x="28282" y="79547"/>
                      <a:pt x="25918" y="75635"/>
                      <a:pt x="24207" y="71153"/>
                    </a:cubicBezTo>
                    <a:cubicBezTo>
                      <a:pt x="22576" y="66670"/>
                      <a:pt x="21762" y="61698"/>
                      <a:pt x="21762" y="56156"/>
                    </a:cubicBezTo>
                    <a:cubicBezTo>
                      <a:pt x="21762" y="50614"/>
                      <a:pt x="22576" y="45805"/>
                      <a:pt x="24207" y="41322"/>
                    </a:cubicBezTo>
                    <a:cubicBezTo>
                      <a:pt x="25837" y="36840"/>
                      <a:pt x="28200" y="32927"/>
                      <a:pt x="31379" y="29667"/>
                    </a:cubicBezTo>
                    <a:cubicBezTo>
                      <a:pt x="34557" y="26407"/>
                      <a:pt x="38144" y="23962"/>
                      <a:pt x="42300" y="22250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3" y="22495"/>
                    </a:cubicBezTo>
                    <a:cubicBezTo>
                      <a:pt x="75472" y="24370"/>
                      <a:pt x="79140" y="26978"/>
                      <a:pt x="82156" y="30238"/>
                    </a:cubicBezTo>
                    <a:lnTo>
                      <a:pt x="96582" y="15812"/>
                    </a:lnTo>
                    <a:cubicBezTo>
                      <a:pt x="91529" y="10921"/>
                      <a:pt x="85742" y="7091"/>
                      <a:pt x="79140" y="4238"/>
                    </a:cubicBezTo>
                    <a:cubicBezTo>
                      <a:pt x="72538" y="1386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1" y="21272"/>
                      <a:pt x="7009" y="27222"/>
                      <a:pt x="4157" y="34068"/>
                    </a:cubicBezTo>
                    <a:cubicBezTo>
                      <a:pt x="1386" y="40915"/>
                      <a:pt x="0" y="48250"/>
                      <a:pt x="0" y="56074"/>
                    </a:cubicBezTo>
                    <a:cubicBezTo>
                      <a:pt x="0" y="63899"/>
                      <a:pt x="1386" y="71234"/>
                      <a:pt x="4157" y="78080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1" y="105140"/>
                      <a:pt x="33987" y="107992"/>
                    </a:cubicBezTo>
                    <a:cubicBezTo>
                      <a:pt x="40833" y="110926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ubicBezTo>
                      <a:pt x="79873" y="85253"/>
                      <a:pt x="76124" y="87861"/>
                      <a:pt x="71805" y="89735"/>
                    </a:cubicBez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721F2713-66E7-61FE-8674-907503E8439E}"/>
                  </a:ext>
                </a:extLst>
              </p:cNvPr>
              <p:cNvSpPr/>
              <p:nvPr/>
            </p:nvSpPr>
            <p:spPr>
              <a:xfrm>
                <a:off x="5519362" y="435129"/>
                <a:ext cx="97396" cy="112311"/>
              </a:xfrm>
              <a:custGeom>
                <a:avLst/>
                <a:gdLst>
                  <a:gd name="connsiteX0" fmla="*/ 82971 w 97396"/>
                  <a:gd name="connsiteY0" fmla="*/ 82074 h 112311"/>
                  <a:gd name="connsiteX1" fmla="*/ 71805 w 97396"/>
                  <a:gd name="connsiteY1" fmla="*/ 89898 h 112311"/>
                  <a:gd name="connsiteX2" fmla="*/ 56156 w 97396"/>
                  <a:gd name="connsiteY2" fmla="*/ 92751 h 112311"/>
                  <a:gd name="connsiteX3" fmla="*/ 42300 w 97396"/>
                  <a:gd name="connsiteY3" fmla="*/ 90143 h 112311"/>
                  <a:gd name="connsiteX4" fmla="*/ 31379 w 97396"/>
                  <a:gd name="connsiteY4" fmla="*/ 82726 h 112311"/>
                  <a:gd name="connsiteX5" fmla="*/ 24207 w 97396"/>
                  <a:gd name="connsiteY5" fmla="*/ 71153 h 112311"/>
                  <a:gd name="connsiteX6" fmla="*/ 21762 w 97396"/>
                  <a:gd name="connsiteY6" fmla="*/ 56156 h 112311"/>
                  <a:gd name="connsiteX7" fmla="*/ 24207 w 97396"/>
                  <a:gd name="connsiteY7" fmla="*/ 41322 h 112311"/>
                  <a:gd name="connsiteX8" fmla="*/ 31379 w 97396"/>
                  <a:gd name="connsiteY8" fmla="*/ 29667 h 112311"/>
                  <a:gd name="connsiteX9" fmla="*/ 42300 w 97396"/>
                  <a:gd name="connsiteY9" fmla="*/ 22250 h 112311"/>
                  <a:gd name="connsiteX10" fmla="*/ 55993 w 97396"/>
                  <a:gd name="connsiteY10" fmla="*/ 19724 h 112311"/>
                  <a:gd name="connsiteX11" fmla="*/ 71153 w 97396"/>
                  <a:gd name="connsiteY11" fmla="*/ 22495 h 112311"/>
                  <a:gd name="connsiteX12" fmla="*/ 82156 w 97396"/>
                  <a:gd name="connsiteY12" fmla="*/ 30238 h 112311"/>
                  <a:gd name="connsiteX13" fmla="*/ 96582 w 97396"/>
                  <a:gd name="connsiteY13" fmla="*/ 15812 h 112311"/>
                  <a:gd name="connsiteX14" fmla="*/ 79140 w 97396"/>
                  <a:gd name="connsiteY14" fmla="*/ 4238 h 112311"/>
                  <a:gd name="connsiteX15" fmla="*/ 55993 w 97396"/>
                  <a:gd name="connsiteY15" fmla="*/ 0 h 112311"/>
                  <a:gd name="connsiteX16" fmla="*/ 33824 w 97396"/>
                  <a:gd name="connsiteY16" fmla="*/ 4320 h 112311"/>
                  <a:gd name="connsiteX17" fmla="*/ 15975 w 97396"/>
                  <a:gd name="connsiteY17" fmla="*/ 16219 h 112311"/>
                  <a:gd name="connsiteX18" fmla="*/ 4157 w 97396"/>
                  <a:gd name="connsiteY18" fmla="*/ 34068 h 112311"/>
                  <a:gd name="connsiteX19" fmla="*/ 0 w 97396"/>
                  <a:gd name="connsiteY19" fmla="*/ 56074 h 112311"/>
                  <a:gd name="connsiteX20" fmla="*/ 4157 w 97396"/>
                  <a:gd name="connsiteY20" fmla="*/ 78080 h 112311"/>
                  <a:gd name="connsiteX21" fmla="*/ 16056 w 97396"/>
                  <a:gd name="connsiteY21" fmla="*/ 96011 h 112311"/>
                  <a:gd name="connsiteX22" fmla="*/ 33987 w 97396"/>
                  <a:gd name="connsiteY22" fmla="*/ 107992 h 112311"/>
                  <a:gd name="connsiteX23" fmla="*/ 56319 w 97396"/>
                  <a:gd name="connsiteY23" fmla="*/ 112312 h 112311"/>
                  <a:gd name="connsiteX24" fmla="*/ 79466 w 97396"/>
                  <a:gd name="connsiteY24" fmla="*/ 108074 h 112311"/>
                  <a:gd name="connsiteX25" fmla="*/ 97397 w 97396"/>
                  <a:gd name="connsiteY25" fmla="*/ 96337 h 112311"/>
                  <a:gd name="connsiteX26" fmla="*/ 82971 w 97396"/>
                  <a:gd name="connsiteY26" fmla="*/ 81911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82971" y="82074"/>
                    </a:moveTo>
                    <a:cubicBezTo>
                      <a:pt x="79873" y="85416"/>
                      <a:pt x="76124" y="88024"/>
                      <a:pt x="71805" y="89898"/>
                    </a:cubicBezTo>
                    <a:cubicBezTo>
                      <a:pt x="67485" y="91773"/>
                      <a:pt x="62269" y="92751"/>
                      <a:pt x="56156" y="92751"/>
                    </a:cubicBezTo>
                    <a:cubicBezTo>
                      <a:pt x="51103" y="92751"/>
                      <a:pt x="46457" y="91855"/>
                      <a:pt x="42300" y="90143"/>
                    </a:cubicBezTo>
                    <a:cubicBezTo>
                      <a:pt x="38144" y="88350"/>
                      <a:pt x="34476" y="85905"/>
                      <a:pt x="31379" y="82726"/>
                    </a:cubicBezTo>
                    <a:cubicBezTo>
                      <a:pt x="28282" y="79547"/>
                      <a:pt x="25918" y="75635"/>
                      <a:pt x="24207" y="71153"/>
                    </a:cubicBezTo>
                    <a:cubicBezTo>
                      <a:pt x="22576" y="66670"/>
                      <a:pt x="21762" y="61698"/>
                      <a:pt x="21762" y="56156"/>
                    </a:cubicBezTo>
                    <a:cubicBezTo>
                      <a:pt x="21762" y="50614"/>
                      <a:pt x="22576" y="45805"/>
                      <a:pt x="24207" y="41322"/>
                    </a:cubicBezTo>
                    <a:cubicBezTo>
                      <a:pt x="25837" y="36840"/>
                      <a:pt x="28200" y="32927"/>
                      <a:pt x="31379" y="29667"/>
                    </a:cubicBezTo>
                    <a:cubicBezTo>
                      <a:pt x="34557" y="26407"/>
                      <a:pt x="38144" y="23962"/>
                      <a:pt x="42300" y="22250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3" y="22495"/>
                    </a:cubicBezTo>
                    <a:cubicBezTo>
                      <a:pt x="75472" y="24370"/>
                      <a:pt x="79140" y="26978"/>
                      <a:pt x="82156" y="30238"/>
                    </a:cubicBezTo>
                    <a:lnTo>
                      <a:pt x="96582" y="15812"/>
                    </a:lnTo>
                    <a:cubicBezTo>
                      <a:pt x="91529" y="10921"/>
                      <a:pt x="85742" y="7091"/>
                      <a:pt x="79140" y="4238"/>
                    </a:cubicBezTo>
                    <a:cubicBezTo>
                      <a:pt x="72538" y="1386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1" y="21272"/>
                      <a:pt x="7009" y="27222"/>
                      <a:pt x="4157" y="34068"/>
                    </a:cubicBezTo>
                    <a:cubicBezTo>
                      <a:pt x="1386" y="40915"/>
                      <a:pt x="0" y="48250"/>
                      <a:pt x="0" y="56074"/>
                    </a:cubicBezTo>
                    <a:cubicBezTo>
                      <a:pt x="0" y="63899"/>
                      <a:pt x="1386" y="71234"/>
                      <a:pt x="4157" y="78080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1" y="105140"/>
                      <a:pt x="33987" y="107992"/>
                    </a:cubicBezTo>
                    <a:cubicBezTo>
                      <a:pt x="40833" y="110926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lose/>
                  </a:path>
                </a:pathLst>
              </a:custGeom>
              <a:solidFill>
                <a:srgbClr val="403592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0A72F0D1-CC29-BC04-372B-81C002FAC2CC}"/>
                </a:ext>
              </a:extLst>
            </p:cNvPr>
            <p:cNvSpPr/>
            <p:nvPr/>
          </p:nvSpPr>
          <p:spPr>
            <a:xfrm>
              <a:off x="5309816" y="606938"/>
              <a:ext cx="302296" cy="50369"/>
            </a:xfrm>
            <a:custGeom>
              <a:avLst/>
              <a:gdLst>
                <a:gd name="connsiteX0" fmla="*/ 0 w 302296"/>
                <a:gd name="connsiteY0" fmla="*/ 0 h 50369"/>
                <a:gd name="connsiteX1" fmla="*/ 302297 w 302296"/>
                <a:gd name="connsiteY1" fmla="*/ 0 h 50369"/>
                <a:gd name="connsiteX2" fmla="*/ 302297 w 302296"/>
                <a:gd name="connsiteY2" fmla="*/ 50369 h 50369"/>
                <a:gd name="connsiteX3" fmla="*/ 0 w 302296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296" h="50369">
                  <a:moveTo>
                    <a:pt x="0" y="0"/>
                  </a:moveTo>
                  <a:lnTo>
                    <a:pt x="302297" y="0"/>
                  </a:lnTo>
                  <a:lnTo>
                    <a:pt x="302297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4" name="Graphic 2241">
            <a:extLst>
              <a:ext uri="{FF2B5EF4-FFF2-40B4-BE49-F238E27FC236}">
                <a16:creationId xmlns:a16="http://schemas.microsoft.com/office/drawing/2014/main" id="{DC495939-BDCB-469A-CEF1-99A62A139407}"/>
              </a:ext>
            </a:extLst>
          </p:cNvPr>
          <p:cNvGrpSpPr/>
          <p:nvPr/>
        </p:nvGrpSpPr>
        <p:grpSpPr>
          <a:xfrm>
            <a:off x="6811849" y="4990433"/>
            <a:ext cx="956444" cy="220385"/>
            <a:chOff x="2000445" y="5613947"/>
            <a:chExt cx="956444" cy="220385"/>
          </a:xfrm>
        </p:grpSpPr>
        <p:grpSp>
          <p:nvGrpSpPr>
            <p:cNvPr id="225" name="Graphic 2241">
              <a:extLst>
                <a:ext uri="{FF2B5EF4-FFF2-40B4-BE49-F238E27FC236}">
                  <a16:creationId xmlns:a16="http://schemas.microsoft.com/office/drawing/2014/main" id="{B7748A9C-C196-2FC4-B05E-31C61B7A51BA}"/>
                </a:ext>
              </a:extLst>
            </p:cNvPr>
            <p:cNvGrpSpPr/>
            <p:nvPr/>
          </p:nvGrpSpPr>
          <p:grpSpPr>
            <a:xfrm>
              <a:off x="2006557" y="5613947"/>
              <a:ext cx="950331" cy="111496"/>
              <a:chOff x="2006557" y="5613947"/>
              <a:chExt cx="950331" cy="111496"/>
            </a:xfrm>
            <a:solidFill>
              <a:srgbClr val="FFFFFF"/>
            </a:solidFill>
          </p:grpSpPr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1FB802EE-CF64-E3EE-2CF2-6AEC4A69EB20}"/>
                  </a:ext>
                </a:extLst>
              </p:cNvPr>
              <p:cNvSpPr/>
              <p:nvPr/>
            </p:nvSpPr>
            <p:spPr>
              <a:xfrm>
                <a:off x="2006557" y="5615578"/>
                <a:ext cx="89653" cy="108154"/>
              </a:xfrm>
              <a:custGeom>
                <a:avLst/>
                <a:gdLst>
                  <a:gd name="connsiteX0" fmla="*/ 68789 w 89653"/>
                  <a:gd name="connsiteY0" fmla="*/ 69848 h 108154"/>
                  <a:gd name="connsiteX1" fmla="*/ 14589 w 89653"/>
                  <a:gd name="connsiteY1" fmla="*/ 0 h 108154"/>
                  <a:gd name="connsiteX2" fmla="*/ 0 w 89653"/>
                  <a:gd name="connsiteY2" fmla="*/ 0 h 108154"/>
                  <a:gd name="connsiteX3" fmla="*/ 0 w 89653"/>
                  <a:gd name="connsiteY3" fmla="*/ 108155 h 108154"/>
                  <a:gd name="connsiteX4" fmla="*/ 20946 w 89653"/>
                  <a:gd name="connsiteY4" fmla="*/ 108155 h 108154"/>
                  <a:gd name="connsiteX5" fmla="*/ 20946 w 89653"/>
                  <a:gd name="connsiteY5" fmla="*/ 38551 h 108154"/>
                  <a:gd name="connsiteX6" fmla="*/ 74739 w 89653"/>
                  <a:gd name="connsiteY6" fmla="*/ 108155 h 108154"/>
                  <a:gd name="connsiteX7" fmla="*/ 89654 w 89653"/>
                  <a:gd name="connsiteY7" fmla="*/ 108155 h 108154"/>
                  <a:gd name="connsiteX8" fmla="*/ 89654 w 89653"/>
                  <a:gd name="connsiteY8" fmla="*/ 0 h 108154"/>
                  <a:gd name="connsiteX9" fmla="*/ 68789 w 89653"/>
                  <a:gd name="connsiteY9" fmla="*/ 0 h 108154"/>
                  <a:gd name="connsiteX10" fmla="*/ 68789 w 89653"/>
                  <a:gd name="connsiteY10" fmla="*/ 69848 h 10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653" h="108154">
                    <a:moveTo>
                      <a:pt x="68789" y="69848"/>
                    </a:moveTo>
                    <a:lnTo>
                      <a:pt x="14589" y="0"/>
                    </a:lnTo>
                    <a:lnTo>
                      <a:pt x="0" y="0"/>
                    </a:lnTo>
                    <a:lnTo>
                      <a:pt x="0" y="108155"/>
                    </a:lnTo>
                    <a:lnTo>
                      <a:pt x="20946" y="108155"/>
                    </a:lnTo>
                    <a:lnTo>
                      <a:pt x="20946" y="38551"/>
                    </a:lnTo>
                    <a:lnTo>
                      <a:pt x="74739" y="108155"/>
                    </a:lnTo>
                    <a:lnTo>
                      <a:pt x="89654" y="108155"/>
                    </a:lnTo>
                    <a:lnTo>
                      <a:pt x="89654" y="0"/>
                    </a:lnTo>
                    <a:lnTo>
                      <a:pt x="68789" y="0"/>
                    </a:lnTo>
                    <a:lnTo>
                      <a:pt x="68789" y="6984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D79E1BA-EDCB-FB41-3D38-2D68BFBA07D5}"/>
                  </a:ext>
                </a:extLst>
              </p:cNvPr>
              <p:cNvSpPr/>
              <p:nvPr/>
            </p:nvSpPr>
            <p:spPr>
              <a:xfrm>
                <a:off x="2117973" y="5615578"/>
                <a:ext cx="104161" cy="108154"/>
              </a:xfrm>
              <a:custGeom>
                <a:avLst/>
                <a:gdLst>
                  <a:gd name="connsiteX0" fmla="*/ 43686 w 104161"/>
                  <a:gd name="connsiteY0" fmla="*/ 0 h 108154"/>
                  <a:gd name="connsiteX1" fmla="*/ 0 w 104161"/>
                  <a:gd name="connsiteY1" fmla="*/ 108155 h 108154"/>
                  <a:gd name="connsiteX2" fmla="*/ 22169 w 104161"/>
                  <a:gd name="connsiteY2" fmla="*/ 108155 h 108154"/>
                  <a:gd name="connsiteX3" fmla="*/ 29830 w 104161"/>
                  <a:gd name="connsiteY3" fmla="*/ 88024 h 108154"/>
                  <a:gd name="connsiteX4" fmla="*/ 74168 w 104161"/>
                  <a:gd name="connsiteY4" fmla="*/ 88024 h 108154"/>
                  <a:gd name="connsiteX5" fmla="*/ 81830 w 104161"/>
                  <a:gd name="connsiteY5" fmla="*/ 108155 h 108154"/>
                  <a:gd name="connsiteX6" fmla="*/ 104162 w 104161"/>
                  <a:gd name="connsiteY6" fmla="*/ 108155 h 108154"/>
                  <a:gd name="connsiteX7" fmla="*/ 60965 w 104161"/>
                  <a:gd name="connsiteY7" fmla="*/ 0 h 108154"/>
                  <a:gd name="connsiteX8" fmla="*/ 43767 w 104161"/>
                  <a:gd name="connsiteY8" fmla="*/ 0 h 108154"/>
                  <a:gd name="connsiteX9" fmla="*/ 36514 w 104161"/>
                  <a:gd name="connsiteY9" fmla="*/ 70500 h 108154"/>
                  <a:gd name="connsiteX10" fmla="*/ 52081 w 104161"/>
                  <a:gd name="connsiteY10" fmla="*/ 29667 h 108154"/>
                  <a:gd name="connsiteX11" fmla="*/ 67566 w 104161"/>
                  <a:gd name="connsiteY11" fmla="*/ 70500 h 108154"/>
                  <a:gd name="connsiteX12" fmla="*/ 36514 w 104161"/>
                  <a:gd name="connsiteY12" fmla="*/ 70500 h 10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161" h="108154">
                    <a:moveTo>
                      <a:pt x="43686" y="0"/>
                    </a:moveTo>
                    <a:lnTo>
                      <a:pt x="0" y="108155"/>
                    </a:lnTo>
                    <a:lnTo>
                      <a:pt x="22169" y="108155"/>
                    </a:lnTo>
                    <a:lnTo>
                      <a:pt x="29830" y="88024"/>
                    </a:lnTo>
                    <a:lnTo>
                      <a:pt x="74168" y="88024"/>
                    </a:lnTo>
                    <a:lnTo>
                      <a:pt x="81830" y="108155"/>
                    </a:lnTo>
                    <a:lnTo>
                      <a:pt x="104162" y="108155"/>
                    </a:lnTo>
                    <a:lnTo>
                      <a:pt x="60965" y="0"/>
                    </a:lnTo>
                    <a:lnTo>
                      <a:pt x="43767" y="0"/>
                    </a:lnTo>
                    <a:close/>
                    <a:moveTo>
                      <a:pt x="36514" y="70500"/>
                    </a:moveTo>
                    <a:lnTo>
                      <a:pt x="52081" y="29667"/>
                    </a:lnTo>
                    <a:lnTo>
                      <a:pt x="67566" y="70500"/>
                    </a:lnTo>
                    <a:lnTo>
                      <a:pt x="36514" y="7050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A4D08038-A37A-E234-B789-B3E234952261}"/>
                  </a:ext>
                </a:extLst>
              </p:cNvPr>
              <p:cNvSpPr/>
              <p:nvPr/>
            </p:nvSpPr>
            <p:spPr>
              <a:xfrm>
                <a:off x="2242592" y="5615578"/>
                <a:ext cx="89653" cy="108154"/>
              </a:xfrm>
              <a:custGeom>
                <a:avLst/>
                <a:gdLst>
                  <a:gd name="connsiteX0" fmla="*/ 68708 w 89653"/>
                  <a:gd name="connsiteY0" fmla="*/ 69848 h 108154"/>
                  <a:gd name="connsiteX1" fmla="*/ 14589 w 89653"/>
                  <a:gd name="connsiteY1" fmla="*/ 0 h 108154"/>
                  <a:gd name="connsiteX2" fmla="*/ 0 w 89653"/>
                  <a:gd name="connsiteY2" fmla="*/ 0 h 108154"/>
                  <a:gd name="connsiteX3" fmla="*/ 0 w 89653"/>
                  <a:gd name="connsiteY3" fmla="*/ 108155 h 108154"/>
                  <a:gd name="connsiteX4" fmla="*/ 20865 w 89653"/>
                  <a:gd name="connsiteY4" fmla="*/ 108155 h 108154"/>
                  <a:gd name="connsiteX5" fmla="*/ 20865 w 89653"/>
                  <a:gd name="connsiteY5" fmla="*/ 38551 h 108154"/>
                  <a:gd name="connsiteX6" fmla="*/ 74739 w 89653"/>
                  <a:gd name="connsiteY6" fmla="*/ 108155 h 108154"/>
                  <a:gd name="connsiteX7" fmla="*/ 89654 w 89653"/>
                  <a:gd name="connsiteY7" fmla="*/ 108155 h 108154"/>
                  <a:gd name="connsiteX8" fmla="*/ 89654 w 89653"/>
                  <a:gd name="connsiteY8" fmla="*/ 0 h 108154"/>
                  <a:gd name="connsiteX9" fmla="*/ 68708 w 89653"/>
                  <a:gd name="connsiteY9" fmla="*/ 0 h 108154"/>
                  <a:gd name="connsiteX10" fmla="*/ 68708 w 89653"/>
                  <a:gd name="connsiteY10" fmla="*/ 69848 h 10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653" h="108154">
                    <a:moveTo>
                      <a:pt x="68708" y="69848"/>
                    </a:moveTo>
                    <a:lnTo>
                      <a:pt x="14589" y="0"/>
                    </a:lnTo>
                    <a:lnTo>
                      <a:pt x="0" y="0"/>
                    </a:lnTo>
                    <a:lnTo>
                      <a:pt x="0" y="108155"/>
                    </a:lnTo>
                    <a:lnTo>
                      <a:pt x="20865" y="108155"/>
                    </a:lnTo>
                    <a:lnTo>
                      <a:pt x="20865" y="38551"/>
                    </a:lnTo>
                    <a:lnTo>
                      <a:pt x="74739" y="108155"/>
                    </a:lnTo>
                    <a:lnTo>
                      <a:pt x="89654" y="108155"/>
                    </a:lnTo>
                    <a:lnTo>
                      <a:pt x="89654" y="0"/>
                    </a:lnTo>
                    <a:lnTo>
                      <a:pt x="68708" y="0"/>
                    </a:lnTo>
                    <a:lnTo>
                      <a:pt x="68708" y="6984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670E566D-2625-4096-F8B8-F9FDF5A84B47}"/>
                  </a:ext>
                </a:extLst>
              </p:cNvPr>
              <p:cNvSpPr/>
              <p:nvPr/>
            </p:nvSpPr>
            <p:spPr>
              <a:xfrm>
                <a:off x="2356371" y="5613947"/>
                <a:ext cx="112148" cy="111496"/>
              </a:xfrm>
              <a:custGeom>
                <a:avLst/>
                <a:gdLst>
                  <a:gd name="connsiteX0" fmla="*/ 95930 w 112148"/>
                  <a:gd name="connsiteY0" fmla="*/ 15974 h 111496"/>
                  <a:gd name="connsiteX1" fmla="*/ 78162 w 112148"/>
                  <a:gd name="connsiteY1" fmla="*/ 4157 h 111496"/>
                  <a:gd name="connsiteX2" fmla="*/ 55993 w 112148"/>
                  <a:gd name="connsiteY2" fmla="*/ 0 h 111496"/>
                  <a:gd name="connsiteX3" fmla="*/ 33987 w 112148"/>
                  <a:gd name="connsiteY3" fmla="*/ 4157 h 111496"/>
                  <a:gd name="connsiteX4" fmla="*/ 16219 w 112148"/>
                  <a:gd name="connsiteY4" fmla="*/ 15974 h 111496"/>
                  <a:gd name="connsiteX5" fmla="*/ 4320 w 112148"/>
                  <a:gd name="connsiteY5" fmla="*/ 33742 h 111496"/>
                  <a:gd name="connsiteX6" fmla="*/ 0 w 112148"/>
                  <a:gd name="connsiteY6" fmla="*/ 55504 h 111496"/>
                  <a:gd name="connsiteX7" fmla="*/ 4320 w 112148"/>
                  <a:gd name="connsiteY7" fmla="*/ 77347 h 111496"/>
                  <a:gd name="connsiteX8" fmla="*/ 16301 w 112148"/>
                  <a:gd name="connsiteY8" fmla="*/ 95196 h 111496"/>
                  <a:gd name="connsiteX9" fmla="*/ 34232 w 112148"/>
                  <a:gd name="connsiteY9" fmla="*/ 107177 h 111496"/>
                  <a:gd name="connsiteX10" fmla="*/ 56319 w 112148"/>
                  <a:gd name="connsiteY10" fmla="*/ 111497 h 111496"/>
                  <a:gd name="connsiteX11" fmla="*/ 78243 w 112148"/>
                  <a:gd name="connsiteY11" fmla="*/ 107258 h 111496"/>
                  <a:gd name="connsiteX12" fmla="*/ 96011 w 112148"/>
                  <a:gd name="connsiteY12" fmla="*/ 95359 h 111496"/>
                  <a:gd name="connsiteX13" fmla="*/ 107829 w 112148"/>
                  <a:gd name="connsiteY13" fmla="*/ 77510 h 111496"/>
                  <a:gd name="connsiteX14" fmla="*/ 112149 w 112148"/>
                  <a:gd name="connsiteY14" fmla="*/ 55667 h 111496"/>
                  <a:gd name="connsiteX15" fmla="*/ 107829 w 112148"/>
                  <a:gd name="connsiteY15" fmla="*/ 33824 h 111496"/>
                  <a:gd name="connsiteX16" fmla="*/ 95930 w 112148"/>
                  <a:gd name="connsiteY16" fmla="*/ 15974 h 111496"/>
                  <a:gd name="connsiteX17" fmla="*/ 86231 w 112148"/>
                  <a:gd name="connsiteY17" fmla="*/ 74657 h 111496"/>
                  <a:gd name="connsiteX18" fmla="*/ 74168 w 112148"/>
                  <a:gd name="connsiteY18" fmla="*/ 87535 h 111496"/>
                  <a:gd name="connsiteX19" fmla="*/ 56074 w 112148"/>
                  <a:gd name="connsiteY19" fmla="*/ 92181 h 111496"/>
                  <a:gd name="connsiteX20" fmla="*/ 42137 w 112148"/>
                  <a:gd name="connsiteY20" fmla="*/ 89491 h 111496"/>
                  <a:gd name="connsiteX21" fmla="*/ 31216 w 112148"/>
                  <a:gd name="connsiteY21" fmla="*/ 81993 h 111496"/>
                  <a:gd name="connsiteX22" fmla="*/ 24207 w 112148"/>
                  <a:gd name="connsiteY22" fmla="*/ 70419 h 111496"/>
                  <a:gd name="connsiteX23" fmla="*/ 21761 w 112148"/>
                  <a:gd name="connsiteY23" fmla="*/ 55504 h 111496"/>
                  <a:gd name="connsiteX24" fmla="*/ 26163 w 112148"/>
                  <a:gd name="connsiteY24" fmla="*/ 36595 h 111496"/>
                  <a:gd name="connsiteX25" fmla="*/ 38225 w 112148"/>
                  <a:gd name="connsiteY25" fmla="*/ 23880 h 111496"/>
                  <a:gd name="connsiteX26" fmla="*/ 56074 w 112148"/>
                  <a:gd name="connsiteY26" fmla="*/ 19316 h 111496"/>
                  <a:gd name="connsiteX27" fmla="*/ 70175 w 112148"/>
                  <a:gd name="connsiteY27" fmla="*/ 21924 h 111496"/>
                  <a:gd name="connsiteX28" fmla="*/ 81015 w 112148"/>
                  <a:gd name="connsiteY28" fmla="*/ 29423 h 111496"/>
                  <a:gd name="connsiteX29" fmla="*/ 88105 w 112148"/>
                  <a:gd name="connsiteY29" fmla="*/ 40914 h 111496"/>
                  <a:gd name="connsiteX30" fmla="*/ 90550 w 112148"/>
                  <a:gd name="connsiteY30" fmla="*/ 55504 h 111496"/>
                  <a:gd name="connsiteX31" fmla="*/ 86231 w 112148"/>
                  <a:gd name="connsiteY31" fmla="*/ 74657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148" h="111496">
                    <a:moveTo>
                      <a:pt x="95930" y="15974"/>
                    </a:moveTo>
                    <a:cubicBezTo>
                      <a:pt x="90877" y="10840"/>
                      <a:pt x="84927" y="6928"/>
                      <a:pt x="78162" y="4157"/>
                    </a:cubicBezTo>
                    <a:cubicBezTo>
                      <a:pt x="71397" y="1385"/>
                      <a:pt x="63980" y="0"/>
                      <a:pt x="55993" y="0"/>
                    </a:cubicBezTo>
                    <a:cubicBezTo>
                      <a:pt x="48006" y="0"/>
                      <a:pt x="40752" y="1385"/>
                      <a:pt x="33987" y="4157"/>
                    </a:cubicBezTo>
                    <a:cubicBezTo>
                      <a:pt x="27222" y="6928"/>
                      <a:pt x="21272" y="10840"/>
                      <a:pt x="16219" y="15974"/>
                    </a:cubicBezTo>
                    <a:cubicBezTo>
                      <a:pt x="11166" y="21109"/>
                      <a:pt x="7172" y="27059"/>
                      <a:pt x="4320" y="33742"/>
                    </a:cubicBezTo>
                    <a:cubicBezTo>
                      <a:pt x="1467" y="40425"/>
                      <a:pt x="0" y="47679"/>
                      <a:pt x="0" y="55504"/>
                    </a:cubicBezTo>
                    <a:cubicBezTo>
                      <a:pt x="0" y="63328"/>
                      <a:pt x="1467" y="70582"/>
                      <a:pt x="4320" y="77347"/>
                    </a:cubicBezTo>
                    <a:cubicBezTo>
                      <a:pt x="7172" y="84112"/>
                      <a:pt x="11166" y="90061"/>
                      <a:pt x="16301" y="95196"/>
                    </a:cubicBezTo>
                    <a:cubicBezTo>
                      <a:pt x="21435" y="100331"/>
                      <a:pt x="27385" y="104324"/>
                      <a:pt x="34232" y="107177"/>
                    </a:cubicBezTo>
                    <a:cubicBezTo>
                      <a:pt x="41078" y="110030"/>
                      <a:pt x="48413" y="111497"/>
                      <a:pt x="56319" y="111497"/>
                    </a:cubicBezTo>
                    <a:cubicBezTo>
                      <a:pt x="64225" y="111497"/>
                      <a:pt x="71397" y="110111"/>
                      <a:pt x="78243" y="107258"/>
                    </a:cubicBezTo>
                    <a:cubicBezTo>
                      <a:pt x="85090" y="104406"/>
                      <a:pt x="90958" y="100494"/>
                      <a:pt x="96011" y="95359"/>
                    </a:cubicBezTo>
                    <a:cubicBezTo>
                      <a:pt x="101064" y="90225"/>
                      <a:pt x="104977" y="84274"/>
                      <a:pt x="107829" y="77510"/>
                    </a:cubicBezTo>
                    <a:cubicBezTo>
                      <a:pt x="110682" y="70745"/>
                      <a:pt x="112149" y="63491"/>
                      <a:pt x="112149" y="55667"/>
                    </a:cubicBezTo>
                    <a:cubicBezTo>
                      <a:pt x="112149" y="47843"/>
                      <a:pt x="110682" y="40589"/>
                      <a:pt x="107829" y="33824"/>
                    </a:cubicBezTo>
                    <a:cubicBezTo>
                      <a:pt x="104977" y="27059"/>
                      <a:pt x="100983" y="21109"/>
                      <a:pt x="95930" y="15974"/>
                    </a:cubicBezTo>
                    <a:close/>
                    <a:moveTo>
                      <a:pt x="86231" y="74657"/>
                    </a:moveTo>
                    <a:cubicBezTo>
                      <a:pt x="83378" y="80118"/>
                      <a:pt x="79303" y="84438"/>
                      <a:pt x="74168" y="87535"/>
                    </a:cubicBezTo>
                    <a:cubicBezTo>
                      <a:pt x="68952" y="90632"/>
                      <a:pt x="62921" y="92181"/>
                      <a:pt x="56074" y="92181"/>
                    </a:cubicBezTo>
                    <a:cubicBezTo>
                      <a:pt x="51021" y="92181"/>
                      <a:pt x="46376" y="91284"/>
                      <a:pt x="42137" y="89491"/>
                    </a:cubicBezTo>
                    <a:cubicBezTo>
                      <a:pt x="37899" y="87698"/>
                      <a:pt x="34232" y="85171"/>
                      <a:pt x="31216" y="81993"/>
                    </a:cubicBezTo>
                    <a:cubicBezTo>
                      <a:pt x="28200" y="78814"/>
                      <a:pt x="25837" y="74983"/>
                      <a:pt x="24207" y="70419"/>
                    </a:cubicBezTo>
                    <a:cubicBezTo>
                      <a:pt x="22576" y="65936"/>
                      <a:pt x="21761" y="60965"/>
                      <a:pt x="21761" y="55504"/>
                    </a:cubicBezTo>
                    <a:cubicBezTo>
                      <a:pt x="21761" y="48332"/>
                      <a:pt x="23229" y="42056"/>
                      <a:pt x="26163" y="36595"/>
                    </a:cubicBezTo>
                    <a:cubicBezTo>
                      <a:pt x="29097" y="31134"/>
                      <a:pt x="33090" y="26896"/>
                      <a:pt x="38225" y="23880"/>
                    </a:cubicBezTo>
                    <a:cubicBezTo>
                      <a:pt x="43360" y="20865"/>
                      <a:pt x="49310" y="19316"/>
                      <a:pt x="56074" y="19316"/>
                    </a:cubicBezTo>
                    <a:cubicBezTo>
                      <a:pt x="61291" y="19316"/>
                      <a:pt x="66018" y="20213"/>
                      <a:pt x="70175" y="21924"/>
                    </a:cubicBezTo>
                    <a:cubicBezTo>
                      <a:pt x="74331" y="23636"/>
                      <a:pt x="77917" y="26162"/>
                      <a:pt x="81015" y="29423"/>
                    </a:cubicBezTo>
                    <a:cubicBezTo>
                      <a:pt x="84112" y="32683"/>
                      <a:pt x="86475" y="36513"/>
                      <a:pt x="88105" y="40914"/>
                    </a:cubicBezTo>
                    <a:cubicBezTo>
                      <a:pt x="89735" y="45316"/>
                      <a:pt x="90550" y="50206"/>
                      <a:pt x="90550" y="55504"/>
                    </a:cubicBezTo>
                    <a:cubicBezTo>
                      <a:pt x="90550" y="62758"/>
                      <a:pt x="89083" y="69196"/>
                      <a:pt x="86231" y="74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F0AE483-E7EA-FCA3-3706-2AEA87234CFD}"/>
                  </a:ext>
                </a:extLst>
              </p:cNvPr>
              <p:cNvSpPr/>
              <p:nvPr/>
            </p:nvSpPr>
            <p:spPr>
              <a:xfrm>
                <a:off x="2493215" y="5675319"/>
                <a:ext cx="53221" cy="18501"/>
              </a:xfrm>
              <a:custGeom>
                <a:avLst/>
                <a:gdLst>
                  <a:gd name="connsiteX0" fmla="*/ 0 w 53221"/>
                  <a:gd name="connsiteY0" fmla="*/ 0 h 18501"/>
                  <a:gd name="connsiteX1" fmla="*/ 53222 w 53221"/>
                  <a:gd name="connsiteY1" fmla="*/ 0 h 18501"/>
                  <a:gd name="connsiteX2" fmla="*/ 53222 w 53221"/>
                  <a:gd name="connsiteY2" fmla="*/ 18501 h 18501"/>
                  <a:gd name="connsiteX3" fmla="*/ 0 w 53221"/>
                  <a:gd name="connsiteY3" fmla="*/ 18501 h 18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221" h="18501">
                    <a:moveTo>
                      <a:pt x="0" y="0"/>
                    </a:moveTo>
                    <a:lnTo>
                      <a:pt x="53222" y="0"/>
                    </a:lnTo>
                    <a:lnTo>
                      <a:pt x="53222" y="18501"/>
                    </a:lnTo>
                    <a:lnTo>
                      <a:pt x="0" y="1850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1C93C55F-559E-45CD-26D8-9CD87E5CE282}"/>
                  </a:ext>
                </a:extLst>
              </p:cNvPr>
              <p:cNvSpPr/>
              <p:nvPr/>
            </p:nvSpPr>
            <p:spPr>
              <a:xfrm>
                <a:off x="2571133" y="5613947"/>
                <a:ext cx="109214" cy="111333"/>
              </a:xfrm>
              <a:custGeom>
                <a:avLst/>
                <a:gdLst>
                  <a:gd name="connsiteX0" fmla="*/ 53874 w 109214"/>
                  <a:gd name="connsiteY0" fmla="*/ 68300 h 111333"/>
                  <a:gd name="connsiteX1" fmla="*/ 86638 w 109214"/>
                  <a:gd name="connsiteY1" fmla="*/ 68626 h 111333"/>
                  <a:gd name="connsiteX2" fmla="*/ 83704 w 109214"/>
                  <a:gd name="connsiteY2" fmla="*/ 77184 h 111333"/>
                  <a:gd name="connsiteX3" fmla="*/ 72620 w 109214"/>
                  <a:gd name="connsiteY3" fmla="*/ 88187 h 111333"/>
                  <a:gd name="connsiteX4" fmla="*/ 55096 w 109214"/>
                  <a:gd name="connsiteY4" fmla="*/ 91854 h 111333"/>
                  <a:gd name="connsiteX5" fmla="*/ 37981 w 109214"/>
                  <a:gd name="connsiteY5" fmla="*/ 87290 h 111333"/>
                  <a:gd name="connsiteX6" fmla="*/ 25918 w 109214"/>
                  <a:gd name="connsiteY6" fmla="*/ 74575 h 111333"/>
                  <a:gd name="connsiteX7" fmla="*/ 21435 w 109214"/>
                  <a:gd name="connsiteY7" fmla="*/ 55504 h 111333"/>
                  <a:gd name="connsiteX8" fmla="*/ 25918 w 109214"/>
                  <a:gd name="connsiteY8" fmla="*/ 36758 h 111333"/>
                  <a:gd name="connsiteX9" fmla="*/ 38307 w 109214"/>
                  <a:gd name="connsiteY9" fmla="*/ 24044 h 111333"/>
                  <a:gd name="connsiteX10" fmla="*/ 56564 w 109214"/>
                  <a:gd name="connsiteY10" fmla="*/ 19479 h 111333"/>
                  <a:gd name="connsiteX11" fmla="*/ 73190 w 109214"/>
                  <a:gd name="connsiteY11" fmla="*/ 22984 h 111333"/>
                  <a:gd name="connsiteX12" fmla="*/ 85660 w 109214"/>
                  <a:gd name="connsiteY12" fmla="*/ 33253 h 111333"/>
                  <a:gd name="connsiteX13" fmla="*/ 100005 w 109214"/>
                  <a:gd name="connsiteY13" fmla="*/ 18909 h 111333"/>
                  <a:gd name="connsiteX14" fmla="*/ 81341 w 109214"/>
                  <a:gd name="connsiteY14" fmla="*/ 4890 h 111333"/>
                  <a:gd name="connsiteX15" fmla="*/ 56808 w 109214"/>
                  <a:gd name="connsiteY15" fmla="*/ 0 h 111333"/>
                  <a:gd name="connsiteX16" fmla="*/ 34476 w 109214"/>
                  <a:gd name="connsiteY16" fmla="*/ 4157 h 111333"/>
                  <a:gd name="connsiteX17" fmla="*/ 16464 w 109214"/>
                  <a:gd name="connsiteY17" fmla="*/ 15893 h 111333"/>
                  <a:gd name="connsiteX18" fmla="*/ 4401 w 109214"/>
                  <a:gd name="connsiteY18" fmla="*/ 33579 h 111333"/>
                  <a:gd name="connsiteX19" fmla="*/ 0 w 109214"/>
                  <a:gd name="connsiteY19" fmla="*/ 55341 h 111333"/>
                  <a:gd name="connsiteX20" fmla="*/ 4320 w 109214"/>
                  <a:gd name="connsiteY20" fmla="*/ 77184 h 111333"/>
                  <a:gd name="connsiteX21" fmla="*/ 16219 w 109214"/>
                  <a:gd name="connsiteY21" fmla="*/ 95033 h 111333"/>
                  <a:gd name="connsiteX22" fmla="*/ 33906 w 109214"/>
                  <a:gd name="connsiteY22" fmla="*/ 107014 h 111333"/>
                  <a:gd name="connsiteX23" fmla="*/ 55341 w 109214"/>
                  <a:gd name="connsiteY23" fmla="*/ 111334 h 111333"/>
                  <a:gd name="connsiteX24" fmla="*/ 83215 w 109214"/>
                  <a:gd name="connsiteY24" fmla="*/ 104813 h 111333"/>
                  <a:gd name="connsiteX25" fmla="*/ 102287 w 109214"/>
                  <a:gd name="connsiteY25" fmla="*/ 85171 h 111333"/>
                  <a:gd name="connsiteX26" fmla="*/ 109215 w 109214"/>
                  <a:gd name="connsiteY26" fmla="*/ 52733 h 111333"/>
                  <a:gd name="connsiteX27" fmla="*/ 109215 w 109214"/>
                  <a:gd name="connsiteY27" fmla="*/ 49635 h 111333"/>
                  <a:gd name="connsiteX28" fmla="*/ 53955 w 109214"/>
                  <a:gd name="connsiteY28" fmla="*/ 49635 h 111333"/>
                  <a:gd name="connsiteX29" fmla="*/ 53955 w 109214"/>
                  <a:gd name="connsiteY29" fmla="*/ 68137 h 111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09214" h="111333">
                    <a:moveTo>
                      <a:pt x="53874" y="68300"/>
                    </a:moveTo>
                    <a:lnTo>
                      <a:pt x="86638" y="68626"/>
                    </a:lnTo>
                    <a:cubicBezTo>
                      <a:pt x="85986" y="71805"/>
                      <a:pt x="85008" y="74657"/>
                      <a:pt x="83704" y="77184"/>
                    </a:cubicBezTo>
                    <a:cubicBezTo>
                      <a:pt x="81178" y="82074"/>
                      <a:pt x="77428" y="85741"/>
                      <a:pt x="72620" y="88187"/>
                    </a:cubicBezTo>
                    <a:cubicBezTo>
                      <a:pt x="67811" y="90632"/>
                      <a:pt x="61943" y="91854"/>
                      <a:pt x="55096" y="91854"/>
                    </a:cubicBezTo>
                    <a:cubicBezTo>
                      <a:pt x="48739" y="91854"/>
                      <a:pt x="43034" y="90306"/>
                      <a:pt x="37981" y="87290"/>
                    </a:cubicBezTo>
                    <a:cubicBezTo>
                      <a:pt x="32927" y="84274"/>
                      <a:pt x="28852" y="80037"/>
                      <a:pt x="25918" y="74575"/>
                    </a:cubicBezTo>
                    <a:cubicBezTo>
                      <a:pt x="22903" y="69115"/>
                      <a:pt x="21435" y="62758"/>
                      <a:pt x="21435" y="55504"/>
                    </a:cubicBezTo>
                    <a:cubicBezTo>
                      <a:pt x="21435" y="48250"/>
                      <a:pt x="22903" y="42137"/>
                      <a:pt x="25918" y="36758"/>
                    </a:cubicBezTo>
                    <a:cubicBezTo>
                      <a:pt x="28852" y="31297"/>
                      <a:pt x="33009" y="27059"/>
                      <a:pt x="38307" y="24044"/>
                    </a:cubicBezTo>
                    <a:cubicBezTo>
                      <a:pt x="43604" y="21028"/>
                      <a:pt x="49636" y="19479"/>
                      <a:pt x="56564" y="19479"/>
                    </a:cubicBezTo>
                    <a:cubicBezTo>
                      <a:pt x="62595" y="19479"/>
                      <a:pt x="68137" y="20620"/>
                      <a:pt x="73190" y="22984"/>
                    </a:cubicBezTo>
                    <a:cubicBezTo>
                      <a:pt x="78243" y="25347"/>
                      <a:pt x="82400" y="28771"/>
                      <a:pt x="85660" y="33253"/>
                    </a:cubicBezTo>
                    <a:lnTo>
                      <a:pt x="100005" y="18909"/>
                    </a:lnTo>
                    <a:cubicBezTo>
                      <a:pt x="94952" y="12877"/>
                      <a:pt x="88757" y="8232"/>
                      <a:pt x="81341" y="4890"/>
                    </a:cubicBezTo>
                    <a:cubicBezTo>
                      <a:pt x="73924" y="1630"/>
                      <a:pt x="65692" y="0"/>
                      <a:pt x="56808" y="0"/>
                    </a:cubicBezTo>
                    <a:cubicBezTo>
                      <a:pt x="48821" y="0"/>
                      <a:pt x="41404" y="1385"/>
                      <a:pt x="34476" y="4157"/>
                    </a:cubicBezTo>
                    <a:cubicBezTo>
                      <a:pt x="27630" y="6928"/>
                      <a:pt x="21598" y="10840"/>
                      <a:pt x="16464" y="15893"/>
                    </a:cubicBezTo>
                    <a:cubicBezTo>
                      <a:pt x="11329" y="20946"/>
                      <a:pt x="7335" y="26896"/>
                      <a:pt x="4401" y="33579"/>
                    </a:cubicBezTo>
                    <a:cubicBezTo>
                      <a:pt x="1467" y="40263"/>
                      <a:pt x="0" y="47516"/>
                      <a:pt x="0" y="55341"/>
                    </a:cubicBezTo>
                    <a:cubicBezTo>
                      <a:pt x="0" y="63165"/>
                      <a:pt x="1467" y="70419"/>
                      <a:pt x="4320" y="77184"/>
                    </a:cubicBezTo>
                    <a:cubicBezTo>
                      <a:pt x="7172" y="83949"/>
                      <a:pt x="11166" y="89898"/>
                      <a:pt x="16219" y="95033"/>
                    </a:cubicBezTo>
                    <a:cubicBezTo>
                      <a:pt x="21272" y="100168"/>
                      <a:pt x="27222" y="104161"/>
                      <a:pt x="33906" y="107014"/>
                    </a:cubicBezTo>
                    <a:cubicBezTo>
                      <a:pt x="40589" y="109867"/>
                      <a:pt x="47761" y="111334"/>
                      <a:pt x="55341" y="111334"/>
                    </a:cubicBezTo>
                    <a:cubicBezTo>
                      <a:pt x="65773" y="111334"/>
                      <a:pt x="75065" y="109133"/>
                      <a:pt x="83215" y="104813"/>
                    </a:cubicBezTo>
                    <a:cubicBezTo>
                      <a:pt x="91284" y="100494"/>
                      <a:pt x="97641" y="93892"/>
                      <a:pt x="102287" y="85171"/>
                    </a:cubicBezTo>
                    <a:cubicBezTo>
                      <a:pt x="106933" y="76450"/>
                      <a:pt x="109215" y="65610"/>
                      <a:pt x="109215" y="52733"/>
                    </a:cubicBezTo>
                    <a:lnTo>
                      <a:pt x="109215" y="49635"/>
                    </a:lnTo>
                    <a:lnTo>
                      <a:pt x="53955" y="49635"/>
                    </a:lnTo>
                    <a:lnTo>
                      <a:pt x="53955" y="6813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C3226270-2BE4-9F9B-DE0F-A2DF12713547}"/>
                  </a:ext>
                </a:extLst>
              </p:cNvPr>
              <p:cNvSpPr/>
              <p:nvPr/>
            </p:nvSpPr>
            <p:spPr>
              <a:xfrm>
                <a:off x="2703902" y="5615578"/>
                <a:ext cx="84437" cy="108154"/>
              </a:xfrm>
              <a:custGeom>
                <a:avLst/>
                <a:gdLst>
                  <a:gd name="connsiteX0" fmla="*/ 60639 w 84437"/>
                  <a:gd name="connsiteY0" fmla="*/ 59090 h 108154"/>
                  <a:gd name="connsiteX1" fmla="*/ 73027 w 84437"/>
                  <a:gd name="connsiteY1" fmla="*/ 48087 h 108154"/>
                  <a:gd name="connsiteX2" fmla="*/ 77428 w 84437"/>
                  <a:gd name="connsiteY2" fmla="*/ 31542 h 108154"/>
                  <a:gd name="connsiteX3" fmla="*/ 73027 w 84437"/>
                  <a:gd name="connsiteY3" fmla="*/ 15241 h 108154"/>
                  <a:gd name="connsiteX4" fmla="*/ 60720 w 84437"/>
                  <a:gd name="connsiteY4" fmla="*/ 4075 h 108154"/>
                  <a:gd name="connsiteX5" fmla="*/ 42463 w 84437"/>
                  <a:gd name="connsiteY5" fmla="*/ 0 h 108154"/>
                  <a:gd name="connsiteX6" fmla="*/ 0 w 84437"/>
                  <a:gd name="connsiteY6" fmla="*/ 0 h 108154"/>
                  <a:gd name="connsiteX7" fmla="*/ 0 w 84437"/>
                  <a:gd name="connsiteY7" fmla="*/ 108155 h 108154"/>
                  <a:gd name="connsiteX8" fmla="*/ 20946 w 84437"/>
                  <a:gd name="connsiteY8" fmla="*/ 108155 h 108154"/>
                  <a:gd name="connsiteX9" fmla="*/ 20946 w 84437"/>
                  <a:gd name="connsiteY9" fmla="*/ 63084 h 108154"/>
                  <a:gd name="connsiteX10" fmla="*/ 24533 w 84437"/>
                  <a:gd name="connsiteY10" fmla="*/ 63084 h 108154"/>
                  <a:gd name="connsiteX11" fmla="*/ 59090 w 84437"/>
                  <a:gd name="connsiteY11" fmla="*/ 108155 h 108154"/>
                  <a:gd name="connsiteX12" fmla="*/ 84438 w 84437"/>
                  <a:gd name="connsiteY12" fmla="*/ 108155 h 108154"/>
                  <a:gd name="connsiteX13" fmla="*/ 48332 w 84437"/>
                  <a:gd name="connsiteY13" fmla="*/ 62676 h 108154"/>
                  <a:gd name="connsiteX14" fmla="*/ 60557 w 84437"/>
                  <a:gd name="connsiteY14" fmla="*/ 59090 h 108154"/>
                  <a:gd name="connsiteX15" fmla="*/ 20946 w 84437"/>
                  <a:gd name="connsiteY15" fmla="*/ 17116 h 108154"/>
                  <a:gd name="connsiteX16" fmla="*/ 40507 w 84437"/>
                  <a:gd name="connsiteY16" fmla="*/ 17116 h 108154"/>
                  <a:gd name="connsiteX17" fmla="*/ 52325 w 84437"/>
                  <a:gd name="connsiteY17" fmla="*/ 21354 h 108154"/>
                  <a:gd name="connsiteX18" fmla="*/ 56482 w 84437"/>
                  <a:gd name="connsiteY18" fmla="*/ 32031 h 108154"/>
                  <a:gd name="connsiteX19" fmla="*/ 52325 w 84437"/>
                  <a:gd name="connsiteY19" fmla="*/ 42708 h 108154"/>
                  <a:gd name="connsiteX20" fmla="*/ 40344 w 84437"/>
                  <a:gd name="connsiteY20" fmla="*/ 46620 h 108154"/>
                  <a:gd name="connsiteX21" fmla="*/ 20946 w 84437"/>
                  <a:gd name="connsiteY21" fmla="*/ 46620 h 108154"/>
                  <a:gd name="connsiteX22" fmla="*/ 20946 w 84437"/>
                  <a:gd name="connsiteY22" fmla="*/ 17116 h 108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4437" h="108154">
                    <a:moveTo>
                      <a:pt x="60639" y="59090"/>
                    </a:moveTo>
                    <a:cubicBezTo>
                      <a:pt x="65936" y="56400"/>
                      <a:pt x="70093" y="52733"/>
                      <a:pt x="73027" y="48087"/>
                    </a:cubicBezTo>
                    <a:cubicBezTo>
                      <a:pt x="75961" y="43441"/>
                      <a:pt x="77428" y="37899"/>
                      <a:pt x="77428" y="31542"/>
                    </a:cubicBezTo>
                    <a:cubicBezTo>
                      <a:pt x="77428" y="25184"/>
                      <a:pt x="75961" y="19968"/>
                      <a:pt x="73027" y="15241"/>
                    </a:cubicBezTo>
                    <a:cubicBezTo>
                      <a:pt x="70093" y="10514"/>
                      <a:pt x="66018" y="6846"/>
                      <a:pt x="60720" y="4075"/>
                    </a:cubicBezTo>
                    <a:cubicBezTo>
                      <a:pt x="55422" y="1385"/>
                      <a:pt x="49391" y="0"/>
                      <a:pt x="42463" y="0"/>
                    </a:cubicBezTo>
                    <a:lnTo>
                      <a:pt x="0" y="0"/>
                    </a:lnTo>
                    <a:lnTo>
                      <a:pt x="0" y="108155"/>
                    </a:lnTo>
                    <a:lnTo>
                      <a:pt x="20946" y="108155"/>
                    </a:lnTo>
                    <a:lnTo>
                      <a:pt x="20946" y="63084"/>
                    </a:lnTo>
                    <a:lnTo>
                      <a:pt x="24533" y="63084"/>
                    </a:lnTo>
                    <a:lnTo>
                      <a:pt x="59090" y="108155"/>
                    </a:lnTo>
                    <a:lnTo>
                      <a:pt x="84438" y="108155"/>
                    </a:lnTo>
                    <a:lnTo>
                      <a:pt x="48332" y="62676"/>
                    </a:lnTo>
                    <a:cubicBezTo>
                      <a:pt x="52814" y="62106"/>
                      <a:pt x="56890" y="60965"/>
                      <a:pt x="60557" y="59090"/>
                    </a:cubicBezTo>
                    <a:close/>
                    <a:moveTo>
                      <a:pt x="20946" y="17116"/>
                    </a:moveTo>
                    <a:lnTo>
                      <a:pt x="40507" y="17116"/>
                    </a:lnTo>
                    <a:cubicBezTo>
                      <a:pt x="45642" y="17116"/>
                      <a:pt x="49554" y="18501"/>
                      <a:pt x="52325" y="21354"/>
                    </a:cubicBezTo>
                    <a:cubicBezTo>
                      <a:pt x="55096" y="24206"/>
                      <a:pt x="56482" y="27711"/>
                      <a:pt x="56482" y="32031"/>
                    </a:cubicBezTo>
                    <a:cubicBezTo>
                      <a:pt x="56482" y="36350"/>
                      <a:pt x="55096" y="40100"/>
                      <a:pt x="52325" y="42708"/>
                    </a:cubicBezTo>
                    <a:cubicBezTo>
                      <a:pt x="49554" y="45316"/>
                      <a:pt x="45561" y="46620"/>
                      <a:pt x="40344" y="46620"/>
                    </a:cubicBezTo>
                    <a:lnTo>
                      <a:pt x="20946" y="46620"/>
                    </a:lnTo>
                    <a:lnTo>
                      <a:pt x="20946" y="1711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847AE6BB-8AEC-8C98-71D0-5777F929AE66}"/>
                  </a:ext>
                </a:extLst>
              </p:cNvPr>
              <p:cNvSpPr/>
              <p:nvPr/>
            </p:nvSpPr>
            <p:spPr>
              <a:xfrm>
                <a:off x="2807982" y="5615577"/>
                <a:ext cx="20946" cy="108155"/>
              </a:xfrm>
              <a:custGeom>
                <a:avLst/>
                <a:gdLst>
                  <a:gd name="connsiteX0" fmla="*/ 0 w 20946"/>
                  <a:gd name="connsiteY0" fmla="*/ 0 h 108155"/>
                  <a:gd name="connsiteX1" fmla="*/ 20946 w 20946"/>
                  <a:gd name="connsiteY1" fmla="*/ 0 h 108155"/>
                  <a:gd name="connsiteX2" fmla="*/ 20946 w 20946"/>
                  <a:gd name="connsiteY2" fmla="*/ 108156 h 108155"/>
                  <a:gd name="connsiteX3" fmla="*/ 0 w 20946"/>
                  <a:gd name="connsiteY3" fmla="*/ 108156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46" h="108155">
                    <a:moveTo>
                      <a:pt x="0" y="0"/>
                    </a:moveTo>
                    <a:lnTo>
                      <a:pt x="20946" y="0"/>
                    </a:lnTo>
                    <a:lnTo>
                      <a:pt x="20946" y="108156"/>
                    </a:lnTo>
                    <a:lnTo>
                      <a:pt x="0" y="10815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87AA60C3-DE6D-9978-D2C4-BC2B39966558}"/>
                  </a:ext>
                </a:extLst>
              </p:cNvPr>
              <p:cNvSpPr/>
              <p:nvPr/>
            </p:nvSpPr>
            <p:spPr>
              <a:xfrm>
                <a:off x="2858759" y="5615659"/>
                <a:ext cx="98130" cy="108155"/>
              </a:xfrm>
              <a:custGeom>
                <a:avLst/>
                <a:gdLst>
                  <a:gd name="connsiteX0" fmla="*/ 93974 w 98130"/>
                  <a:gd name="connsiteY0" fmla="*/ 32439 h 108155"/>
                  <a:gd name="connsiteX1" fmla="*/ 82319 w 98130"/>
                  <a:gd name="connsiteY1" fmla="*/ 15323 h 108155"/>
                  <a:gd name="connsiteX2" fmla="*/ 64469 w 98130"/>
                  <a:gd name="connsiteY2" fmla="*/ 3994 h 108155"/>
                  <a:gd name="connsiteX3" fmla="*/ 42137 w 98130"/>
                  <a:gd name="connsiteY3" fmla="*/ 0 h 108155"/>
                  <a:gd name="connsiteX4" fmla="*/ 0 w 98130"/>
                  <a:gd name="connsiteY4" fmla="*/ 0 h 108155"/>
                  <a:gd name="connsiteX5" fmla="*/ 0 w 98130"/>
                  <a:gd name="connsiteY5" fmla="*/ 108155 h 108155"/>
                  <a:gd name="connsiteX6" fmla="*/ 42463 w 98130"/>
                  <a:gd name="connsiteY6" fmla="*/ 108155 h 108155"/>
                  <a:gd name="connsiteX7" fmla="*/ 64551 w 98130"/>
                  <a:gd name="connsiteY7" fmla="*/ 104162 h 108155"/>
                  <a:gd name="connsiteX8" fmla="*/ 82319 w 98130"/>
                  <a:gd name="connsiteY8" fmla="*/ 92833 h 108155"/>
                  <a:gd name="connsiteX9" fmla="*/ 93974 w 98130"/>
                  <a:gd name="connsiteY9" fmla="*/ 75636 h 108155"/>
                  <a:gd name="connsiteX10" fmla="*/ 98130 w 98130"/>
                  <a:gd name="connsiteY10" fmla="*/ 54037 h 108155"/>
                  <a:gd name="connsiteX11" fmla="*/ 93974 w 98130"/>
                  <a:gd name="connsiteY11" fmla="*/ 32520 h 108155"/>
                  <a:gd name="connsiteX12" fmla="*/ 72375 w 98130"/>
                  <a:gd name="connsiteY12" fmla="*/ 72620 h 108155"/>
                  <a:gd name="connsiteX13" fmla="*/ 60068 w 98130"/>
                  <a:gd name="connsiteY13" fmla="*/ 85090 h 108155"/>
                  <a:gd name="connsiteX14" fmla="*/ 41811 w 98130"/>
                  <a:gd name="connsiteY14" fmla="*/ 89491 h 108155"/>
                  <a:gd name="connsiteX15" fmla="*/ 20865 w 98130"/>
                  <a:gd name="connsiteY15" fmla="*/ 89491 h 108155"/>
                  <a:gd name="connsiteX16" fmla="*/ 20865 w 98130"/>
                  <a:gd name="connsiteY16" fmla="*/ 18583 h 108155"/>
                  <a:gd name="connsiteX17" fmla="*/ 41811 w 98130"/>
                  <a:gd name="connsiteY17" fmla="*/ 18583 h 108155"/>
                  <a:gd name="connsiteX18" fmla="*/ 59987 w 98130"/>
                  <a:gd name="connsiteY18" fmla="*/ 23066 h 108155"/>
                  <a:gd name="connsiteX19" fmla="*/ 72294 w 98130"/>
                  <a:gd name="connsiteY19" fmla="*/ 35373 h 108155"/>
                  <a:gd name="connsiteX20" fmla="*/ 76776 w 98130"/>
                  <a:gd name="connsiteY20" fmla="*/ 53874 h 108155"/>
                  <a:gd name="connsiteX21" fmla="*/ 72375 w 98130"/>
                  <a:gd name="connsiteY21" fmla="*/ 72702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8130" h="108155">
                    <a:moveTo>
                      <a:pt x="93974" y="32439"/>
                    </a:moveTo>
                    <a:cubicBezTo>
                      <a:pt x="91203" y="25837"/>
                      <a:pt x="87290" y="20132"/>
                      <a:pt x="82319" y="15323"/>
                    </a:cubicBezTo>
                    <a:cubicBezTo>
                      <a:pt x="77265" y="10433"/>
                      <a:pt x="71316" y="6683"/>
                      <a:pt x="64469" y="3994"/>
                    </a:cubicBezTo>
                    <a:cubicBezTo>
                      <a:pt x="57623" y="1304"/>
                      <a:pt x="50125" y="0"/>
                      <a:pt x="42137" y="0"/>
                    </a:cubicBezTo>
                    <a:lnTo>
                      <a:pt x="0" y="0"/>
                    </a:lnTo>
                    <a:lnTo>
                      <a:pt x="0" y="108155"/>
                    </a:lnTo>
                    <a:lnTo>
                      <a:pt x="42463" y="108155"/>
                    </a:lnTo>
                    <a:cubicBezTo>
                      <a:pt x="50369" y="108155"/>
                      <a:pt x="57705" y="106852"/>
                      <a:pt x="64551" y="104162"/>
                    </a:cubicBezTo>
                    <a:cubicBezTo>
                      <a:pt x="71397" y="101472"/>
                      <a:pt x="77265" y="97723"/>
                      <a:pt x="82319" y="92833"/>
                    </a:cubicBezTo>
                    <a:cubicBezTo>
                      <a:pt x="87372" y="87943"/>
                      <a:pt x="91203" y="82237"/>
                      <a:pt x="93974" y="75636"/>
                    </a:cubicBezTo>
                    <a:cubicBezTo>
                      <a:pt x="96745" y="69034"/>
                      <a:pt x="98130" y="61780"/>
                      <a:pt x="98130" y="54037"/>
                    </a:cubicBezTo>
                    <a:cubicBezTo>
                      <a:pt x="98130" y="46294"/>
                      <a:pt x="96745" y="39041"/>
                      <a:pt x="93974" y="32520"/>
                    </a:cubicBezTo>
                    <a:close/>
                    <a:moveTo>
                      <a:pt x="72375" y="72620"/>
                    </a:moveTo>
                    <a:cubicBezTo>
                      <a:pt x="69441" y="77999"/>
                      <a:pt x="65366" y="82156"/>
                      <a:pt x="60068" y="85090"/>
                    </a:cubicBezTo>
                    <a:cubicBezTo>
                      <a:pt x="54770" y="88024"/>
                      <a:pt x="48739" y="89491"/>
                      <a:pt x="41811" y="89491"/>
                    </a:cubicBezTo>
                    <a:lnTo>
                      <a:pt x="20865" y="89491"/>
                    </a:lnTo>
                    <a:lnTo>
                      <a:pt x="20865" y="18583"/>
                    </a:lnTo>
                    <a:lnTo>
                      <a:pt x="41811" y="18583"/>
                    </a:lnTo>
                    <a:cubicBezTo>
                      <a:pt x="48658" y="18583"/>
                      <a:pt x="54770" y="20050"/>
                      <a:pt x="59987" y="23066"/>
                    </a:cubicBezTo>
                    <a:cubicBezTo>
                      <a:pt x="65203" y="26081"/>
                      <a:pt x="69360" y="30156"/>
                      <a:pt x="72294" y="35373"/>
                    </a:cubicBezTo>
                    <a:cubicBezTo>
                      <a:pt x="75228" y="40589"/>
                      <a:pt x="76776" y="46783"/>
                      <a:pt x="76776" y="53874"/>
                    </a:cubicBezTo>
                    <a:cubicBezTo>
                      <a:pt x="76776" y="60965"/>
                      <a:pt x="75309" y="67322"/>
                      <a:pt x="72375" y="727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0A0FBF87-F9A4-F014-4B6E-18BAD2C63699}"/>
                </a:ext>
              </a:extLst>
            </p:cNvPr>
            <p:cNvSpPr/>
            <p:nvPr/>
          </p:nvSpPr>
          <p:spPr>
            <a:xfrm>
              <a:off x="2000445" y="5784371"/>
              <a:ext cx="953917" cy="49961"/>
            </a:xfrm>
            <a:custGeom>
              <a:avLst/>
              <a:gdLst>
                <a:gd name="connsiteX0" fmla="*/ 0 w 953917"/>
                <a:gd name="connsiteY0" fmla="*/ 0 h 49961"/>
                <a:gd name="connsiteX1" fmla="*/ 953918 w 953917"/>
                <a:gd name="connsiteY1" fmla="*/ 0 h 49961"/>
                <a:gd name="connsiteX2" fmla="*/ 953918 w 953917"/>
                <a:gd name="connsiteY2" fmla="*/ 49962 h 49961"/>
                <a:gd name="connsiteX3" fmla="*/ 0 w 953917"/>
                <a:gd name="connsiteY3" fmla="*/ 49962 h 4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3917" h="49961">
                  <a:moveTo>
                    <a:pt x="0" y="0"/>
                  </a:moveTo>
                  <a:lnTo>
                    <a:pt x="953918" y="0"/>
                  </a:lnTo>
                  <a:lnTo>
                    <a:pt x="953918" y="49962"/>
                  </a:lnTo>
                  <a:lnTo>
                    <a:pt x="0" y="49962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36" name="Graphic 2241">
            <a:extLst>
              <a:ext uri="{FF2B5EF4-FFF2-40B4-BE49-F238E27FC236}">
                <a16:creationId xmlns:a16="http://schemas.microsoft.com/office/drawing/2014/main" id="{A53D3152-7AFF-C63C-0AA7-2B2530121078}"/>
              </a:ext>
            </a:extLst>
          </p:cNvPr>
          <p:cNvGrpSpPr/>
          <p:nvPr/>
        </p:nvGrpSpPr>
        <p:grpSpPr>
          <a:xfrm>
            <a:off x="9441441" y="3924239"/>
            <a:ext cx="853913" cy="220629"/>
            <a:chOff x="2051710" y="6218704"/>
            <a:chExt cx="853913" cy="220629"/>
          </a:xfrm>
        </p:grpSpPr>
        <p:grpSp>
          <p:nvGrpSpPr>
            <p:cNvPr id="237" name="Graphic 2241">
              <a:extLst>
                <a:ext uri="{FF2B5EF4-FFF2-40B4-BE49-F238E27FC236}">
                  <a16:creationId xmlns:a16="http://schemas.microsoft.com/office/drawing/2014/main" id="{E77A5D8F-14B0-DB90-1AD1-96183D2A6663}"/>
                </a:ext>
              </a:extLst>
            </p:cNvPr>
            <p:cNvGrpSpPr/>
            <p:nvPr/>
          </p:nvGrpSpPr>
          <p:grpSpPr>
            <a:xfrm>
              <a:off x="2064180" y="6218704"/>
              <a:ext cx="832722" cy="111741"/>
              <a:chOff x="2064180" y="6218704"/>
              <a:chExt cx="832722" cy="111741"/>
            </a:xfrm>
            <a:solidFill>
              <a:srgbClr val="FFFFFF"/>
            </a:solidFill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A5EB6B0-41A3-6ECF-C5A4-3D9B33A1B1A6}"/>
                  </a:ext>
                </a:extLst>
              </p:cNvPr>
              <p:cNvSpPr/>
              <p:nvPr/>
            </p:nvSpPr>
            <p:spPr>
              <a:xfrm>
                <a:off x="2064180" y="6218785"/>
                <a:ext cx="78976" cy="111496"/>
              </a:xfrm>
              <a:custGeom>
                <a:avLst/>
                <a:gdLst>
                  <a:gd name="connsiteX0" fmla="*/ 68626 w 78976"/>
                  <a:gd name="connsiteY0" fmla="*/ 55585 h 111496"/>
                  <a:gd name="connsiteX1" fmla="*/ 58683 w 78976"/>
                  <a:gd name="connsiteY1" fmla="*/ 49554 h 111496"/>
                  <a:gd name="connsiteX2" fmla="*/ 47761 w 78976"/>
                  <a:gd name="connsiteY2" fmla="*/ 45316 h 111496"/>
                  <a:gd name="connsiteX3" fmla="*/ 37655 w 78976"/>
                  <a:gd name="connsiteY3" fmla="*/ 41404 h 111496"/>
                  <a:gd name="connsiteX4" fmla="*/ 30319 w 78976"/>
                  <a:gd name="connsiteY4" fmla="*/ 36596 h 111496"/>
                  <a:gd name="connsiteX5" fmla="*/ 27548 w 78976"/>
                  <a:gd name="connsiteY5" fmla="*/ 29423 h 111496"/>
                  <a:gd name="connsiteX6" fmla="*/ 31705 w 78976"/>
                  <a:gd name="connsiteY6" fmla="*/ 21517 h 111496"/>
                  <a:gd name="connsiteX7" fmla="*/ 43115 w 78976"/>
                  <a:gd name="connsiteY7" fmla="*/ 18665 h 111496"/>
                  <a:gd name="connsiteX8" fmla="*/ 54444 w 78976"/>
                  <a:gd name="connsiteY8" fmla="*/ 21110 h 111496"/>
                  <a:gd name="connsiteX9" fmla="*/ 64225 w 78976"/>
                  <a:gd name="connsiteY9" fmla="*/ 28771 h 111496"/>
                  <a:gd name="connsiteX10" fmla="*/ 78080 w 78976"/>
                  <a:gd name="connsiteY10" fmla="*/ 14915 h 111496"/>
                  <a:gd name="connsiteX11" fmla="*/ 63573 w 78976"/>
                  <a:gd name="connsiteY11" fmla="*/ 4157 h 111496"/>
                  <a:gd name="connsiteX12" fmla="*/ 43523 w 78976"/>
                  <a:gd name="connsiteY12" fmla="*/ 0 h 111496"/>
                  <a:gd name="connsiteX13" fmla="*/ 24777 w 78976"/>
                  <a:gd name="connsiteY13" fmla="*/ 3668 h 111496"/>
                  <a:gd name="connsiteX14" fmla="*/ 11737 w 78976"/>
                  <a:gd name="connsiteY14" fmla="*/ 14263 h 111496"/>
                  <a:gd name="connsiteX15" fmla="*/ 7009 w 78976"/>
                  <a:gd name="connsiteY15" fmla="*/ 31053 h 111496"/>
                  <a:gd name="connsiteX16" fmla="*/ 9699 w 78976"/>
                  <a:gd name="connsiteY16" fmla="*/ 44909 h 111496"/>
                  <a:gd name="connsiteX17" fmla="*/ 17034 w 78976"/>
                  <a:gd name="connsiteY17" fmla="*/ 53793 h 111496"/>
                  <a:gd name="connsiteX18" fmla="*/ 27059 w 78976"/>
                  <a:gd name="connsiteY18" fmla="*/ 59661 h 111496"/>
                  <a:gd name="connsiteX19" fmla="*/ 37899 w 78976"/>
                  <a:gd name="connsiteY19" fmla="*/ 63736 h 111496"/>
                  <a:gd name="connsiteX20" fmla="*/ 47924 w 78976"/>
                  <a:gd name="connsiteY20" fmla="*/ 67567 h 111496"/>
                  <a:gd name="connsiteX21" fmla="*/ 55259 w 78976"/>
                  <a:gd name="connsiteY21" fmla="*/ 72702 h 111496"/>
                  <a:gd name="connsiteX22" fmla="*/ 58031 w 78976"/>
                  <a:gd name="connsiteY22" fmla="*/ 80689 h 111496"/>
                  <a:gd name="connsiteX23" fmla="*/ 53303 w 78976"/>
                  <a:gd name="connsiteY23" fmla="*/ 89573 h 111496"/>
                  <a:gd name="connsiteX24" fmla="*/ 40344 w 78976"/>
                  <a:gd name="connsiteY24" fmla="*/ 92833 h 111496"/>
                  <a:gd name="connsiteX25" fmla="*/ 25022 w 78976"/>
                  <a:gd name="connsiteY25" fmla="*/ 89410 h 111496"/>
                  <a:gd name="connsiteX26" fmla="*/ 13856 w 78976"/>
                  <a:gd name="connsiteY26" fmla="*/ 79629 h 111496"/>
                  <a:gd name="connsiteX27" fmla="*/ 0 w 78976"/>
                  <a:gd name="connsiteY27" fmla="*/ 93485 h 111496"/>
                  <a:gd name="connsiteX28" fmla="*/ 16871 w 78976"/>
                  <a:gd name="connsiteY28" fmla="*/ 107014 h 111496"/>
                  <a:gd name="connsiteX29" fmla="*/ 39122 w 78976"/>
                  <a:gd name="connsiteY29" fmla="*/ 111497 h 111496"/>
                  <a:gd name="connsiteX30" fmla="*/ 68382 w 78976"/>
                  <a:gd name="connsiteY30" fmla="*/ 102776 h 111496"/>
                  <a:gd name="connsiteX31" fmla="*/ 78977 w 78976"/>
                  <a:gd name="connsiteY31" fmla="*/ 78977 h 111496"/>
                  <a:gd name="connsiteX32" fmla="*/ 76206 w 78976"/>
                  <a:gd name="connsiteY32" fmla="*/ 64714 h 111496"/>
                  <a:gd name="connsiteX33" fmla="*/ 68871 w 78976"/>
                  <a:gd name="connsiteY33" fmla="*/ 55341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8976" h="111496">
                    <a:moveTo>
                      <a:pt x="68626" y="55585"/>
                    </a:moveTo>
                    <a:cubicBezTo>
                      <a:pt x="65610" y="53140"/>
                      <a:pt x="62269" y="51184"/>
                      <a:pt x="58683" y="49554"/>
                    </a:cubicBezTo>
                    <a:cubicBezTo>
                      <a:pt x="55096" y="48006"/>
                      <a:pt x="51429" y="46539"/>
                      <a:pt x="47761" y="45316"/>
                    </a:cubicBezTo>
                    <a:cubicBezTo>
                      <a:pt x="44093" y="44094"/>
                      <a:pt x="40670" y="42789"/>
                      <a:pt x="37655" y="41404"/>
                    </a:cubicBezTo>
                    <a:cubicBezTo>
                      <a:pt x="34639" y="40019"/>
                      <a:pt x="32194" y="38470"/>
                      <a:pt x="30319" y="36596"/>
                    </a:cubicBezTo>
                    <a:cubicBezTo>
                      <a:pt x="28445" y="34802"/>
                      <a:pt x="27548" y="32439"/>
                      <a:pt x="27548" y="29423"/>
                    </a:cubicBezTo>
                    <a:cubicBezTo>
                      <a:pt x="27548" y="26000"/>
                      <a:pt x="28934" y="23391"/>
                      <a:pt x="31705" y="21517"/>
                    </a:cubicBezTo>
                    <a:cubicBezTo>
                      <a:pt x="34476" y="19643"/>
                      <a:pt x="38307" y="18665"/>
                      <a:pt x="43115" y="18665"/>
                    </a:cubicBezTo>
                    <a:cubicBezTo>
                      <a:pt x="47354" y="18665"/>
                      <a:pt x="51103" y="19479"/>
                      <a:pt x="54444" y="21110"/>
                    </a:cubicBezTo>
                    <a:cubicBezTo>
                      <a:pt x="57786" y="22740"/>
                      <a:pt x="61046" y="25348"/>
                      <a:pt x="64225" y="28771"/>
                    </a:cubicBezTo>
                    <a:lnTo>
                      <a:pt x="78080" y="14915"/>
                    </a:lnTo>
                    <a:cubicBezTo>
                      <a:pt x="74413" y="10514"/>
                      <a:pt x="69523" y="6928"/>
                      <a:pt x="63573" y="4157"/>
                    </a:cubicBezTo>
                    <a:cubicBezTo>
                      <a:pt x="57542" y="1386"/>
                      <a:pt x="50858" y="0"/>
                      <a:pt x="43523" y="0"/>
                    </a:cubicBezTo>
                    <a:cubicBezTo>
                      <a:pt x="36514" y="0"/>
                      <a:pt x="30319" y="1223"/>
                      <a:pt x="24777" y="3668"/>
                    </a:cubicBezTo>
                    <a:cubicBezTo>
                      <a:pt x="19235" y="6113"/>
                      <a:pt x="14915" y="9699"/>
                      <a:pt x="11737" y="14263"/>
                    </a:cubicBezTo>
                    <a:cubicBezTo>
                      <a:pt x="8558" y="18909"/>
                      <a:pt x="7009" y="24451"/>
                      <a:pt x="7009" y="31053"/>
                    </a:cubicBezTo>
                    <a:cubicBezTo>
                      <a:pt x="7009" y="36677"/>
                      <a:pt x="7906" y="41322"/>
                      <a:pt x="9699" y="44909"/>
                    </a:cubicBezTo>
                    <a:cubicBezTo>
                      <a:pt x="11492" y="48495"/>
                      <a:pt x="13937" y="51510"/>
                      <a:pt x="17034" y="53793"/>
                    </a:cubicBezTo>
                    <a:cubicBezTo>
                      <a:pt x="20131" y="56156"/>
                      <a:pt x="23473" y="58112"/>
                      <a:pt x="27059" y="59661"/>
                    </a:cubicBezTo>
                    <a:cubicBezTo>
                      <a:pt x="30645" y="61209"/>
                      <a:pt x="34232" y="62595"/>
                      <a:pt x="37899" y="63736"/>
                    </a:cubicBezTo>
                    <a:cubicBezTo>
                      <a:pt x="41567" y="64877"/>
                      <a:pt x="44908" y="66181"/>
                      <a:pt x="47924" y="67567"/>
                    </a:cubicBezTo>
                    <a:cubicBezTo>
                      <a:pt x="50940" y="68952"/>
                      <a:pt x="53385" y="70664"/>
                      <a:pt x="55259" y="72702"/>
                    </a:cubicBezTo>
                    <a:cubicBezTo>
                      <a:pt x="57134" y="74739"/>
                      <a:pt x="58031" y="77428"/>
                      <a:pt x="58031" y="80689"/>
                    </a:cubicBezTo>
                    <a:cubicBezTo>
                      <a:pt x="58031" y="84519"/>
                      <a:pt x="56400" y="87454"/>
                      <a:pt x="53303" y="89573"/>
                    </a:cubicBezTo>
                    <a:cubicBezTo>
                      <a:pt x="50125" y="91692"/>
                      <a:pt x="45805" y="92833"/>
                      <a:pt x="40344" y="92833"/>
                    </a:cubicBezTo>
                    <a:cubicBezTo>
                      <a:pt x="34313" y="92833"/>
                      <a:pt x="29178" y="91692"/>
                      <a:pt x="25022" y="89410"/>
                    </a:cubicBezTo>
                    <a:cubicBezTo>
                      <a:pt x="20865" y="87127"/>
                      <a:pt x="17116" y="83867"/>
                      <a:pt x="13856" y="79629"/>
                    </a:cubicBezTo>
                    <a:lnTo>
                      <a:pt x="0" y="93485"/>
                    </a:lnTo>
                    <a:cubicBezTo>
                      <a:pt x="5053" y="99516"/>
                      <a:pt x="10677" y="104080"/>
                      <a:pt x="16871" y="107014"/>
                    </a:cubicBezTo>
                    <a:cubicBezTo>
                      <a:pt x="23066" y="109949"/>
                      <a:pt x="30482" y="111497"/>
                      <a:pt x="39122" y="111497"/>
                    </a:cubicBezTo>
                    <a:cubicBezTo>
                      <a:pt x="51510" y="111497"/>
                      <a:pt x="61291" y="108563"/>
                      <a:pt x="68382" y="102776"/>
                    </a:cubicBezTo>
                    <a:cubicBezTo>
                      <a:pt x="75472" y="96989"/>
                      <a:pt x="78977" y="89083"/>
                      <a:pt x="78977" y="78977"/>
                    </a:cubicBezTo>
                    <a:cubicBezTo>
                      <a:pt x="78977" y="73353"/>
                      <a:pt x="78080" y="68626"/>
                      <a:pt x="76206" y="64714"/>
                    </a:cubicBezTo>
                    <a:cubicBezTo>
                      <a:pt x="74331" y="60802"/>
                      <a:pt x="71886" y="57705"/>
                      <a:pt x="68871" y="553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8A7AB979-B0A2-64BA-4E69-F49E65AC0DD0}"/>
                  </a:ext>
                </a:extLst>
              </p:cNvPr>
              <p:cNvSpPr/>
              <p:nvPr/>
            </p:nvSpPr>
            <p:spPr>
              <a:xfrm>
                <a:off x="2155057" y="6220578"/>
                <a:ext cx="89979" cy="108155"/>
              </a:xfrm>
              <a:custGeom>
                <a:avLst/>
                <a:gdLst>
                  <a:gd name="connsiteX0" fmla="*/ 89980 w 89979"/>
                  <a:gd name="connsiteY0" fmla="*/ 18664 h 108155"/>
                  <a:gd name="connsiteX1" fmla="*/ 89980 w 89979"/>
                  <a:gd name="connsiteY1" fmla="*/ 0 h 108155"/>
                  <a:gd name="connsiteX2" fmla="*/ 0 w 89979"/>
                  <a:gd name="connsiteY2" fmla="*/ 0 h 108155"/>
                  <a:gd name="connsiteX3" fmla="*/ 0 w 89979"/>
                  <a:gd name="connsiteY3" fmla="*/ 18664 h 108155"/>
                  <a:gd name="connsiteX4" fmla="*/ 34476 w 89979"/>
                  <a:gd name="connsiteY4" fmla="*/ 18664 h 108155"/>
                  <a:gd name="connsiteX5" fmla="*/ 34476 w 89979"/>
                  <a:gd name="connsiteY5" fmla="*/ 108155 h 108155"/>
                  <a:gd name="connsiteX6" fmla="*/ 55585 w 89979"/>
                  <a:gd name="connsiteY6" fmla="*/ 108155 h 108155"/>
                  <a:gd name="connsiteX7" fmla="*/ 55585 w 89979"/>
                  <a:gd name="connsiteY7" fmla="*/ 18664 h 108155"/>
                  <a:gd name="connsiteX8" fmla="*/ 89980 w 89979"/>
                  <a:gd name="connsiteY8" fmla="*/ 18664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979" h="108155">
                    <a:moveTo>
                      <a:pt x="89980" y="18664"/>
                    </a:moveTo>
                    <a:lnTo>
                      <a:pt x="89980" y="0"/>
                    </a:lnTo>
                    <a:lnTo>
                      <a:pt x="0" y="0"/>
                    </a:lnTo>
                    <a:lnTo>
                      <a:pt x="0" y="18664"/>
                    </a:lnTo>
                    <a:lnTo>
                      <a:pt x="34476" y="18664"/>
                    </a:lnTo>
                    <a:lnTo>
                      <a:pt x="34476" y="108155"/>
                    </a:lnTo>
                    <a:lnTo>
                      <a:pt x="55585" y="108155"/>
                    </a:lnTo>
                    <a:lnTo>
                      <a:pt x="55585" y="18664"/>
                    </a:lnTo>
                    <a:lnTo>
                      <a:pt x="89980" y="18664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BC66774F-C7D2-26F1-0B9A-D3D3E5A4BD03}"/>
                  </a:ext>
                </a:extLst>
              </p:cNvPr>
              <p:cNvSpPr/>
              <p:nvPr/>
            </p:nvSpPr>
            <p:spPr>
              <a:xfrm>
                <a:off x="2245118" y="6220578"/>
                <a:ext cx="104161" cy="108155"/>
              </a:xfrm>
              <a:custGeom>
                <a:avLst/>
                <a:gdLst>
                  <a:gd name="connsiteX0" fmla="*/ 43686 w 104161"/>
                  <a:gd name="connsiteY0" fmla="*/ 0 h 108155"/>
                  <a:gd name="connsiteX1" fmla="*/ 0 w 104161"/>
                  <a:gd name="connsiteY1" fmla="*/ 108155 h 108155"/>
                  <a:gd name="connsiteX2" fmla="*/ 22169 w 104161"/>
                  <a:gd name="connsiteY2" fmla="*/ 108155 h 108155"/>
                  <a:gd name="connsiteX3" fmla="*/ 29830 w 104161"/>
                  <a:gd name="connsiteY3" fmla="*/ 88024 h 108155"/>
                  <a:gd name="connsiteX4" fmla="*/ 74168 w 104161"/>
                  <a:gd name="connsiteY4" fmla="*/ 88024 h 108155"/>
                  <a:gd name="connsiteX5" fmla="*/ 81830 w 104161"/>
                  <a:gd name="connsiteY5" fmla="*/ 108155 h 108155"/>
                  <a:gd name="connsiteX6" fmla="*/ 104162 w 104161"/>
                  <a:gd name="connsiteY6" fmla="*/ 108155 h 108155"/>
                  <a:gd name="connsiteX7" fmla="*/ 60965 w 104161"/>
                  <a:gd name="connsiteY7" fmla="*/ 0 h 108155"/>
                  <a:gd name="connsiteX8" fmla="*/ 43767 w 104161"/>
                  <a:gd name="connsiteY8" fmla="*/ 0 h 108155"/>
                  <a:gd name="connsiteX9" fmla="*/ 36514 w 104161"/>
                  <a:gd name="connsiteY9" fmla="*/ 70500 h 108155"/>
                  <a:gd name="connsiteX10" fmla="*/ 52081 w 104161"/>
                  <a:gd name="connsiteY10" fmla="*/ 29667 h 108155"/>
                  <a:gd name="connsiteX11" fmla="*/ 67566 w 104161"/>
                  <a:gd name="connsiteY11" fmla="*/ 70500 h 108155"/>
                  <a:gd name="connsiteX12" fmla="*/ 36514 w 104161"/>
                  <a:gd name="connsiteY12" fmla="*/ 70500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161" h="108155">
                    <a:moveTo>
                      <a:pt x="43686" y="0"/>
                    </a:moveTo>
                    <a:lnTo>
                      <a:pt x="0" y="108155"/>
                    </a:lnTo>
                    <a:lnTo>
                      <a:pt x="22169" y="108155"/>
                    </a:lnTo>
                    <a:lnTo>
                      <a:pt x="29830" y="88024"/>
                    </a:lnTo>
                    <a:lnTo>
                      <a:pt x="74168" y="88024"/>
                    </a:lnTo>
                    <a:lnTo>
                      <a:pt x="81830" y="108155"/>
                    </a:lnTo>
                    <a:lnTo>
                      <a:pt x="104162" y="108155"/>
                    </a:lnTo>
                    <a:lnTo>
                      <a:pt x="60965" y="0"/>
                    </a:lnTo>
                    <a:lnTo>
                      <a:pt x="43767" y="0"/>
                    </a:lnTo>
                    <a:close/>
                    <a:moveTo>
                      <a:pt x="36514" y="70500"/>
                    </a:moveTo>
                    <a:lnTo>
                      <a:pt x="52081" y="29667"/>
                    </a:lnTo>
                    <a:lnTo>
                      <a:pt x="67566" y="70500"/>
                    </a:lnTo>
                    <a:lnTo>
                      <a:pt x="36514" y="7050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12FEE993-157C-84FA-FA05-297CA815AD1A}"/>
                  </a:ext>
                </a:extLst>
              </p:cNvPr>
              <p:cNvSpPr/>
              <p:nvPr/>
            </p:nvSpPr>
            <p:spPr>
              <a:xfrm>
                <a:off x="2369656" y="6220578"/>
                <a:ext cx="84437" cy="108155"/>
              </a:xfrm>
              <a:custGeom>
                <a:avLst/>
                <a:gdLst>
                  <a:gd name="connsiteX0" fmla="*/ 60639 w 84437"/>
                  <a:gd name="connsiteY0" fmla="*/ 59090 h 108155"/>
                  <a:gd name="connsiteX1" fmla="*/ 73027 w 84437"/>
                  <a:gd name="connsiteY1" fmla="*/ 48087 h 108155"/>
                  <a:gd name="connsiteX2" fmla="*/ 77428 w 84437"/>
                  <a:gd name="connsiteY2" fmla="*/ 31542 h 108155"/>
                  <a:gd name="connsiteX3" fmla="*/ 73027 w 84437"/>
                  <a:gd name="connsiteY3" fmla="*/ 15241 h 108155"/>
                  <a:gd name="connsiteX4" fmla="*/ 60720 w 84437"/>
                  <a:gd name="connsiteY4" fmla="*/ 4075 h 108155"/>
                  <a:gd name="connsiteX5" fmla="*/ 42463 w 84437"/>
                  <a:gd name="connsiteY5" fmla="*/ 0 h 108155"/>
                  <a:gd name="connsiteX6" fmla="*/ 0 w 84437"/>
                  <a:gd name="connsiteY6" fmla="*/ 0 h 108155"/>
                  <a:gd name="connsiteX7" fmla="*/ 0 w 84437"/>
                  <a:gd name="connsiteY7" fmla="*/ 108155 h 108155"/>
                  <a:gd name="connsiteX8" fmla="*/ 20946 w 84437"/>
                  <a:gd name="connsiteY8" fmla="*/ 108155 h 108155"/>
                  <a:gd name="connsiteX9" fmla="*/ 20946 w 84437"/>
                  <a:gd name="connsiteY9" fmla="*/ 63084 h 108155"/>
                  <a:gd name="connsiteX10" fmla="*/ 24533 w 84437"/>
                  <a:gd name="connsiteY10" fmla="*/ 63084 h 108155"/>
                  <a:gd name="connsiteX11" fmla="*/ 59090 w 84437"/>
                  <a:gd name="connsiteY11" fmla="*/ 108155 h 108155"/>
                  <a:gd name="connsiteX12" fmla="*/ 84438 w 84437"/>
                  <a:gd name="connsiteY12" fmla="*/ 108155 h 108155"/>
                  <a:gd name="connsiteX13" fmla="*/ 48332 w 84437"/>
                  <a:gd name="connsiteY13" fmla="*/ 62676 h 108155"/>
                  <a:gd name="connsiteX14" fmla="*/ 60557 w 84437"/>
                  <a:gd name="connsiteY14" fmla="*/ 59090 h 108155"/>
                  <a:gd name="connsiteX15" fmla="*/ 20946 w 84437"/>
                  <a:gd name="connsiteY15" fmla="*/ 17116 h 108155"/>
                  <a:gd name="connsiteX16" fmla="*/ 40507 w 84437"/>
                  <a:gd name="connsiteY16" fmla="*/ 17116 h 108155"/>
                  <a:gd name="connsiteX17" fmla="*/ 52325 w 84437"/>
                  <a:gd name="connsiteY17" fmla="*/ 21354 h 108155"/>
                  <a:gd name="connsiteX18" fmla="*/ 56482 w 84437"/>
                  <a:gd name="connsiteY18" fmla="*/ 32031 h 108155"/>
                  <a:gd name="connsiteX19" fmla="*/ 52325 w 84437"/>
                  <a:gd name="connsiteY19" fmla="*/ 42708 h 108155"/>
                  <a:gd name="connsiteX20" fmla="*/ 40344 w 84437"/>
                  <a:gd name="connsiteY20" fmla="*/ 46620 h 108155"/>
                  <a:gd name="connsiteX21" fmla="*/ 20946 w 84437"/>
                  <a:gd name="connsiteY21" fmla="*/ 46620 h 108155"/>
                  <a:gd name="connsiteX22" fmla="*/ 20946 w 84437"/>
                  <a:gd name="connsiteY22" fmla="*/ 17116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4437" h="108155">
                    <a:moveTo>
                      <a:pt x="60639" y="59090"/>
                    </a:moveTo>
                    <a:cubicBezTo>
                      <a:pt x="65936" y="56400"/>
                      <a:pt x="70093" y="52733"/>
                      <a:pt x="73027" y="48087"/>
                    </a:cubicBezTo>
                    <a:cubicBezTo>
                      <a:pt x="75961" y="43442"/>
                      <a:pt x="77428" y="37899"/>
                      <a:pt x="77428" y="31542"/>
                    </a:cubicBezTo>
                    <a:cubicBezTo>
                      <a:pt x="77428" y="25184"/>
                      <a:pt x="75961" y="19968"/>
                      <a:pt x="73027" y="15241"/>
                    </a:cubicBezTo>
                    <a:cubicBezTo>
                      <a:pt x="70093" y="10514"/>
                      <a:pt x="66018" y="6846"/>
                      <a:pt x="60720" y="4075"/>
                    </a:cubicBezTo>
                    <a:cubicBezTo>
                      <a:pt x="55422" y="1385"/>
                      <a:pt x="49391" y="0"/>
                      <a:pt x="42463" y="0"/>
                    </a:cubicBezTo>
                    <a:lnTo>
                      <a:pt x="0" y="0"/>
                    </a:lnTo>
                    <a:lnTo>
                      <a:pt x="0" y="108155"/>
                    </a:lnTo>
                    <a:lnTo>
                      <a:pt x="20946" y="108155"/>
                    </a:lnTo>
                    <a:lnTo>
                      <a:pt x="20946" y="63084"/>
                    </a:lnTo>
                    <a:lnTo>
                      <a:pt x="24533" y="63084"/>
                    </a:lnTo>
                    <a:lnTo>
                      <a:pt x="59090" y="108155"/>
                    </a:lnTo>
                    <a:lnTo>
                      <a:pt x="84438" y="108155"/>
                    </a:lnTo>
                    <a:lnTo>
                      <a:pt x="48332" y="62676"/>
                    </a:lnTo>
                    <a:cubicBezTo>
                      <a:pt x="52814" y="62106"/>
                      <a:pt x="56889" y="60965"/>
                      <a:pt x="60557" y="59090"/>
                    </a:cubicBezTo>
                    <a:close/>
                    <a:moveTo>
                      <a:pt x="20946" y="17116"/>
                    </a:moveTo>
                    <a:lnTo>
                      <a:pt x="40507" y="17116"/>
                    </a:lnTo>
                    <a:cubicBezTo>
                      <a:pt x="45642" y="17116"/>
                      <a:pt x="49554" y="18501"/>
                      <a:pt x="52325" y="21354"/>
                    </a:cubicBezTo>
                    <a:cubicBezTo>
                      <a:pt x="55096" y="24206"/>
                      <a:pt x="56482" y="27711"/>
                      <a:pt x="56482" y="32031"/>
                    </a:cubicBezTo>
                    <a:cubicBezTo>
                      <a:pt x="56482" y="36350"/>
                      <a:pt x="55096" y="40100"/>
                      <a:pt x="52325" y="42708"/>
                    </a:cubicBezTo>
                    <a:cubicBezTo>
                      <a:pt x="49554" y="45316"/>
                      <a:pt x="45561" y="46620"/>
                      <a:pt x="40344" y="46620"/>
                    </a:cubicBezTo>
                    <a:lnTo>
                      <a:pt x="20946" y="46620"/>
                    </a:lnTo>
                    <a:lnTo>
                      <a:pt x="20946" y="1711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A6ACD5A8-A403-97C7-1A72-91AC6CCF0A59}"/>
                  </a:ext>
                </a:extLst>
              </p:cNvPr>
              <p:cNvSpPr/>
              <p:nvPr/>
            </p:nvSpPr>
            <p:spPr>
              <a:xfrm>
                <a:off x="2473736" y="6220578"/>
                <a:ext cx="70419" cy="108155"/>
              </a:xfrm>
              <a:custGeom>
                <a:avLst/>
                <a:gdLst>
                  <a:gd name="connsiteX0" fmla="*/ 20865 w 70419"/>
                  <a:gd name="connsiteY0" fmla="*/ 0 h 108155"/>
                  <a:gd name="connsiteX1" fmla="*/ 0 w 70419"/>
                  <a:gd name="connsiteY1" fmla="*/ 0 h 108155"/>
                  <a:gd name="connsiteX2" fmla="*/ 0 w 70419"/>
                  <a:gd name="connsiteY2" fmla="*/ 108155 h 108155"/>
                  <a:gd name="connsiteX3" fmla="*/ 15323 w 70419"/>
                  <a:gd name="connsiteY3" fmla="*/ 108155 h 108155"/>
                  <a:gd name="connsiteX4" fmla="*/ 20865 w 70419"/>
                  <a:gd name="connsiteY4" fmla="*/ 108155 h 108155"/>
                  <a:gd name="connsiteX5" fmla="*/ 70419 w 70419"/>
                  <a:gd name="connsiteY5" fmla="*/ 108155 h 108155"/>
                  <a:gd name="connsiteX6" fmla="*/ 70419 w 70419"/>
                  <a:gd name="connsiteY6" fmla="*/ 89572 h 108155"/>
                  <a:gd name="connsiteX7" fmla="*/ 20865 w 70419"/>
                  <a:gd name="connsiteY7" fmla="*/ 89572 h 108155"/>
                  <a:gd name="connsiteX8" fmla="*/ 20865 w 70419"/>
                  <a:gd name="connsiteY8" fmla="*/ 0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419" h="108155">
                    <a:moveTo>
                      <a:pt x="20865" y="0"/>
                    </a:moveTo>
                    <a:lnTo>
                      <a:pt x="0" y="0"/>
                    </a:lnTo>
                    <a:lnTo>
                      <a:pt x="0" y="108155"/>
                    </a:lnTo>
                    <a:lnTo>
                      <a:pt x="15323" y="108155"/>
                    </a:lnTo>
                    <a:lnTo>
                      <a:pt x="20865" y="108155"/>
                    </a:lnTo>
                    <a:lnTo>
                      <a:pt x="70419" y="108155"/>
                    </a:lnTo>
                    <a:lnTo>
                      <a:pt x="70419" y="89572"/>
                    </a:lnTo>
                    <a:lnTo>
                      <a:pt x="20865" y="89572"/>
                    </a:lnTo>
                    <a:lnTo>
                      <a:pt x="208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DC1DF29E-39FD-183A-281D-A50E6EFC654C}"/>
                  </a:ext>
                </a:extLst>
              </p:cNvPr>
              <p:cNvSpPr/>
              <p:nvPr/>
            </p:nvSpPr>
            <p:spPr>
              <a:xfrm>
                <a:off x="2554017" y="6218948"/>
                <a:ext cx="112148" cy="111496"/>
              </a:xfrm>
              <a:custGeom>
                <a:avLst/>
                <a:gdLst>
                  <a:gd name="connsiteX0" fmla="*/ 95930 w 112148"/>
                  <a:gd name="connsiteY0" fmla="*/ 15975 h 111496"/>
                  <a:gd name="connsiteX1" fmla="*/ 78162 w 112148"/>
                  <a:gd name="connsiteY1" fmla="*/ 4157 h 111496"/>
                  <a:gd name="connsiteX2" fmla="*/ 55993 w 112148"/>
                  <a:gd name="connsiteY2" fmla="*/ 0 h 111496"/>
                  <a:gd name="connsiteX3" fmla="*/ 33987 w 112148"/>
                  <a:gd name="connsiteY3" fmla="*/ 4157 h 111496"/>
                  <a:gd name="connsiteX4" fmla="*/ 16219 w 112148"/>
                  <a:gd name="connsiteY4" fmla="*/ 15975 h 111496"/>
                  <a:gd name="connsiteX5" fmla="*/ 4320 w 112148"/>
                  <a:gd name="connsiteY5" fmla="*/ 33743 h 111496"/>
                  <a:gd name="connsiteX6" fmla="*/ 0 w 112148"/>
                  <a:gd name="connsiteY6" fmla="*/ 55504 h 111496"/>
                  <a:gd name="connsiteX7" fmla="*/ 4320 w 112148"/>
                  <a:gd name="connsiteY7" fmla="*/ 77347 h 111496"/>
                  <a:gd name="connsiteX8" fmla="*/ 16301 w 112148"/>
                  <a:gd name="connsiteY8" fmla="*/ 95196 h 111496"/>
                  <a:gd name="connsiteX9" fmla="*/ 34232 w 112148"/>
                  <a:gd name="connsiteY9" fmla="*/ 107177 h 111496"/>
                  <a:gd name="connsiteX10" fmla="*/ 56319 w 112148"/>
                  <a:gd name="connsiteY10" fmla="*/ 111497 h 111496"/>
                  <a:gd name="connsiteX11" fmla="*/ 78243 w 112148"/>
                  <a:gd name="connsiteY11" fmla="*/ 107258 h 111496"/>
                  <a:gd name="connsiteX12" fmla="*/ 96011 w 112148"/>
                  <a:gd name="connsiteY12" fmla="*/ 95359 h 111496"/>
                  <a:gd name="connsiteX13" fmla="*/ 107829 w 112148"/>
                  <a:gd name="connsiteY13" fmla="*/ 77510 h 111496"/>
                  <a:gd name="connsiteX14" fmla="*/ 112149 w 112148"/>
                  <a:gd name="connsiteY14" fmla="*/ 55667 h 111496"/>
                  <a:gd name="connsiteX15" fmla="*/ 107829 w 112148"/>
                  <a:gd name="connsiteY15" fmla="*/ 33824 h 111496"/>
                  <a:gd name="connsiteX16" fmla="*/ 95930 w 112148"/>
                  <a:gd name="connsiteY16" fmla="*/ 15975 h 111496"/>
                  <a:gd name="connsiteX17" fmla="*/ 86149 w 112148"/>
                  <a:gd name="connsiteY17" fmla="*/ 74657 h 111496"/>
                  <a:gd name="connsiteX18" fmla="*/ 74087 w 112148"/>
                  <a:gd name="connsiteY18" fmla="*/ 87535 h 111496"/>
                  <a:gd name="connsiteX19" fmla="*/ 55993 w 112148"/>
                  <a:gd name="connsiteY19" fmla="*/ 92181 h 111496"/>
                  <a:gd name="connsiteX20" fmla="*/ 42056 w 112148"/>
                  <a:gd name="connsiteY20" fmla="*/ 89491 h 111496"/>
                  <a:gd name="connsiteX21" fmla="*/ 31134 w 112148"/>
                  <a:gd name="connsiteY21" fmla="*/ 81993 h 111496"/>
                  <a:gd name="connsiteX22" fmla="*/ 24125 w 112148"/>
                  <a:gd name="connsiteY22" fmla="*/ 70419 h 111496"/>
                  <a:gd name="connsiteX23" fmla="*/ 21680 w 112148"/>
                  <a:gd name="connsiteY23" fmla="*/ 55504 h 111496"/>
                  <a:gd name="connsiteX24" fmla="*/ 26081 w 112148"/>
                  <a:gd name="connsiteY24" fmla="*/ 36595 h 111496"/>
                  <a:gd name="connsiteX25" fmla="*/ 38144 w 112148"/>
                  <a:gd name="connsiteY25" fmla="*/ 23880 h 111496"/>
                  <a:gd name="connsiteX26" fmla="*/ 55993 w 112148"/>
                  <a:gd name="connsiteY26" fmla="*/ 19316 h 111496"/>
                  <a:gd name="connsiteX27" fmla="*/ 70093 w 112148"/>
                  <a:gd name="connsiteY27" fmla="*/ 21924 h 111496"/>
                  <a:gd name="connsiteX28" fmla="*/ 80933 w 112148"/>
                  <a:gd name="connsiteY28" fmla="*/ 29423 h 111496"/>
                  <a:gd name="connsiteX29" fmla="*/ 88024 w 112148"/>
                  <a:gd name="connsiteY29" fmla="*/ 40915 h 111496"/>
                  <a:gd name="connsiteX30" fmla="*/ 90469 w 112148"/>
                  <a:gd name="connsiteY30" fmla="*/ 55504 h 111496"/>
                  <a:gd name="connsiteX31" fmla="*/ 86149 w 112148"/>
                  <a:gd name="connsiteY31" fmla="*/ 74657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148" h="111496">
                    <a:moveTo>
                      <a:pt x="95930" y="15975"/>
                    </a:moveTo>
                    <a:cubicBezTo>
                      <a:pt x="90877" y="10840"/>
                      <a:pt x="84927" y="6928"/>
                      <a:pt x="78162" y="4157"/>
                    </a:cubicBezTo>
                    <a:cubicBezTo>
                      <a:pt x="71397" y="1385"/>
                      <a:pt x="63980" y="0"/>
                      <a:pt x="55993" y="0"/>
                    </a:cubicBezTo>
                    <a:cubicBezTo>
                      <a:pt x="48006" y="0"/>
                      <a:pt x="40752" y="1385"/>
                      <a:pt x="33987" y="4157"/>
                    </a:cubicBezTo>
                    <a:cubicBezTo>
                      <a:pt x="27222" y="6928"/>
                      <a:pt x="21272" y="10840"/>
                      <a:pt x="16219" y="15975"/>
                    </a:cubicBezTo>
                    <a:cubicBezTo>
                      <a:pt x="11166" y="21110"/>
                      <a:pt x="7172" y="27059"/>
                      <a:pt x="4320" y="33743"/>
                    </a:cubicBezTo>
                    <a:cubicBezTo>
                      <a:pt x="1467" y="40426"/>
                      <a:pt x="0" y="47679"/>
                      <a:pt x="0" y="55504"/>
                    </a:cubicBezTo>
                    <a:cubicBezTo>
                      <a:pt x="0" y="63328"/>
                      <a:pt x="1467" y="70582"/>
                      <a:pt x="4320" y="77347"/>
                    </a:cubicBezTo>
                    <a:cubicBezTo>
                      <a:pt x="7172" y="84112"/>
                      <a:pt x="11166" y="90061"/>
                      <a:pt x="16301" y="95196"/>
                    </a:cubicBezTo>
                    <a:cubicBezTo>
                      <a:pt x="21435" y="100331"/>
                      <a:pt x="27385" y="104324"/>
                      <a:pt x="34232" y="107177"/>
                    </a:cubicBezTo>
                    <a:cubicBezTo>
                      <a:pt x="41078" y="110030"/>
                      <a:pt x="48413" y="111497"/>
                      <a:pt x="56319" y="111497"/>
                    </a:cubicBezTo>
                    <a:cubicBezTo>
                      <a:pt x="64225" y="111497"/>
                      <a:pt x="71397" y="110111"/>
                      <a:pt x="78243" y="107258"/>
                    </a:cubicBezTo>
                    <a:cubicBezTo>
                      <a:pt x="85090" y="104406"/>
                      <a:pt x="90958" y="100494"/>
                      <a:pt x="96011" y="95359"/>
                    </a:cubicBezTo>
                    <a:cubicBezTo>
                      <a:pt x="101064" y="90225"/>
                      <a:pt x="104977" y="84275"/>
                      <a:pt x="107829" y="77510"/>
                    </a:cubicBezTo>
                    <a:cubicBezTo>
                      <a:pt x="110682" y="70745"/>
                      <a:pt x="112149" y="63491"/>
                      <a:pt x="112149" y="55667"/>
                    </a:cubicBezTo>
                    <a:cubicBezTo>
                      <a:pt x="112149" y="47843"/>
                      <a:pt x="110682" y="40589"/>
                      <a:pt x="107829" y="33824"/>
                    </a:cubicBezTo>
                    <a:cubicBezTo>
                      <a:pt x="104977" y="27059"/>
                      <a:pt x="100983" y="21110"/>
                      <a:pt x="95930" y="15975"/>
                    </a:cubicBezTo>
                    <a:close/>
                    <a:moveTo>
                      <a:pt x="86149" y="74657"/>
                    </a:moveTo>
                    <a:cubicBezTo>
                      <a:pt x="83297" y="80118"/>
                      <a:pt x="79221" y="84438"/>
                      <a:pt x="74087" y="87535"/>
                    </a:cubicBezTo>
                    <a:cubicBezTo>
                      <a:pt x="68871" y="90632"/>
                      <a:pt x="62839" y="92181"/>
                      <a:pt x="55993" y="92181"/>
                    </a:cubicBezTo>
                    <a:cubicBezTo>
                      <a:pt x="50940" y="92181"/>
                      <a:pt x="46294" y="91284"/>
                      <a:pt x="42056" y="89491"/>
                    </a:cubicBezTo>
                    <a:cubicBezTo>
                      <a:pt x="37818" y="87698"/>
                      <a:pt x="34150" y="85171"/>
                      <a:pt x="31134" y="81993"/>
                    </a:cubicBezTo>
                    <a:cubicBezTo>
                      <a:pt x="28119" y="78814"/>
                      <a:pt x="25755" y="74983"/>
                      <a:pt x="24125" y="70419"/>
                    </a:cubicBezTo>
                    <a:cubicBezTo>
                      <a:pt x="22495" y="65937"/>
                      <a:pt x="21680" y="60965"/>
                      <a:pt x="21680" y="55504"/>
                    </a:cubicBezTo>
                    <a:cubicBezTo>
                      <a:pt x="21680" y="48332"/>
                      <a:pt x="23147" y="42056"/>
                      <a:pt x="26081" y="36595"/>
                    </a:cubicBezTo>
                    <a:cubicBezTo>
                      <a:pt x="29015" y="31134"/>
                      <a:pt x="33009" y="26896"/>
                      <a:pt x="38144" y="23880"/>
                    </a:cubicBezTo>
                    <a:cubicBezTo>
                      <a:pt x="43278" y="20865"/>
                      <a:pt x="49228" y="19316"/>
                      <a:pt x="55993" y="19316"/>
                    </a:cubicBezTo>
                    <a:cubicBezTo>
                      <a:pt x="61209" y="19316"/>
                      <a:pt x="65936" y="20213"/>
                      <a:pt x="70093" y="21924"/>
                    </a:cubicBezTo>
                    <a:cubicBezTo>
                      <a:pt x="74250" y="23636"/>
                      <a:pt x="77836" y="26163"/>
                      <a:pt x="80933" y="29423"/>
                    </a:cubicBezTo>
                    <a:cubicBezTo>
                      <a:pt x="84030" y="32683"/>
                      <a:pt x="86394" y="36513"/>
                      <a:pt x="88024" y="40915"/>
                    </a:cubicBezTo>
                    <a:cubicBezTo>
                      <a:pt x="89654" y="45316"/>
                      <a:pt x="90469" y="50206"/>
                      <a:pt x="90469" y="55504"/>
                    </a:cubicBezTo>
                    <a:cubicBezTo>
                      <a:pt x="90469" y="62758"/>
                      <a:pt x="89002" y="69196"/>
                      <a:pt x="86149" y="7465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E25A95A9-8665-AF85-5A0D-C312010EC0A9}"/>
                  </a:ext>
                </a:extLst>
              </p:cNvPr>
              <p:cNvSpPr/>
              <p:nvPr/>
            </p:nvSpPr>
            <p:spPr>
              <a:xfrm>
                <a:off x="2686379" y="6218704"/>
                <a:ext cx="96581" cy="111496"/>
              </a:xfrm>
              <a:custGeom>
                <a:avLst/>
                <a:gdLst>
                  <a:gd name="connsiteX0" fmla="*/ 71153 w 96581"/>
                  <a:gd name="connsiteY0" fmla="*/ 89328 h 111496"/>
                  <a:gd name="connsiteX1" fmla="*/ 55585 w 96581"/>
                  <a:gd name="connsiteY1" fmla="*/ 92181 h 111496"/>
                  <a:gd name="connsiteX2" fmla="*/ 41811 w 96581"/>
                  <a:gd name="connsiteY2" fmla="*/ 89572 h 111496"/>
                  <a:gd name="connsiteX3" fmla="*/ 30971 w 96581"/>
                  <a:gd name="connsiteY3" fmla="*/ 82155 h 111496"/>
                  <a:gd name="connsiteX4" fmla="*/ 23880 w 96581"/>
                  <a:gd name="connsiteY4" fmla="*/ 70663 h 111496"/>
                  <a:gd name="connsiteX5" fmla="*/ 21435 w 96581"/>
                  <a:gd name="connsiteY5" fmla="*/ 55830 h 111496"/>
                  <a:gd name="connsiteX6" fmla="*/ 23880 w 96581"/>
                  <a:gd name="connsiteY6" fmla="*/ 41159 h 111496"/>
                  <a:gd name="connsiteX7" fmla="*/ 30971 w 96581"/>
                  <a:gd name="connsiteY7" fmla="*/ 29585 h 111496"/>
                  <a:gd name="connsiteX8" fmla="*/ 41811 w 96581"/>
                  <a:gd name="connsiteY8" fmla="*/ 22169 h 111496"/>
                  <a:gd name="connsiteX9" fmla="*/ 55422 w 96581"/>
                  <a:gd name="connsiteY9" fmla="*/ 19642 h 111496"/>
                  <a:gd name="connsiteX10" fmla="*/ 70501 w 96581"/>
                  <a:gd name="connsiteY10" fmla="*/ 22413 h 111496"/>
                  <a:gd name="connsiteX11" fmla="*/ 81422 w 96581"/>
                  <a:gd name="connsiteY11" fmla="*/ 30074 h 111496"/>
                  <a:gd name="connsiteX12" fmla="*/ 95767 w 96581"/>
                  <a:gd name="connsiteY12" fmla="*/ 15730 h 111496"/>
                  <a:gd name="connsiteX13" fmla="*/ 78488 w 96581"/>
                  <a:gd name="connsiteY13" fmla="*/ 4238 h 111496"/>
                  <a:gd name="connsiteX14" fmla="*/ 55504 w 96581"/>
                  <a:gd name="connsiteY14" fmla="*/ 0 h 111496"/>
                  <a:gd name="connsiteX15" fmla="*/ 33498 w 96581"/>
                  <a:gd name="connsiteY15" fmla="*/ 4319 h 111496"/>
                  <a:gd name="connsiteX16" fmla="*/ 15812 w 96581"/>
                  <a:gd name="connsiteY16" fmla="*/ 16138 h 111496"/>
                  <a:gd name="connsiteX17" fmla="*/ 4157 w 96581"/>
                  <a:gd name="connsiteY17" fmla="*/ 33824 h 111496"/>
                  <a:gd name="connsiteX18" fmla="*/ 0 w 96581"/>
                  <a:gd name="connsiteY18" fmla="*/ 55667 h 111496"/>
                  <a:gd name="connsiteX19" fmla="*/ 4157 w 96581"/>
                  <a:gd name="connsiteY19" fmla="*/ 77509 h 111496"/>
                  <a:gd name="connsiteX20" fmla="*/ 15893 w 96581"/>
                  <a:gd name="connsiteY20" fmla="*/ 95277 h 111496"/>
                  <a:gd name="connsiteX21" fmla="*/ 33661 w 96581"/>
                  <a:gd name="connsiteY21" fmla="*/ 107177 h 111496"/>
                  <a:gd name="connsiteX22" fmla="*/ 55830 w 96581"/>
                  <a:gd name="connsiteY22" fmla="*/ 111497 h 111496"/>
                  <a:gd name="connsiteX23" fmla="*/ 78814 w 96581"/>
                  <a:gd name="connsiteY23" fmla="*/ 107258 h 111496"/>
                  <a:gd name="connsiteX24" fmla="*/ 96582 w 96581"/>
                  <a:gd name="connsiteY24" fmla="*/ 95604 h 111496"/>
                  <a:gd name="connsiteX25" fmla="*/ 82237 w 96581"/>
                  <a:gd name="connsiteY25" fmla="*/ 81259 h 111496"/>
                  <a:gd name="connsiteX26" fmla="*/ 71153 w 96581"/>
                  <a:gd name="connsiteY26" fmla="*/ 89002 h 111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6581" h="111496">
                    <a:moveTo>
                      <a:pt x="71153" y="89328"/>
                    </a:moveTo>
                    <a:cubicBezTo>
                      <a:pt x="66833" y="91202"/>
                      <a:pt x="61698" y="92181"/>
                      <a:pt x="55585" y="92181"/>
                    </a:cubicBezTo>
                    <a:cubicBezTo>
                      <a:pt x="50532" y="92181"/>
                      <a:pt x="45968" y="91284"/>
                      <a:pt x="41811" y="89572"/>
                    </a:cubicBezTo>
                    <a:cubicBezTo>
                      <a:pt x="37655" y="87861"/>
                      <a:pt x="34068" y="85334"/>
                      <a:pt x="30971" y="82155"/>
                    </a:cubicBezTo>
                    <a:cubicBezTo>
                      <a:pt x="27874" y="78976"/>
                      <a:pt x="25511" y="75146"/>
                      <a:pt x="23880" y="70663"/>
                    </a:cubicBezTo>
                    <a:cubicBezTo>
                      <a:pt x="22250" y="66181"/>
                      <a:pt x="21435" y="61290"/>
                      <a:pt x="21435" y="55830"/>
                    </a:cubicBezTo>
                    <a:cubicBezTo>
                      <a:pt x="21435" y="50369"/>
                      <a:pt x="22250" y="45560"/>
                      <a:pt x="23880" y="41159"/>
                    </a:cubicBezTo>
                    <a:cubicBezTo>
                      <a:pt x="25511" y="36677"/>
                      <a:pt x="27874" y="32846"/>
                      <a:pt x="30971" y="29585"/>
                    </a:cubicBezTo>
                    <a:cubicBezTo>
                      <a:pt x="34068" y="26325"/>
                      <a:pt x="37655" y="23880"/>
                      <a:pt x="41811" y="22169"/>
                    </a:cubicBezTo>
                    <a:cubicBezTo>
                      <a:pt x="45968" y="20457"/>
                      <a:pt x="50532" y="19642"/>
                      <a:pt x="55422" y="19642"/>
                    </a:cubicBezTo>
                    <a:cubicBezTo>
                      <a:pt x="61128" y="19642"/>
                      <a:pt x="66181" y="20539"/>
                      <a:pt x="70501" y="22413"/>
                    </a:cubicBezTo>
                    <a:cubicBezTo>
                      <a:pt x="74820" y="24288"/>
                      <a:pt x="78488" y="26814"/>
                      <a:pt x="81422" y="30074"/>
                    </a:cubicBezTo>
                    <a:lnTo>
                      <a:pt x="95767" y="15730"/>
                    </a:lnTo>
                    <a:cubicBezTo>
                      <a:pt x="90713" y="10921"/>
                      <a:pt x="85008" y="7091"/>
                      <a:pt x="78488" y="4238"/>
                    </a:cubicBezTo>
                    <a:cubicBezTo>
                      <a:pt x="71968" y="1385"/>
                      <a:pt x="64306" y="0"/>
                      <a:pt x="55504" y="0"/>
                    </a:cubicBezTo>
                    <a:cubicBezTo>
                      <a:pt x="47598" y="0"/>
                      <a:pt x="40263" y="1467"/>
                      <a:pt x="33498" y="4319"/>
                    </a:cubicBezTo>
                    <a:cubicBezTo>
                      <a:pt x="26733" y="7172"/>
                      <a:pt x="20865" y="11166"/>
                      <a:pt x="15812" y="16138"/>
                    </a:cubicBezTo>
                    <a:cubicBezTo>
                      <a:pt x="10758" y="21191"/>
                      <a:pt x="6928" y="27059"/>
                      <a:pt x="4157" y="33824"/>
                    </a:cubicBezTo>
                    <a:cubicBezTo>
                      <a:pt x="1386" y="40589"/>
                      <a:pt x="0" y="47843"/>
                      <a:pt x="0" y="55667"/>
                    </a:cubicBezTo>
                    <a:cubicBezTo>
                      <a:pt x="0" y="63491"/>
                      <a:pt x="1386" y="70745"/>
                      <a:pt x="4157" y="77509"/>
                    </a:cubicBezTo>
                    <a:cubicBezTo>
                      <a:pt x="6928" y="84274"/>
                      <a:pt x="10840" y="90224"/>
                      <a:pt x="15893" y="95277"/>
                    </a:cubicBezTo>
                    <a:cubicBezTo>
                      <a:pt x="20946" y="100331"/>
                      <a:pt x="26896" y="104324"/>
                      <a:pt x="33661" y="107177"/>
                    </a:cubicBezTo>
                    <a:cubicBezTo>
                      <a:pt x="40426" y="110030"/>
                      <a:pt x="47843" y="111497"/>
                      <a:pt x="55830" y="111497"/>
                    </a:cubicBezTo>
                    <a:cubicBezTo>
                      <a:pt x="64469" y="111497"/>
                      <a:pt x="72131" y="110111"/>
                      <a:pt x="78814" y="107258"/>
                    </a:cubicBezTo>
                    <a:cubicBezTo>
                      <a:pt x="85497" y="104406"/>
                      <a:pt x="91447" y="100575"/>
                      <a:pt x="96582" y="95604"/>
                    </a:cubicBezTo>
                    <a:lnTo>
                      <a:pt x="82237" y="81259"/>
                    </a:lnTo>
                    <a:cubicBezTo>
                      <a:pt x="79140" y="84519"/>
                      <a:pt x="75472" y="87127"/>
                      <a:pt x="71153" y="890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22E94762-303C-5AFD-BE72-3E1DF5FC190F}"/>
                  </a:ext>
                </a:extLst>
              </p:cNvPr>
              <p:cNvSpPr/>
              <p:nvPr/>
            </p:nvSpPr>
            <p:spPr>
              <a:xfrm>
                <a:off x="2805129" y="6220578"/>
                <a:ext cx="91772" cy="108155"/>
              </a:xfrm>
              <a:custGeom>
                <a:avLst/>
                <a:gdLst>
                  <a:gd name="connsiteX0" fmla="*/ 91773 w 91772"/>
                  <a:gd name="connsiteY0" fmla="*/ 108155 h 108155"/>
                  <a:gd name="connsiteX1" fmla="*/ 43767 w 91772"/>
                  <a:gd name="connsiteY1" fmla="*/ 51510 h 108155"/>
                  <a:gd name="connsiteX2" fmla="*/ 90306 w 91772"/>
                  <a:gd name="connsiteY2" fmla="*/ 0 h 108155"/>
                  <a:gd name="connsiteX3" fmla="*/ 64143 w 91772"/>
                  <a:gd name="connsiteY3" fmla="*/ 0 h 108155"/>
                  <a:gd name="connsiteX4" fmla="*/ 20865 w 91772"/>
                  <a:gd name="connsiteY4" fmla="*/ 48902 h 108155"/>
                  <a:gd name="connsiteX5" fmla="*/ 20865 w 91772"/>
                  <a:gd name="connsiteY5" fmla="*/ 0 h 108155"/>
                  <a:gd name="connsiteX6" fmla="*/ 0 w 91772"/>
                  <a:gd name="connsiteY6" fmla="*/ 0 h 108155"/>
                  <a:gd name="connsiteX7" fmla="*/ 0 w 91772"/>
                  <a:gd name="connsiteY7" fmla="*/ 108155 h 108155"/>
                  <a:gd name="connsiteX8" fmla="*/ 20865 w 91772"/>
                  <a:gd name="connsiteY8" fmla="*/ 108155 h 108155"/>
                  <a:gd name="connsiteX9" fmla="*/ 20865 w 91772"/>
                  <a:gd name="connsiteY9" fmla="*/ 54689 h 108155"/>
                  <a:gd name="connsiteX10" fmla="*/ 65366 w 91772"/>
                  <a:gd name="connsiteY10" fmla="*/ 108155 h 108155"/>
                  <a:gd name="connsiteX11" fmla="*/ 91773 w 91772"/>
                  <a:gd name="connsiteY11" fmla="*/ 108155 h 10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1772" h="108155">
                    <a:moveTo>
                      <a:pt x="91773" y="108155"/>
                    </a:moveTo>
                    <a:lnTo>
                      <a:pt x="43767" y="51510"/>
                    </a:lnTo>
                    <a:lnTo>
                      <a:pt x="90306" y="0"/>
                    </a:lnTo>
                    <a:lnTo>
                      <a:pt x="64143" y="0"/>
                    </a:lnTo>
                    <a:lnTo>
                      <a:pt x="20865" y="48902"/>
                    </a:lnTo>
                    <a:lnTo>
                      <a:pt x="20865" y="0"/>
                    </a:lnTo>
                    <a:lnTo>
                      <a:pt x="0" y="0"/>
                    </a:lnTo>
                    <a:lnTo>
                      <a:pt x="0" y="108155"/>
                    </a:lnTo>
                    <a:lnTo>
                      <a:pt x="20865" y="108155"/>
                    </a:lnTo>
                    <a:lnTo>
                      <a:pt x="20865" y="54689"/>
                    </a:lnTo>
                    <a:lnTo>
                      <a:pt x="65366" y="108155"/>
                    </a:lnTo>
                    <a:lnTo>
                      <a:pt x="91773" y="108155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1ED36130-DCE5-7A29-BF49-8ABE9ABBA397}"/>
                </a:ext>
              </a:extLst>
            </p:cNvPr>
            <p:cNvSpPr/>
            <p:nvPr/>
          </p:nvSpPr>
          <p:spPr>
            <a:xfrm>
              <a:off x="2051710" y="6389372"/>
              <a:ext cx="853913" cy="49961"/>
            </a:xfrm>
            <a:custGeom>
              <a:avLst/>
              <a:gdLst>
                <a:gd name="connsiteX0" fmla="*/ 0 w 853913"/>
                <a:gd name="connsiteY0" fmla="*/ 0 h 49961"/>
                <a:gd name="connsiteX1" fmla="*/ 853913 w 853913"/>
                <a:gd name="connsiteY1" fmla="*/ 0 h 49961"/>
                <a:gd name="connsiteX2" fmla="*/ 853913 w 853913"/>
                <a:gd name="connsiteY2" fmla="*/ 49961 h 49961"/>
                <a:gd name="connsiteX3" fmla="*/ 0 w 853913"/>
                <a:gd name="connsiteY3" fmla="*/ 49961 h 4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3913" h="49961">
                  <a:moveTo>
                    <a:pt x="0" y="0"/>
                  </a:moveTo>
                  <a:lnTo>
                    <a:pt x="853913" y="0"/>
                  </a:lnTo>
                  <a:lnTo>
                    <a:pt x="853913" y="49961"/>
                  </a:lnTo>
                  <a:lnTo>
                    <a:pt x="0" y="49961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47" name="Graphic 2241">
            <a:extLst>
              <a:ext uri="{FF2B5EF4-FFF2-40B4-BE49-F238E27FC236}">
                <a16:creationId xmlns:a16="http://schemas.microsoft.com/office/drawing/2014/main" id="{98D519C3-72C1-17BE-27F1-03182CDB216F}"/>
              </a:ext>
            </a:extLst>
          </p:cNvPr>
          <p:cNvGrpSpPr/>
          <p:nvPr/>
        </p:nvGrpSpPr>
        <p:grpSpPr>
          <a:xfrm>
            <a:off x="933660" y="4492206"/>
            <a:ext cx="691802" cy="222178"/>
            <a:chOff x="8101721" y="4404516"/>
            <a:chExt cx="691802" cy="222178"/>
          </a:xfrm>
        </p:grpSpPr>
        <p:grpSp>
          <p:nvGrpSpPr>
            <p:cNvPr id="248" name="Graphic 2241">
              <a:extLst>
                <a:ext uri="{FF2B5EF4-FFF2-40B4-BE49-F238E27FC236}">
                  <a16:creationId xmlns:a16="http://schemas.microsoft.com/office/drawing/2014/main" id="{35C26D01-C59B-10B6-104C-C08F76E414F0}"/>
                </a:ext>
              </a:extLst>
            </p:cNvPr>
            <p:cNvGrpSpPr/>
            <p:nvPr/>
          </p:nvGrpSpPr>
          <p:grpSpPr>
            <a:xfrm>
              <a:off x="8101721" y="4404516"/>
              <a:ext cx="691394" cy="112311"/>
              <a:chOff x="8101721" y="4404516"/>
              <a:chExt cx="691394" cy="112311"/>
            </a:xfrm>
            <a:solidFill>
              <a:srgbClr val="FFFFFF"/>
            </a:solidFill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5679F2C2-185A-0B80-495F-5406728599EF}"/>
                  </a:ext>
                </a:extLst>
              </p:cNvPr>
              <p:cNvSpPr/>
              <p:nvPr/>
            </p:nvSpPr>
            <p:spPr>
              <a:xfrm>
                <a:off x="8101721" y="4404516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06 w 97396"/>
                  <a:gd name="connsiteY4" fmla="*/ 71153 h 112311"/>
                  <a:gd name="connsiteX5" fmla="*/ 21761 w 97396"/>
                  <a:gd name="connsiteY5" fmla="*/ 56156 h 112311"/>
                  <a:gd name="connsiteX6" fmla="*/ 24206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1 h 112311"/>
                  <a:gd name="connsiteX9" fmla="*/ 55993 w 97396"/>
                  <a:gd name="connsiteY9" fmla="*/ 19724 h 112311"/>
                  <a:gd name="connsiteX10" fmla="*/ 71152 w 97396"/>
                  <a:gd name="connsiteY10" fmla="*/ 22495 h 112311"/>
                  <a:gd name="connsiteX11" fmla="*/ 82155 w 97396"/>
                  <a:gd name="connsiteY11" fmla="*/ 30238 h 112311"/>
                  <a:gd name="connsiteX12" fmla="*/ 96582 w 97396"/>
                  <a:gd name="connsiteY12" fmla="*/ 15812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20 h 112311"/>
                  <a:gd name="connsiteX16" fmla="*/ 15974 w 97396"/>
                  <a:gd name="connsiteY16" fmla="*/ 16219 h 112311"/>
                  <a:gd name="connsiteX17" fmla="*/ 4156 w 97396"/>
                  <a:gd name="connsiteY17" fmla="*/ 34068 h 112311"/>
                  <a:gd name="connsiteX18" fmla="*/ 0 w 97396"/>
                  <a:gd name="connsiteY18" fmla="*/ 56074 h 112311"/>
                  <a:gd name="connsiteX19" fmla="*/ 4156 w 97396"/>
                  <a:gd name="connsiteY19" fmla="*/ 78080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6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6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773"/>
                      <a:pt x="62268" y="92751"/>
                      <a:pt x="56156" y="92751"/>
                    </a:cubicBezTo>
                    <a:cubicBezTo>
                      <a:pt x="51102" y="92751"/>
                      <a:pt x="46457" y="91854"/>
                      <a:pt x="42300" y="90143"/>
                    </a:cubicBezTo>
                    <a:cubicBezTo>
                      <a:pt x="38144" y="88350"/>
                      <a:pt x="34476" y="85905"/>
                      <a:pt x="31379" y="82726"/>
                    </a:cubicBezTo>
                    <a:cubicBezTo>
                      <a:pt x="28282" y="79548"/>
                      <a:pt x="25918" y="75635"/>
                      <a:pt x="24206" y="71153"/>
                    </a:cubicBezTo>
                    <a:cubicBezTo>
                      <a:pt x="22576" y="66670"/>
                      <a:pt x="21761" y="61698"/>
                      <a:pt x="21761" y="56156"/>
                    </a:cubicBezTo>
                    <a:cubicBezTo>
                      <a:pt x="21761" y="50614"/>
                      <a:pt x="22576" y="45805"/>
                      <a:pt x="24206" y="41322"/>
                    </a:cubicBezTo>
                    <a:cubicBezTo>
                      <a:pt x="25836" y="36840"/>
                      <a:pt x="28200" y="32928"/>
                      <a:pt x="31379" y="29667"/>
                    </a:cubicBezTo>
                    <a:cubicBezTo>
                      <a:pt x="34557" y="26407"/>
                      <a:pt x="38144" y="23962"/>
                      <a:pt x="42300" y="22251"/>
                    </a:cubicBezTo>
                    <a:cubicBezTo>
                      <a:pt x="46457" y="20539"/>
                      <a:pt x="51102" y="19724"/>
                      <a:pt x="55993" y="19724"/>
                    </a:cubicBezTo>
                    <a:cubicBezTo>
                      <a:pt x="61779" y="19724"/>
                      <a:pt x="66833" y="20620"/>
                      <a:pt x="71152" y="22495"/>
                    </a:cubicBezTo>
                    <a:cubicBezTo>
                      <a:pt x="75472" y="24369"/>
                      <a:pt x="79140" y="26978"/>
                      <a:pt x="82155" y="30238"/>
                    </a:cubicBezTo>
                    <a:lnTo>
                      <a:pt x="96582" y="15812"/>
                    </a:lnTo>
                    <a:cubicBezTo>
                      <a:pt x="91528" y="10921"/>
                      <a:pt x="85741" y="7091"/>
                      <a:pt x="79140" y="4238"/>
                    </a:cubicBezTo>
                    <a:cubicBezTo>
                      <a:pt x="72538" y="1385"/>
                      <a:pt x="64877" y="0"/>
                      <a:pt x="55993" y="0"/>
                    </a:cubicBezTo>
                    <a:cubicBezTo>
                      <a:pt x="48005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4" y="16219"/>
                    </a:cubicBezTo>
                    <a:cubicBezTo>
                      <a:pt x="10921" y="21272"/>
                      <a:pt x="7009" y="27222"/>
                      <a:pt x="4156" y="34068"/>
                    </a:cubicBezTo>
                    <a:cubicBezTo>
                      <a:pt x="1385" y="40915"/>
                      <a:pt x="0" y="48250"/>
                      <a:pt x="0" y="56074"/>
                    </a:cubicBezTo>
                    <a:cubicBezTo>
                      <a:pt x="0" y="63899"/>
                      <a:pt x="1385" y="71234"/>
                      <a:pt x="4156" y="78080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0" y="105140"/>
                      <a:pt x="33987" y="107992"/>
                    </a:cubicBezTo>
                    <a:cubicBezTo>
                      <a:pt x="40833" y="110845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0" y="105221"/>
                      <a:pt x="92181" y="101309"/>
                      <a:pt x="97396" y="96337"/>
                    </a:cubicBezTo>
                    <a:lnTo>
                      <a:pt x="82971" y="81911"/>
                    </a:lnTo>
                    <a:cubicBezTo>
                      <a:pt x="79873" y="85253"/>
                      <a:pt x="76124" y="87861"/>
                      <a:pt x="71805" y="89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4C4CF11D-6862-508B-112D-26B2D31D9028}"/>
                  </a:ext>
                </a:extLst>
              </p:cNvPr>
              <p:cNvSpPr/>
              <p:nvPr/>
            </p:nvSpPr>
            <p:spPr>
              <a:xfrm>
                <a:off x="8221450" y="4406309"/>
                <a:ext cx="71070" cy="108970"/>
              </a:xfrm>
              <a:custGeom>
                <a:avLst/>
                <a:gdLst>
                  <a:gd name="connsiteX0" fmla="*/ 21109 w 71070"/>
                  <a:gd name="connsiteY0" fmla="*/ 0 h 108970"/>
                  <a:gd name="connsiteX1" fmla="*/ 0 w 71070"/>
                  <a:gd name="connsiteY1" fmla="*/ 0 h 108970"/>
                  <a:gd name="connsiteX2" fmla="*/ 0 w 71070"/>
                  <a:gd name="connsiteY2" fmla="*/ 108970 h 108970"/>
                  <a:gd name="connsiteX3" fmla="*/ 15485 w 71070"/>
                  <a:gd name="connsiteY3" fmla="*/ 108970 h 108970"/>
                  <a:gd name="connsiteX4" fmla="*/ 21109 w 71070"/>
                  <a:gd name="connsiteY4" fmla="*/ 108970 h 108970"/>
                  <a:gd name="connsiteX5" fmla="*/ 71071 w 71070"/>
                  <a:gd name="connsiteY5" fmla="*/ 108970 h 108970"/>
                  <a:gd name="connsiteX6" fmla="*/ 71071 w 71070"/>
                  <a:gd name="connsiteY6" fmla="*/ 90225 h 108970"/>
                  <a:gd name="connsiteX7" fmla="*/ 21109 w 71070"/>
                  <a:gd name="connsiteY7" fmla="*/ 90225 h 108970"/>
                  <a:gd name="connsiteX8" fmla="*/ 21109 w 71070"/>
                  <a:gd name="connsiteY8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1070" h="108970">
                    <a:moveTo>
                      <a:pt x="21109" y="0"/>
                    </a:moveTo>
                    <a:lnTo>
                      <a:pt x="0" y="0"/>
                    </a:lnTo>
                    <a:lnTo>
                      <a:pt x="0" y="108970"/>
                    </a:lnTo>
                    <a:lnTo>
                      <a:pt x="15485" y="108970"/>
                    </a:lnTo>
                    <a:lnTo>
                      <a:pt x="21109" y="108970"/>
                    </a:lnTo>
                    <a:lnTo>
                      <a:pt x="71071" y="108970"/>
                    </a:lnTo>
                    <a:lnTo>
                      <a:pt x="71071" y="90225"/>
                    </a:lnTo>
                    <a:lnTo>
                      <a:pt x="21109" y="90225"/>
                    </a:lnTo>
                    <a:lnTo>
                      <a:pt x="211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D09C15DE-F4B6-9017-7838-0EC0916BBFD7}"/>
                  </a:ext>
                </a:extLst>
              </p:cNvPr>
              <p:cNvSpPr/>
              <p:nvPr/>
            </p:nvSpPr>
            <p:spPr>
              <a:xfrm>
                <a:off x="8303850" y="4406309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0990 h 108970"/>
                  <a:gd name="connsiteX10" fmla="*/ 52488 w 104976"/>
                  <a:gd name="connsiteY10" fmla="*/ 29830 h 108970"/>
                  <a:gd name="connsiteX11" fmla="*/ 68055 w 104976"/>
                  <a:gd name="connsiteY11" fmla="*/ 70990 h 108970"/>
                  <a:gd name="connsiteX12" fmla="*/ 36758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0990"/>
                    </a:moveTo>
                    <a:lnTo>
                      <a:pt x="52488" y="29830"/>
                    </a:lnTo>
                    <a:lnTo>
                      <a:pt x="68055" y="70990"/>
                    </a:lnTo>
                    <a:lnTo>
                      <a:pt x="36758" y="7099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93509852-8EA1-2739-7BB7-79CAAD41907B}"/>
                  </a:ext>
                </a:extLst>
              </p:cNvPr>
              <p:cNvSpPr/>
              <p:nvPr/>
            </p:nvSpPr>
            <p:spPr>
              <a:xfrm>
                <a:off x="8429447" y="4406309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10 w 85171"/>
                  <a:gd name="connsiteY8" fmla="*/ 108970 h 108970"/>
                  <a:gd name="connsiteX9" fmla="*/ 21110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028 w 85171"/>
                  <a:gd name="connsiteY15" fmla="*/ 17197 h 108970"/>
                  <a:gd name="connsiteX16" fmla="*/ 40752 w 85171"/>
                  <a:gd name="connsiteY16" fmla="*/ 17197 h 108970"/>
                  <a:gd name="connsiteX17" fmla="*/ 52651 w 85171"/>
                  <a:gd name="connsiteY17" fmla="*/ 21435 h 108970"/>
                  <a:gd name="connsiteX18" fmla="*/ 56808 w 85171"/>
                  <a:gd name="connsiteY18" fmla="*/ 32194 h 108970"/>
                  <a:gd name="connsiteX19" fmla="*/ 52651 w 85171"/>
                  <a:gd name="connsiteY19" fmla="*/ 42952 h 108970"/>
                  <a:gd name="connsiteX20" fmla="*/ 40589 w 85171"/>
                  <a:gd name="connsiteY20" fmla="*/ 46946 h 108970"/>
                  <a:gd name="connsiteX21" fmla="*/ 21028 w 85171"/>
                  <a:gd name="connsiteY21" fmla="*/ 46946 h 108970"/>
                  <a:gd name="connsiteX22" fmla="*/ 21028 w 85171"/>
                  <a:gd name="connsiteY22" fmla="*/ 1719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10" y="108970"/>
                    </a:lnTo>
                    <a:lnTo>
                      <a:pt x="21110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4" y="62513"/>
                      <a:pt x="57460" y="61372"/>
                      <a:pt x="61128" y="59498"/>
                    </a:cubicBezTo>
                    <a:close/>
                    <a:moveTo>
                      <a:pt x="21028" y="17197"/>
                    </a:moveTo>
                    <a:lnTo>
                      <a:pt x="40752" y="17197"/>
                    </a:lnTo>
                    <a:cubicBezTo>
                      <a:pt x="45887" y="17197"/>
                      <a:pt x="49880" y="18583"/>
                      <a:pt x="52651" y="21435"/>
                    </a:cubicBezTo>
                    <a:cubicBezTo>
                      <a:pt x="55422" y="24288"/>
                      <a:pt x="56808" y="27874"/>
                      <a:pt x="56808" y="32194"/>
                    </a:cubicBezTo>
                    <a:cubicBezTo>
                      <a:pt x="56808" y="36514"/>
                      <a:pt x="55422" y="40344"/>
                      <a:pt x="52651" y="42952"/>
                    </a:cubicBezTo>
                    <a:cubicBezTo>
                      <a:pt x="49880" y="45560"/>
                      <a:pt x="45805" y="46946"/>
                      <a:pt x="40589" y="46946"/>
                    </a:cubicBezTo>
                    <a:lnTo>
                      <a:pt x="21028" y="46946"/>
                    </a:lnTo>
                    <a:lnTo>
                      <a:pt x="21028" y="1719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F8AC9F9A-5B93-71F3-521E-85EC1CD9FD8B}"/>
                  </a:ext>
                </a:extLst>
              </p:cNvPr>
              <p:cNvSpPr/>
              <p:nvPr/>
            </p:nvSpPr>
            <p:spPr>
              <a:xfrm>
                <a:off x="8534179" y="4406309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3DD0B3D8-2985-A972-03FF-87D80A5A4A2F}"/>
                  </a:ext>
                </a:extLst>
              </p:cNvPr>
              <p:cNvSpPr/>
              <p:nvPr/>
            </p:nvSpPr>
            <p:spPr>
              <a:xfrm>
                <a:off x="8577131" y="4406309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0990 h 108970"/>
                  <a:gd name="connsiteX10" fmla="*/ 52570 w 104976"/>
                  <a:gd name="connsiteY10" fmla="*/ 29830 h 108970"/>
                  <a:gd name="connsiteX11" fmla="*/ 68137 w 104976"/>
                  <a:gd name="connsiteY11" fmla="*/ 70990 h 108970"/>
                  <a:gd name="connsiteX12" fmla="*/ 36840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0990"/>
                    </a:moveTo>
                    <a:lnTo>
                      <a:pt x="52570" y="29830"/>
                    </a:lnTo>
                    <a:lnTo>
                      <a:pt x="68137" y="70990"/>
                    </a:lnTo>
                    <a:lnTo>
                      <a:pt x="36840" y="7099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DCA80E4D-A22F-E665-1B9C-7B6019F23489}"/>
                  </a:ext>
                </a:extLst>
              </p:cNvPr>
              <p:cNvSpPr/>
              <p:nvPr/>
            </p:nvSpPr>
            <p:spPr>
              <a:xfrm>
                <a:off x="8702729" y="4406309"/>
                <a:ext cx="90387" cy="108970"/>
              </a:xfrm>
              <a:custGeom>
                <a:avLst/>
                <a:gdLst>
                  <a:gd name="connsiteX0" fmla="*/ 69278 w 90387"/>
                  <a:gd name="connsiteY0" fmla="*/ 0 h 108970"/>
                  <a:gd name="connsiteX1" fmla="*/ 69278 w 90387"/>
                  <a:gd name="connsiteY1" fmla="*/ 70338 h 108970"/>
                  <a:gd name="connsiteX2" fmla="*/ 14752 w 90387"/>
                  <a:gd name="connsiteY2" fmla="*/ 0 h 108970"/>
                  <a:gd name="connsiteX3" fmla="*/ 0 w 90387"/>
                  <a:gd name="connsiteY3" fmla="*/ 0 h 108970"/>
                  <a:gd name="connsiteX4" fmla="*/ 0 w 90387"/>
                  <a:gd name="connsiteY4" fmla="*/ 108970 h 108970"/>
                  <a:gd name="connsiteX5" fmla="*/ 21109 w 90387"/>
                  <a:gd name="connsiteY5" fmla="*/ 108970 h 108970"/>
                  <a:gd name="connsiteX6" fmla="*/ 21109 w 90387"/>
                  <a:gd name="connsiteY6" fmla="*/ 38796 h 108970"/>
                  <a:gd name="connsiteX7" fmla="*/ 75309 w 90387"/>
                  <a:gd name="connsiteY7" fmla="*/ 108970 h 108970"/>
                  <a:gd name="connsiteX8" fmla="*/ 90387 w 90387"/>
                  <a:gd name="connsiteY8" fmla="*/ 108970 h 108970"/>
                  <a:gd name="connsiteX9" fmla="*/ 90387 w 90387"/>
                  <a:gd name="connsiteY9" fmla="*/ 0 h 108970"/>
                  <a:gd name="connsiteX10" fmla="*/ 69278 w 90387"/>
                  <a:gd name="connsiteY10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278" y="0"/>
                    </a:moveTo>
                    <a:lnTo>
                      <a:pt x="69278" y="70338"/>
                    </a:lnTo>
                    <a:lnTo>
                      <a:pt x="14752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38796"/>
                    </a:lnTo>
                    <a:lnTo>
                      <a:pt x="75309" y="108970"/>
                    </a:lnTo>
                    <a:lnTo>
                      <a:pt x="90387" y="108970"/>
                    </a:lnTo>
                    <a:lnTo>
                      <a:pt x="90387" y="0"/>
                    </a:lnTo>
                    <a:lnTo>
                      <a:pt x="692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FFCCC9A-3493-871C-B167-A32531DF885C}"/>
                </a:ext>
              </a:extLst>
            </p:cNvPr>
            <p:cNvSpPr/>
            <p:nvPr/>
          </p:nvSpPr>
          <p:spPr>
            <a:xfrm>
              <a:off x="8103596" y="4576325"/>
              <a:ext cx="689927" cy="50369"/>
            </a:xfrm>
            <a:custGeom>
              <a:avLst/>
              <a:gdLst>
                <a:gd name="connsiteX0" fmla="*/ 0 w 689927"/>
                <a:gd name="connsiteY0" fmla="*/ 0 h 50369"/>
                <a:gd name="connsiteX1" fmla="*/ 689928 w 689927"/>
                <a:gd name="connsiteY1" fmla="*/ 0 h 50369"/>
                <a:gd name="connsiteX2" fmla="*/ 689928 w 689927"/>
                <a:gd name="connsiteY2" fmla="*/ 50369 h 50369"/>
                <a:gd name="connsiteX3" fmla="*/ 0 w 68992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927" h="50369">
                  <a:moveTo>
                    <a:pt x="0" y="0"/>
                  </a:moveTo>
                  <a:lnTo>
                    <a:pt x="689928" y="0"/>
                  </a:lnTo>
                  <a:lnTo>
                    <a:pt x="689928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7" name="Graphic 2241">
            <a:extLst>
              <a:ext uri="{FF2B5EF4-FFF2-40B4-BE49-F238E27FC236}">
                <a16:creationId xmlns:a16="http://schemas.microsoft.com/office/drawing/2014/main" id="{62CEC72F-BD1E-453E-0AC0-44E1E302C4D9}"/>
              </a:ext>
            </a:extLst>
          </p:cNvPr>
          <p:cNvGrpSpPr/>
          <p:nvPr/>
        </p:nvGrpSpPr>
        <p:grpSpPr>
          <a:xfrm>
            <a:off x="933660" y="4990351"/>
            <a:ext cx="671670" cy="220467"/>
            <a:chOff x="6840942" y="5615577"/>
            <a:chExt cx="671670" cy="220467"/>
          </a:xfrm>
        </p:grpSpPr>
        <p:grpSp>
          <p:nvGrpSpPr>
            <p:cNvPr id="258" name="Graphic 2241">
              <a:extLst>
                <a:ext uri="{FF2B5EF4-FFF2-40B4-BE49-F238E27FC236}">
                  <a16:creationId xmlns:a16="http://schemas.microsoft.com/office/drawing/2014/main" id="{6B2079BB-BDD2-A865-E175-B8262E04B396}"/>
                </a:ext>
              </a:extLst>
            </p:cNvPr>
            <p:cNvGrpSpPr/>
            <p:nvPr/>
          </p:nvGrpSpPr>
          <p:grpSpPr>
            <a:xfrm>
              <a:off x="6840942" y="5615577"/>
              <a:ext cx="671670" cy="109051"/>
              <a:chOff x="6840942" y="5615577"/>
              <a:chExt cx="671670" cy="109051"/>
            </a:xfrm>
            <a:solidFill>
              <a:srgbClr val="FFFFFF"/>
            </a:solidFill>
          </p:grpSpPr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042B0E55-5238-2766-0E25-46621AF5C4A0}"/>
                  </a:ext>
                </a:extLst>
              </p:cNvPr>
              <p:cNvSpPr/>
              <p:nvPr/>
            </p:nvSpPr>
            <p:spPr>
              <a:xfrm>
                <a:off x="6840942" y="5615659"/>
                <a:ext cx="85170" cy="108970"/>
              </a:xfrm>
              <a:custGeom>
                <a:avLst/>
                <a:gdLst>
                  <a:gd name="connsiteX0" fmla="*/ 61046 w 85170"/>
                  <a:gd name="connsiteY0" fmla="*/ 59498 h 108970"/>
                  <a:gd name="connsiteX1" fmla="*/ 73516 w 85170"/>
                  <a:gd name="connsiteY1" fmla="*/ 48413 h 108970"/>
                  <a:gd name="connsiteX2" fmla="*/ 77917 w 85170"/>
                  <a:gd name="connsiteY2" fmla="*/ 31787 h 108970"/>
                  <a:gd name="connsiteX3" fmla="*/ 73516 w 85170"/>
                  <a:gd name="connsiteY3" fmla="*/ 15323 h 108970"/>
                  <a:gd name="connsiteX4" fmla="*/ 61128 w 85170"/>
                  <a:gd name="connsiteY4" fmla="*/ 4075 h 108970"/>
                  <a:gd name="connsiteX5" fmla="*/ 42789 w 85170"/>
                  <a:gd name="connsiteY5" fmla="*/ 0 h 108970"/>
                  <a:gd name="connsiteX6" fmla="*/ 0 w 85170"/>
                  <a:gd name="connsiteY6" fmla="*/ 0 h 108970"/>
                  <a:gd name="connsiteX7" fmla="*/ 0 w 85170"/>
                  <a:gd name="connsiteY7" fmla="*/ 108970 h 108970"/>
                  <a:gd name="connsiteX8" fmla="*/ 21109 w 85170"/>
                  <a:gd name="connsiteY8" fmla="*/ 108970 h 108970"/>
                  <a:gd name="connsiteX9" fmla="*/ 21109 w 85170"/>
                  <a:gd name="connsiteY9" fmla="*/ 63573 h 108970"/>
                  <a:gd name="connsiteX10" fmla="*/ 24777 w 85170"/>
                  <a:gd name="connsiteY10" fmla="*/ 63573 h 108970"/>
                  <a:gd name="connsiteX11" fmla="*/ 59579 w 85170"/>
                  <a:gd name="connsiteY11" fmla="*/ 108970 h 108970"/>
                  <a:gd name="connsiteX12" fmla="*/ 85171 w 85170"/>
                  <a:gd name="connsiteY12" fmla="*/ 108970 h 108970"/>
                  <a:gd name="connsiteX13" fmla="*/ 48821 w 85170"/>
                  <a:gd name="connsiteY13" fmla="*/ 63084 h 108970"/>
                  <a:gd name="connsiteX14" fmla="*/ 61128 w 85170"/>
                  <a:gd name="connsiteY14" fmla="*/ 59498 h 108970"/>
                  <a:gd name="connsiteX15" fmla="*/ 21109 w 85170"/>
                  <a:gd name="connsiteY15" fmla="*/ 17198 h 108970"/>
                  <a:gd name="connsiteX16" fmla="*/ 40833 w 85170"/>
                  <a:gd name="connsiteY16" fmla="*/ 17198 h 108970"/>
                  <a:gd name="connsiteX17" fmla="*/ 52733 w 85170"/>
                  <a:gd name="connsiteY17" fmla="*/ 21435 h 108970"/>
                  <a:gd name="connsiteX18" fmla="*/ 56889 w 85170"/>
                  <a:gd name="connsiteY18" fmla="*/ 32194 h 108970"/>
                  <a:gd name="connsiteX19" fmla="*/ 52733 w 85170"/>
                  <a:gd name="connsiteY19" fmla="*/ 42953 h 108970"/>
                  <a:gd name="connsiteX20" fmla="*/ 40670 w 85170"/>
                  <a:gd name="connsiteY20" fmla="*/ 46946 h 108970"/>
                  <a:gd name="connsiteX21" fmla="*/ 21109 w 85170"/>
                  <a:gd name="connsiteY21" fmla="*/ 46946 h 108970"/>
                  <a:gd name="connsiteX22" fmla="*/ 21109 w 85170"/>
                  <a:gd name="connsiteY22" fmla="*/ 17198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0" h="108970">
                    <a:moveTo>
                      <a:pt x="61046" y="59498"/>
                    </a:moveTo>
                    <a:cubicBezTo>
                      <a:pt x="66425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7"/>
                    </a:cubicBezTo>
                    <a:cubicBezTo>
                      <a:pt x="77917" y="25429"/>
                      <a:pt x="76450" y="20132"/>
                      <a:pt x="73516" y="15323"/>
                    </a:cubicBezTo>
                    <a:cubicBezTo>
                      <a:pt x="70582" y="10596"/>
                      <a:pt x="66425" y="6847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4"/>
                      <a:pt x="57460" y="61372"/>
                      <a:pt x="61128" y="59498"/>
                    </a:cubicBezTo>
                    <a:close/>
                    <a:moveTo>
                      <a:pt x="21109" y="17198"/>
                    </a:moveTo>
                    <a:lnTo>
                      <a:pt x="40833" y="17198"/>
                    </a:lnTo>
                    <a:cubicBezTo>
                      <a:pt x="45968" y="17198"/>
                      <a:pt x="49962" y="18583"/>
                      <a:pt x="52733" y="21435"/>
                    </a:cubicBezTo>
                    <a:cubicBezTo>
                      <a:pt x="55504" y="24288"/>
                      <a:pt x="56889" y="27875"/>
                      <a:pt x="56889" y="32194"/>
                    </a:cubicBezTo>
                    <a:cubicBezTo>
                      <a:pt x="56889" y="36514"/>
                      <a:pt x="55504" y="40344"/>
                      <a:pt x="52733" y="42953"/>
                    </a:cubicBezTo>
                    <a:cubicBezTo>
                      <a:pt x="49962" y="45561"/>
                      <a:pt x="45887" y="46946"/>
                      <a:pt x="40670" y="46946"/>
                    </a:cubicBezTo>
                    <a:lnTo>
                      <a:pt x="21109" y="46946"/>
                    </a:lnTo>
                    <a:lnTo>
                      <a:pt x="21109" y="1719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1F074591-BF41-76D7-C39F-4C0B28811659}"/>
                  </a:ext>
                </a:extLst>
              </p:cNvPr>
              <p:cNvSpPr/>
              <p:nvPr/>
            </p:nvSpPr>
            <p:spPr>
              <a:xfrm>
                <a:off x="6945756" y="5615578"/>
                <a:ext cx="75798" cy="109051"/>
              </a:xfrm>
              <a:custGeom>
                <a:avLst/>
                <a:gdLst>
                  <a:gd name="connsiteX0" fmla="*/ 21109 w 75798"/>
                  <a:gd name="connsiteY0" fmla="*/ 62513 h 109051"/>
                  <a:gd name="connsiteX1" fmla="*/ 70500 w 75798"/>
                  <a:gd name="connsiteY1" fmla="*/ 62513 h 109051"/>
                  <a:gd name="connsiteX2" fmla="*/ 70500 w 75798"/>
                  <a:gd name="connsiteY2" fmla="*/ 44337 h 109051"/>
                  <a:gd name="connsiteX3" fmla="*/ 21109 w 75798"/>
                  <a:gd name="connsiteY3" fmla="*/ 44337 h 109051"/>
                  <a:gd name="connsiteX4" fmla="*/ 21109 w 75798"/>
                  <a:gd name="connsiteY4" fmla="*/ 18664 h 109051"/>
                  <a:gd name="connsiteX5" fmla="*/ 75064 w 75798"/>
                  <a:gd name="connsiteY5" fmla="*/ 18664 h 109051"/>
                  <a:gd name="connsiteX6" fmla="*/ 75064 w 75798"/>
                  <a:gd name="connsiteY6" fmla="*/ 0 h 109051"/>
                  <a:gd name="connsiteX7" fmla="*/ 21109 w 75798"/>
                  <a:gd name="connsiteY7" fmla="*/ 0 h 109051"/>
                  <a:gd name="connsiteX8" fmla="*/ 15485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1 h 109051"/>
                  <a:gd name="connsiteX11" fmla="*/ 15485 w 75798"/>
                  <a:gd name="connsiteY11" fmla="*/ 109051 h 109051"/>
                  <a:gd name="connsiteX12" fmla="*/ 21109 w 75798"/>
                  <a:gd name="connsiteY12" fmla="*/ 109051 h 109051"/>
                  <a:gd name="connsiteX13" fmla="*/ 75798 w 75798"/>
                  <a:gd name="connsiteY13" fmla="*/ 109051 h 109051"/>
                  <a:gd name="connsiteX14" fmla="*/ 75798 w 75798"/>
                  <a:gd name="connsiteY14" fmla="*/ 90387 h 109051"/>
                  <a:gd name="connsiteX15" fmla="*/ 21109 w 75798"/>
                  <a:gd name="connsiteY15" fmla="*/ 90387 h 109051"/>
                  <a:gd name="connsiteX16" fmla="*/ 21109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09" y="62513"/>
                    </a:moveTo>
                    <a:lnTo>
                      <a:pt x="70500" y="62513"/>
                    </a:lnTo>
                    <a:lnTo>
                      <a:pt x="70500" y="44337"/>
                    </a:lnTo>
                    <a:lnTo>
                      <a:pt x="21109" y="44337"/>
                    </a:lnTo>
                    <a:lnTo>
                      <a:pt x="21109" y="18664"/>
                    </a:lnTo>
                    <a:lnTo>
                      <a:pt x="75064" y="18664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15485" y="109051"/>
                    </a:lnTo>
                    <a:lnTo>
                      <a:pt x="21109" y="109051"/>
                    </a:lnTo>
                    <a:lnTo>
                      <a:pt x="75798" y="109051"/>
                    </a:lnTo>
                    <a:lnTo>
                      <a:pt x="75798" y="90387"/>
                    </a:lnTo>
                    <a:lnTo>
                      <a:pt x="21109" y="90387"/>
                    </a:lnTo>
                    <a:lnTo>
                      <a:pt x="21109" y="6251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773A391F-D67A-AF5F-C242-F29CDBE7A04A}"/>
                  </a:ext>
                </a:extLst>
              </p:cNvPr>
              <p:cNvSpPr/>
              <p:nvPr/>
            </p:nvSpPr>
            <p:spPr>
              <a:xfrm>
                <a:off x="7046820" y="5615578"/>
                <a:ext cx="70989" cy="109051"/>
              </a:xfrm>
              <a:custGeom>
                <a:avLst/>
                <a:gdLst>
                  <a:gd name="connsiteX0" fmla="*/ 21110 w 70989"/>
                  <a:gd name="connsiteY0" fmla="*/ 0 h 109051"/>
                  <a:gd name="connsiteX1" fmla="*/ 0 w 70989"/>
                  <a:gd name="connsiteY1" fmla="*/ 0 h 109051"/>
                  <a:gd name="connsiteX2" fmla="*/ 0 w 70989"/>
                  <a:gd name="connsiteY2" fmla="*/ 109051 h 109051"/>
                  <a:gd name="connsiteX3" fmla="*/ 15486 w 70989"/>
                  <a:gd name="connsiteY3" fmla="*/ 109051 h 109051"/>
                  <a:gd name="connsiteX4" fmla="*/ 21110 w 70989"/>
                  <a:gd name="connsiteY4" fmla="*/ 109051 h 109051"/>
                  <a:gd name="connsiteX5" fmla="*/ 70990 w 70989"/>
                  <a:gd name="connsiteY5" fmla="*/ 109051 h 109051"/>
                  <a:gd name="connsiteX6" fmla="*/ 70990 w 70989"/>
                  <a:gd name="connsiteY6" fmla="*/ 90306 h 109051"/>
                  <a:gd name="connsiteX7" fmla="*/ 21110 w 70989"/>
                  <a:gd name="connsiteY7" fmla="*/ 90306 h 109051"/>
                  <a:gd name="connsiteX8" fmla="*/ 21110 w 70989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051">
                    <a:moveTo>
                      <a:pt x="21110" y="0"/>
                    </a:moveTo>
                    <a:lnTo>
                      <a:pt x="0" y="0"/>
                    </a:lnTo>
                    <a:lnTo>
                      <a:pt x="0" y="109051"/>
                    </a:lnTo>
                    <a:lnTo>
                      <a:pt x="15486" y="109051"/>
                    </a:lnTo>
                    <a:lnTo>
                      <a:pt x="21110" y="109051"/>
                    </a:lnTo>
                    <a:lnTo>
                      <a:pt x="70990" y="109051"/>
                    </a:lnTo>
                    <a:lnTo>
                      <a:pt x="70990" y="90306"/>
                    </a:lnTo>
                    <a:lnTo>
                      <a:pt x="21110" y="90306"/>
                    </a:lnTo>
                    <a:lnTo>
                      <a:pt x="21110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D9D2BB71-A3A8-A8DD-6D7A-7485D547EBC6}"/>
                  </a:ext>
                </a:extLst>
              </p:cNvPr>
              <p:cNvSpPr/>
              <p:nvPr/>
            </p:nvSpPr>
            <p:spPr>
              <a:xfrm>
                <a:off x="7140631" y="561557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D95BD3F5-8A20-C767-13D5-4CC1C1F46EF2}"/>
                  </a:ext>
                </a:extLst>
              </p:cNvPr>
              <p:cNvSpPr/>
              <p:nvPr/>
            </p:nvSpPr>
            <p:spPr>
              <a:xfrm>
                <a:off x="7183583" y="5615578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5 h 108970"/>
                  <a:gd name="connsiteX4" fmla="*/ 74820 w 104976"/>
                  <a:gd name="connsiteY4" fmla="*/ 88675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1071 h 108970"/>
                  <a:gd name="connsiteX10" fmla="*/ 52570 w 104976"/>
                  <a:gd name="connsiteY10" fmla="*/ 29912 h 108970"/>
                  <a:gd name="connsiteX11" fmla="*/ 68137 w 104976"/>
                  <a:gd name="connsiteY11" fmla="*/ 71071 h 108970"/>
                  <a:gd name="connsiteX12" fmla="*/ 36840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5"/>
                    </a:lnTo>
                    <a:lnTo>
                      <a:pt x="74820" y="88675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1071"/>
                    </a:moveTo>
                    <a:lnTo>
                      <a:pt x="52570" y="29912"/>
                    </a:lnTo>
                    <a:lnTo>
                      <a:pt x="68137" y="71071"/>
                    </a:lnTo>
                    <a:lnTo>
                      <a:pt x="36840" y="7107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28440DBB-92F8-BAB2-4A02-A4215277B5DE}"/>
                  </a:ext>
                </a:extLst>
              </p:cNvPr>
              <p:cNvSpPr/>
              <p:nvPr/>
            </p:nvSpPr>
            <p:spPr>
              <a:xfrm>
                <a:off x="7309180" y="5615578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1 h 109051"/>
                  <a:gd name="connsiteX4" fmla="*/ 21110 w 90387"/>
                  <a:gd name="connsiteY4" fmla="*/ 109051 h 109051"/>
                  <a:gd name="connsiteX5" fmla="*/ 21110 w 90387"/>
                  <a:gd name="connsiteY5" fmla="*/ 38877 h 109051"/>
                  <a:gd name="connsiteX6" fmla="*/ 75310 w 90387"/>
                  <a:gd name="connsiteY6" fmla="*/ 109051 h 109051"/>
                  <a:gd name="connsiteX7" fmla="*/ 90388 w 90387"/>
                  <a:gd name="connsiteY7" fmla="*/ 109051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21110" y="109051"/>
                    </a:lnTo>
                    <a:lnTo>
                      <a:pt x="21110" y="38877"/>
                    </a:lnTo>
                    <a:lnTo>
                      <a:pt x="75310" y="109051"/>
                    </a:lnTo>
                    <a:lnTo>
                      <a:pt x="90388" y="109051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1ED36676-EA64-7DF9-B46E-258F6B3D7401}"/>
                  </a:ext>
                </a:extLst>
              </p:cNvPr>
              <p:cNvSpPr/>
              <p:nvPr/>
            </p:nvSpPr>
            <p:spPr>
              <a:xfrm>
                <a:off x="7421900" y="5615578"/>
                <a:ext cx="90713" cy="109051"/>
              </a:xfrm>
              <a:custGeom>
                <a:avLst/>
                <a:gdLst>
                  <a:gd name="connsiteX0" fmla="*/ 90714 w 90713"/>
                  <a:gd name="connsiteY0" fmla="*/ 0 h 109051"/>
                  <a:gd name="connsiteX1" fmla="*/ 0 w 90713"/>
                  <a:gd name="connsiteY1" fmla="*/ 0 h 109051"/>
                  <a:gd name="connsiteX2" fmla="*/ 0 w 90713"/>
                  <a:gd name="connsiteY2" fmla="*/ 18827 h 109051"/>
                  <a:gd name="connsiteX3" fmla="*/ 34721 w 90713"/>
                  <a:gd name="connsiteY3" fmla="*/ 18827 h 109051"/>
                  <a:gd name="connsiteX4" fmla="*/ 34721 w 90713"/>
                  <a:gd name="connsiteY4" fmla="*/ 109051 h 109051"/>
                  <a:gd name="connsiteX5" fmla="*/ 55911 w 90713"/>
                  <a:gd name="connsiteY5" fmla="*/ 109051 h 109051"/>
                  <a:gd name="connsiteX6" fmla="*/ 55911 w 90713"/>
                  <a:gd name="connsiteY6" fmla="*/ 18827 h 109051"/>
                  <a:gd name="connsiteX7" fmla="*/ 90714 w 90713"/>
                  <a:gd name="connsiteY7" fmla="*/ 18827 h 109051"/>
                  <a:gd name="connsiteX8" fmla="*/ 90714 w 90713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051">
                    <a:moveTo>
                      <a:pt x="90714" y="0"/>
                    </a:moveTo>
                    <a:lnTo>
                      <a:pt x="0" y="0"/>
                    </a:lnTo>
                    <a:lnTo>
                      <a:pt x="0" y="18827"/>
                    </a:lnTo>
                    <a:lnTo>
                      <a:pt x="34721" y="18827"/>
                    </a:lnTo>
                    <a:lnTo>
                      <a:pt x="34721" y="109051"/>
                    </a:lnTo>
                    <a:lnTo>
                      <a:pt x="55911" y="109051"/>
                    </a:lnTo>
                    <a:lnTo>
                      <a:pt x="55911" y="18827"/>
                    </a:lnTo>
                    <a:lnTo>
                      <a:pt x="90714" y="18827"/>
                    </a:lnTo>
                    <a:lnTo>
                      <a:pt x="907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56E0565-902A-5F3C-536D-D4FB45CB8A28}"/>
                </a:ext>
              </a:extLst>
            </p:cNvPr>
            <p:cNvSpPr/>
            <p:nvPr/>
          </p:nvSpPr>
          <p:spPr>
            <a:xfrm>
              <a:off x="6841757" y="5785675"/>
              <a:ext cx="662787" cy="50369"/>
            </a:xfrm>
            <a:custGeom>
              <a:avLst/>
              <a:gdLst>
                <a:gd name="connsiteX0" fmla="*/ 0 w 662787"/>
                <a:gd name="connsiteY0" fmla="*/ 0 h 50369"/>
                <a:gd name="connsiteX1" fmla="*/ 662787 w 662787"/>
                <a:gd name="connsiteY1" fmla="*/ 0 h 50369"/>
                <a:gd name="connsiteX2" fmla="*/ 662787 w 662787"/>
                <a:gd name="connsiteY2" fmla="*/ 50369 h 50369"/>
                <a:gd name="connsiteX3" fmla="*/ 0 w 66278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2787" h="50369">
                  <a:moveTo>
                    <a:pt x="0" y="0"/>
                  </a:moveTo>
                  <a:lnTo>
                    <a:pt x="662787" y="0"/>
                  </a:lnTo>
                  <a:lnTo>
                    <a:pt x="662787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7" name="Graphic 2241">
            <a:extLst>
              <a:ext uri="{FF2B5EF4-FFF2-40B4-BE49-F238E27FC236}">
                <a16:creationId xmlns:a16="http://schemas.microsoft.com/office/drawing/2014/main" id="{FB13F172-A6FE-D4DE-66DE-DF52C0202FC0}"/>
              </a:ext>
            </a:extLst>
          </p:cNvPr>
          <p:cNvGrpSpPr/>
          <p:nvPr/>
        </p:nvGrpSpPr>
        <p:grpSpPr>
          <a:xfrm>
            <a:off x="933660" y="3924239"/>
            <a:ext cx="913899" cy="222015"/>
            <a:chOff x="7990713" y="3804812"/>
            <a:chExt cx="913899" cy="222015"/>
          </a:xfrm>
        </p:grpSpPr>
        <p:grpSp>
          <p:nvGrpSpPr>
            <p:cNvPr id="268" name="Graphic 2241">
              <a:extLst>
                <a:ext uri="{FF2B5EF4-FFF2-40B4-BE49-F238E27FC236}">
                  <a16:creationId xmlns:a16="http://schemas.microsoft.com/office/drawing/2014/main" id="{48B28376-6045-D410-889F-6B8506807034}"/>
                </a:ext>
              </a:extLst>
            </p:cNvPr>
            <p:cNvGrpSpPr/>
            <p:nvPr/>
          </p:nvGrpSpPr>
          <p:grpSpPr>
            <a:xfrm>
              <a:off x="7990713" y="3804812"/>
              <a:ext cx="913899" cy="112230"/>
              <a:chOff x="7990713" y="3804812"/>
              <a:chExt cx="913899" cy="112230"/>
            </a:xfrm>
            <a:solidFill>
              <a:srgbClr val="FFFFFF"/>
            </a:solidFill>
          </p:grpSpPr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F50500A-7C22-A797-E088-C1491A962F91}"/>
                  </a:ext>
                </a:extLst>
              </p:cNvPr>
              <p:cNvSpPr/>
              <p:nvPr/>
            </p:nvSpPr>
            <p:spPr>
              <a:xfrm>
                <a:off x="7990713" y="3806361"/>
                <a:ext cx="103183" cy="109051"/>
              </a:xfrm>
              <a:custGeom>
                <a:avLst/>
                <a:gdLst>
                  <a:gd name="connsiteX0" fmla="*/ 80770 w 103183"/>
                  <a:gd name="connsiteY0" fmla="*/ 0 h 109051"/>
                  <a:gd name="connsiteX1" fmla="*/ 51673 w 103183"/>
                  <a:gd name="connsiteY1" fmla="*/ 76532 h 109051"/>
                  <a:gd name="connsiteX2" fmla="*/ 22903 w 103183"/>
                  <a:gd name="connsiteY2" fmla="*/ 0 h 109051"/>
                  <a:gd name="connsiteX3" fmla="*/ 0 w 103183"/>
                  <a:gd name="connsiteY3" fmla="*/ 0 h 109051"/>
                  <a:gd name="connsiteX4" fmla="*/ 43034 w 103183"/>
                  <a:gd name="connsiteY4" fmla="*/ 109052 h 109051"/>
                  <a:gd name="connsiteX5" fmla="*/ 59824 w 103183"/>
                  <a:gd name="connsiteY5" fmla="*/ 109052 h 109051"/>
                  <a:gd name="connsiteX6" fmla="*/ 103184 w 103183"/>
                  <a:gd name="connsiteY6" fmla="*/ 0 h 109051"/>
                  <a:gd name="connsiteX7" fmla="*/ 80770 w 103183"/>
                  <a:gd name="connsiteY7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183" h="109051">
                    <a:moveTo>
                      <a:pt x="80770" y="0"/>
                    </a:moveTo>
                    <a:lnTo>
                      <a:pt x="51673" y="76532"/>
                    </a:lnTo>
                    <a:lnTo>
                      <a:pt x="22903" y="0"/>
                    </a:lnTo>
                    <a:lnTo>
                      <a:pt x="0" y="0"/>
                    </a:lnTo>
                    <a:lnTo>
                      <a:pt x="43034" y="109052"/>
                    </a:lnTo>
                    <a:lnTo>
                      <a:pt x="59824" y="109052"/>
                    </a:lnTo>
                    <a:lnTo>
                      <a:pt x="103184" y="0"/>
                    </a:lnTo>
                    <a:lnTo>
                      <a:pt x="807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2B421AFB-908E-A2F9-B3E5-F2349EE1CF13}"/>
                  </a:ext>
                </a:extLst>
              </p:cNvPr>
              <p:cNvSpPr/>
              <p:nvPr/>
            </p:nvSpPr>
            <p:spPr>
              <a:xfrm>
                <a:off x="8093489" y="3806361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39 w 104976"/>
                  <a:gd name="connsiteY9" fmla="*/ 71071 h 108970"/>
                  <a:gd name="connsiteX10" fmla="*/ 52570 w 104976"/>
                  <a:gd name="connsiteY10" fmla="*/ 29912 h 108970"/>
                  <a:gd name="connsiteX11" fmla="*/ 68137 w 104976"/>
                  <a:gd name="connsiteY11" fmla="*/ 71071 h 108970"/>
                  <a:gd name="connsiteX12" fmla="*/ 36839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39" y="71071"/>
                    </a:moveTo>
                    <a:lnTo>
                      <a:pt x="52570" y="29912"/>
                    </a:lnTo>
                    <a:lnTo>
                      <a:pt x="68137" y="71071"/>
                    </a:lnTo>
                    <a:lnTo>
                      <a:pt x="36839" y="7107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EE55895A-EA60-5B30-C666-5E8D3F15C7BB}"/>
                  </a:ext>
                </a:extLst>
              </p:cNvPr>
              <p:cNvSpPr/>
              <p:nvPr/>
            </p:nvSpPr>
            <p:spPr>
              <a:xfrm>
                <a:off x="8219086" y="3806361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671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028 w 90387"/>
                  <a:gd name="connsiteY4" fmla="*/ 109052 h 109051"/>
                  <a:gd name="connsiteX5" fmla="*/ 21028 w 90387"/>
                  <a:gd name="connsiteY5" fmla="*/ 38877 h 109051"/>
                  <a:gd name="connsiteX6" fmla="*/ 75309 w 90387"/>
                  <a:gd name="connsiteY6" fmla="*/ 109052 h 109051"/>
                  <a:gd name="connsiteX7" fmla="*/ 90388 w 90387"/>
                  <a:gd name="connsiteY7" fmla="*/ 109052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671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028" y="109052"/>
                    </a:lnTo>
                    <a:lnTo>
                      <a:pt x="21028" y="38877"/>
                    </a:lnTo>
                    <a:lnTo>
                      <a:pt x="75309" y="109052"/>
                    </a:lnTo>
                    <a:lnTo>
                      <a:pt x="90388" y="10905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0B0373D6-B2A2-3928-2E0E-849617A52EB6}"/>
                  </a:ext>
                </a:extLst>
              </p:cNvPr>
              <p:cNvSpPr/>
              <p:nvPr/>
            </p:nvSpPr>
            <p:spPr>
              <a:xfrm>
                <a:off x="8331806" y="3806361"/>
                <a:ext cx="90631" cy="109051"/>
              </a:xfrm>
              <a:custGeom>
                <a:avLst/>
                <a:gdLst>
                  <a:gd name="connsiteX0" fmla="*/ 90632 w 90631"/>
                  <a:gd name="connsiteY0" fmla="*/ 18827 h 109051"/>
                  <a:gd name="connsiteX1" fmla="*/ 90632 w 90631"/>
                  <a:gd name="connsiteY1" fmla="*/ 0 h 109051"/>
                  <a:gd name="connsiteX2" fmla="*/ 0 w 90631"/>
                  <a:gd name="connsiteY2" fmla="*/ 0 h 109051"/>
                  <a:gd name="connsiteX3" fmla="*/ 0 w 90631"/>
                  <a:gd name="connsiteY3" fmla="*/ 18827 h 109051"/>
                  <a:gd name="connsiteX4" fmla="*/ 34721 w 90631"/>
                  <a:gd name="connsiteY4" fmla="*/ 18827 h 109051"/>
                  <a:gd name="connsiteX5" fmla="*/ 34721 w 90631"/>
                  <a:gd name="connsiteY5" fmla="*/ 109052 h 109051"/>
                  <a:gd name="connsiteX6" fmla="*/ 55911 w 90631"/>
                  <a:gd name="connsiteY6" fmla="*/ 109052 h 109051"/>
                  <a:gd name="connsiteX7" fmla="*/ 55911 w 90631"/>
                  <a:gd name="connsiteY7" fmla="*/ 18827 h 109051"/>
                  <a:gd name="connsiteX8" fmla="*/ 90632 w 90631"/>
                  <a:gd name="connsiteY8" fmla="*/ 1882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631" h="109051">
                    <a:moveTo>
                      <a:pt x="90632" y="18827"/>
                    </a:moveTo>
                    <a:lnTo>
                      <a:pt x="90632" y="0"/>
                    </a:lnTo>
                    <a:lnTo>
                      <a:pt x="0" y="0"/>
                    </a:lnTo>
                    <a:lnTo>
                      <a:pt x="0" y="18827"/>
                    </a:lnTo>
                    <a:lnTo>
                      <a:pt x="34721" y="18827"/>
                    </a:lnTo>
                    <a:lnTo>
                      <a:pt x="34721" y="109052"/>
                    </a:lnTo>
                    <a:lnTo>
                      <a:pt x="55911" y="109052"/>
                    </a:lnTo>
                    <a:lnTo>
                      <a:pt x="55911" y="18827"/>
                    </a:lnTo>
                    <a:lnTo>
                      <a:pt x="90632" y="1882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592CD745-D706-8EEB-7E09-C2DB3182870B}"/>
                  </a:ext>
                </a:extLst>
              </p:cNvPr>
              <p:cNvSpPr/>
              <p:nvPr/>
            </p:nvSpPr>
            <p:spPr>
              <a:xfrm>
                <a:off x="8422519" y="3806361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0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1071 h 108970"/>
                  <a:gd name="connsiteX10" fmla="*/ 52488 w 104976"/>
                  <a:gd name="connsiteY10" fmla="*/ 29912 h 108970"/>
                  <a:gd name="connsiteX11" fmla="*/ 68055 w 104976"/>
                  <a:gd name="connsiteY11" fmla="*/ 71071 h 108970"/>
                  <a:gd name="connsiteX12" fmla="*/ 36758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1071"/>
                    </a:moveTo>
                    <a:lnTo>
                      <a:pt x="52488" y="29912"/>
                    </a:lnTo>
                    <a:lnTo>
                      <a:pt x="68055" y="71071"/>
                    </a:lnTo>
                    <a:lnTo>
                      <a:pt x="36758" y="7107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80FBB585-828A-89A3-4559-348FD56C01B9}"/>
                  </a:ext>
                </a:extLst>
              </p:cNvPr>
              <p:cNvSpPr/>
              <p:nvPr/>
            </p:nvSpPr>
            <p:spPr>
              <a:xfrm>
                <a:off x="8536217" y="3804812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2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5 w 110029"/>
                  <a:gd name="connsiteY15" fmla="*/ 0 h 112230"/>
                  <a:gd name="connsiteX16" fmla="*/ 34720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6 h 112230"/>
                  <a:gd name="connsiteX19" fmla="*/ 0 w 110029"/>
                  <a:gd name="connsiteY19" fmla="*/ 55830 h 112230"/>
                  <a:gd name="connsiteX20" fmla="*/ 4319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1 h 112230"/>
                  <a:gd name="connsiteX24" fmla="*/ 83785 w 110029"/>
                  <a:gd name="connsiteY24" fmla="*/ 105629 h 112230"/>
                  <a:gd name="connsiteX25" fmla="*/ 103020 w 110029"/>
                  <a:gd name="connsiteY25" fmla="*/ 85824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2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7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8" y="69604"/>
                      <a:pt x="21761" y="63165"/>
                      <a:pt x="21761" y="55830"/>
                    </a:cubicBezTo>
                    <a:cubicBezTo>
                      <a:pt x="21761" y="48495"/>
                      <a:pt x="23228" y="42382"/>
                      <a:pt x="26244" y="36921"/>
                    </a:cubicBezTo>
                    <a:cubicBezTo>
                      <a:pt x="29260" y="31461"/>
                      <a:pt x="33416" y="27141"/>
                      <a:pt x="38714" y="24125"/>
                    </a:cubicBezTo>
                    <a:cubicBezTo>
                      <a:pt x="44012" y="21110"/>
                      <a:pt x="50124" y="19561"/>
                      <a:pt x="57053" y="19561"/>
                    </a:cubicBezTo>
                    <a:cubicBezTo>
                      <a:pt x="63165" y="19561"/>
                      <a:pt x="68707" y="20784"/>
                      <a:pt x="73761" y="23147"/>
                    </a:cubicBezTo>
                    <a:cubicBezTo>
                      <a:pt x="78814" y="25511"/>
                      <a:pt x="82971" y="29016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4"/>
                      <a:pt x="81911" y="4972"/>
                    </a:cubicBezTo>
                    <a:cubicBezTo>
                      <a:pt x="74413" y="1630"/>
                      <a:pt x="66181" y="0"/>
                      <a:pt x="57215" y="0"/>
                    </a:cubicBezTo>
                    <a:cubicBezTo>
                      <a:pt x="49146" y="0"/>
                      <a:pt x="41648" y="1386"/>
                      <a:pt x="34720" y="4157"/>
                    </a:cubicBezTo>
                    <a:cubicBezTo>
                      <a:pt x="27793" y="6928"/>
                      <a:pt x="21761" y="10922"/>
                      <a:pt x="16545" y="16056"/>
                    </a:cubicBezTo>
                    <a:cubicBezTo>
                      <a:pt x="11410" y="21191"/>
                      <a:pt x="7335" y="27141"/>
                      <a:pt x="4401" y="33906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5"/>
                      <a:pt x="1467" y="70990"/>
                      <a:pt x="4319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4" y="110764"/>
                      <a:pt x="48087" y="112231"/>
                      <a:pt x="55748" y="112231"/>
                    </a:cubicBezTo>
                    <a:cubicBezTo>
                      <a:pt x="66262" y="112231"/>
                      <a:pt x="75635" y="110030"/>
                      <a:pt x="83785" y="105629"/>
                    </a:cubicBezTo>
                    <a:cubicBezTo>
                      <a:pt x="91936" y="101228"/>
                      <a:pt x="98374" y="94626"/>
                      <a:pt x="103020" y="85824"/>
                    </a:cubicBezTo>
                    <a:cubicBezTo>
                      <a:pt x="107666" y="77021"/>
                      <a:pt x="110030" y="66100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F474073-71F3-7FF0-5DE4-C4EA5BF4272D}"/>
                  </a:ext>
                </a:extLst>
              </p:cNvPr>
              <p:cNvSpPr/>
              <p:nvPr/>
            </p:nvSpPr>
            <p:spPr>
              <a:xfrm>
                <a:off x="8670209" y="3806361"/>
                <a:ext cx="75798" cy="109051"/>
              </a:xfrm>
              <a:custGeom>
                <a:avLst/>
                <a:gdLst>
                  <a:gd name="connsiteX0" fmla="*/ 21109 w 75798"/>
                  <a:gd name="connsiteY0" fmla="*/ 62513 h 109051"/>
                  <a:gd name="connsiteX1" fmla="*/ 70582 w 75798"/>
                  <a:gd name="connsiteY1" fmla="*/ 62513 h 109051"/>
                  <a:gd name="connsiteX2" fmla="*/ 70582 w 75798"/>
                  <a:gd name="connsiteY2" fmla="*/ 44338 h 109051"/>
                  <a:gd name="connsiteX3" fmla="*/ 21109 w 75798"/>
                  <a:gd name="connsiteY3" fmla="*/ 44338 h 109051"/>
                  <a:gd name="connsiteX4" fmla="*/ 21109 w 75798"/>
                  <a:gd name="connsiteY4" fmla="*/ 18664 h 109051"/>
                  <a:gd name="connsiteX5" fmla="*/ 75064 w 75798"/>
                  <a:gd name="connsiteY5" fmla="*/ 18664 h 109051"/>
                  <a:gd name="connsiteX6" fmla="*/ 75064 w 75798"/>
                  <a:gd name="connsiteY6" fmla="*/ 0 h 109051"/>
                  <a:gd name="connsiteX7" fmla="*/ 21109 w 75798"/>
                  <a:gd name="connsiteY7" fmla="*/ 0 h 109051"/>
                  <a:gd name="connsiteX8" fmla="*/ 15485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2 h 109051"/>
                  <a:gd name="connsiteX11" fmla="*/ 15485 w 75798"/>
                  <a:gd name="connsiteY11" fmla="*/ 109052 h 109051"/>
                  <a:gd name="connsiteX12" fmla="*/ 21109 w 75798"/>
                  <a:gd name="connsiteY12" fmla="*/ 109052 h 109051"/>
                  <a:gd name="connsiteX13" fmla="*/ 75798 w 75798"/>
                  <a:gd name="connsiteY13" fmla="*/ 109052 h 109051"/>
                  <a:gd name="connsiteX14" fmla="*/ 75798 w 75798"/>
                  <a:gd name="connsiteY14" fmla="*/ 90388 h 109051"/>
                  <a:gd name="connsiteX15" fmla="*/ 21109 w 75798"/>
                  <a:gd name="connsiteY15" fmla="*/ 90388 h 109051"/>
                  <a:gd name="connsiteX16" fmla="*/ 21109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09" y="62513"/>
                    </a:moveTo>
                    <a:lnTo>
                      <a:pt x="70582" y="62513"/>
                    </a:lnTo>
                    <a:lnTo>
                      <a:pt x="70582" y="44338"/>
                    </a:lnTo>
                    <a:lnTo>
                      <a:pt x="21109" y="44338"/>
                    </a:lnTo>
                    <a:lnTo>
                      <a:pt x="21109" y="18664"/>
                    </a:lnTo>
                    <a:lnTo>
                      <a:pt x="75064" y="18664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109" y="109052"/>
                    </a:lnTo>
                    <a:lnTo>
                      <a:pt x="75798" y="109052"/>
                    </a:lnTo>
                    <a:lnTo>
                      <a:pt x="75798" y="90388"/>
                    </a:lnTo>
                    <a:lnTo>
                      <a:pt x="21109" y="90388"/>
                    </a:lnTo>
                    <a:lnTo>
                      <a:pt x="21109" y="6251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24F67176-2CD1-47E5-D067-B4AEAB3B7BDB}"/>
                  </a:ext>
                </a:extLst>
              </p:cNvPr>
              <p:cNvSpPr/>
              <p:nvPr/>
            </p:nvSpPr>
            <p:spPr>
              <a:xfrm>
                <a:off x="8801104" y="3806361"/>
                <a:ext cx="103509" cy="109051"/>
              </a:xfrm>
              <a:custGeom>
                <a:avLst/>
                <a:gdLst>
                  <a:gd name="connsiteX0" fmla="*/ 103509 w 103509"/>
                  <a:gd name="connsiteY0" fmla="*/ 109052 h 109051"/>
                  <a:gd name="connsiteX1" fmla="*/ 65692 w 103509"/>
                  <a:gd name="connsiteY1" fmla="*/ 52244 h 109051"/>
                  <a:gd name="connsiteX2" fmla="*/ 101716 w 103509"/>
                  <a:gd name="connsiteY2" fmla="*/ 0 h 109051"/>
                  <a:gd name="connsiteX3" fmla="*/ 77673 w 103509"/>
                  <a:gd name="connsiteY3" fmla="*/ 0 h 109051"/>
                  <a:gd name="connsiteX4" fmla="*/ 52733 w 103509"/>
                  <a:gd name="connsiteY4" fmla="*/ 37655 h 109051"/>
                  <a:gd name="connsiteX5" fmla="*/ 27140 w 103509"/>
                  <a:gd name="connsiteY5" fmla="*/ 0 h 109051"/>
                  <a:gd name="connsiteX6" fmla="*/ 1956 w 103509"/>
                  <a:gd name="connsiteY6" fmla="*/ 0 h 109051"/>
                  <a:gd name="connsiteX7" fmla="*/ 39284 w 103509"/>
                  <a:gd name="connsiteY7" fmla="*/ 53059 h 109051"/>
                  <a:gd name="connsiteX8" fmla="*/ 0 w 103509"/>
                  <a:gd name="connsiteY8" fmla="*/ 109052 h 109051"/>
                  <a:gd name="connsiteX9" fmla="*/ 23880 w 103509"/>
                  <a:gd name="connsiteY9" fmla="*/ 109052 h 109051"/>
                  <a:gd name="connsiteX10" fmla="*/ 52080 w 103509"/>
                  <a:gd name="connsiteY10" fmla="*/ 67567 h 109051"/>
                  <a:gd name="connsiteX11" fmla="*/ 78732 w 103509"/>
                  <a:gd name="connsiteY11" fmla="*/ 109052 h 109051"/>
                  <a:gd name="connsiteX12" fmla="*/ 103509 w 103509"/>
                  <a:gd name="connsiteY12" fmla="*/ 10905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3509" h="109051">
                    <a:moveTo>
                      <a:pt x="103509" y="109052"/>
                    </a:moveTo>
                    <a:lnTo>
                      <a:pt x="65692" y="52244"/>
                    </a:lnTo>
                    <a:lnTo>
                      <a:pt x="101716" y="0"/>
                    </a:lnTo>
                    <a:lnTo>
                      <a:pt x="77673" y="0"/>
                    </a:lnTo>
                    <a:lnTo>
                      <a:pt x="52733" y="37655"/>
                    </a:lnTo>
                    <a:lnTo>
                      <a:pt x="27140" y="0"/>
                    </a:lnTo>
                    <a:lnTo>
                      <a:pt x="1956" y="0"/>
                    </a:lnTo>
                    <a:lnTo>
                      <a:pt x="39284" y="53059"/>
                    </a:lnTo>
                    <a:lnTo>
                      <a:pt x="0" y="109052"/>
                    </a:lnTo>
                    <a:lnTo>
                      <a:pt x="23880" y="109052"/>
                    </a:lnTo>
                    <a:lnTo>
                      <a:pt x="52080" y="67567"/>
                    </a:lnTo>
                    <a:lnTo>
                      <a:pt x="78732" y="109052"/>
                    </a:lnTo>
                    <a:lnTo>
                      <a:pt x="103509" y="109052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EA860127-0AC0-8211-05E2-3FA52499B2F0}"/>
                </a:ext>
              </a:extLst>
            </p:cNvPr>
            <p:cNvSpPr/>
            <p:nvPr/>
          </p:nvSpPr>
          <p:spPr>
            <a:xfrm>
              <a:off x="7992588" y="3976459"/>
              <a:ext cx="910884" cy="50369"/>
            </a:xfrm>
            <a:custGeom>
              <a:avLst/>
              <a:gdLst>
                <a:gd name="connsiteX0" fmla="*/ 0 w 910884"/>
                <a:gd name="connsiteY0" fmla="*/ 0 h 50369"/>
                <a:gd name="connsiteX1" fmla="*/ 910884 w 910884"/>
                <a:gd name="connsiteY1" fmla="*/ 0 h 50369"/>
                <a:gd name="connsiteX2" fmla="*/ 910884 w 910884"/>
                <a:gd name="connsiteY2" fmla="*/ 50369 h 50369"/>
                <a:gd name="connsiteX3" fmla="*/ 0 w 910884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0884" h="50369">
                  <a:moveTo>
                    <a:pt x="0" y="0"/>
                  </a:moveTo>
                  <a:lnTo>
                    <a:pt x="910884" y="0"/>
                  </a:lnTo>
                  <a:lnTo>
                    <a:pt x="910884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8" name="Graphic 2241">
            <a:extLst>
              <a:ext uri="{FF2B5EF4-FFF2-40B4-BE49-F238E27FC236}">
                <a16:creationId xmlns:a16="http://schemas.microsoft.com/office/drawing/2014/main" id="{34A3AE47-B062-452E-F51F-B44AA37BC74B}"/>
              </a:ext>
            </a:extLst>
          </p:cNvPr>
          <p:cNvGrpSpPr/>
          <p:nvPr/>
        </p:nvGrpSpPr>
        <p:grpSpPr>
          <a:xfrm>
            <a:off x="4692329" y="3924239"/>
            <a:ext cx="724811" cy="220467"/>
            <a:chOff x="8085257" y="5012451"/>
            <a:chExt cx="724811" cy="220467"/>
          </a:xfrm>
        </p:grpSpPr>
        <p:grpSp>
          <p:nvGrpSpPr>
            <p:cNvPr id="279" name="Graphic 2241">
              <a:extLst>
                <a:ext uri="{FF2B5EF4-FFF2-40B4-BE49-F238E27FC236}">
                  <a16:creationId xmlns:a16="http://schemas.microsoft.com/office/drawing/2014/main" id="{0176E939-0859-E29D-18F0-BCC5FA213D23}"/>
                </a:ext>
              </a:extLst>
            </p:cNvPr>
            <p:cNvGrpSpPr/>
            <p:nvPr/>
          </p:nvGrpSpPr>
          <p:grpSpPr>
            <a:xfrm>
              <a:off x="8087947" y="5012451"/>
              <a:ext cx="719350" cy="110681"/>
              <a:chOff x="8087947" y="5012451"/>
              <a:chExt cx="719350" cy="110681"/>
            </a:xfrm>
            <a:solidFill>
              <a:srgbClr val="FFFFFF"/>
            </a:solidFill>
          </p:grpSpPr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A450092C-F569-4C6A-F4B3-B5837C2B29CF}"/>
                  </a:ext>
                </a:extLst>
              </p:cNvPr>
              <p:cNvSpPr/>
              <p:nvPr/>
            </p:nvSpPr>
            <p:spPr>
              <a:xfrm>
                <a:off x="8087947" y="5012451"/>
                <a:ext cx="70989" cy="109051"/>
              </a:xfrm>
              <a:custGeom>
                <a:avLst/>
                <a:gdLst>
                  <a:gd name="connsiteX0" fmla="*/ 21028 w 70989"/>
                  <a:gd name="connsiteY0" fmla="*/ 0 h 109051"/>
                  <a:gd name="connsiteX1" fmla="*/ 0 w 70989"/>
                  <a:gd name="connsiteY1" fmla="*/ 0 h 109051"/>
                  <a:gd name="connsiteX2" fmla="*/ 0 w 70989"/>
                  <a:gd name="connsiteY2" fmla="*/ 109051 h 109051"/>
                  <a:gd name="connsiteX3" fmla="*/ 15485 w 70989"/>
                  <a:gd name="connsiteY3" fmla="*/ 109051 h 109051"/>
                  <a:gd name="connsiteX4" fmla="*/ 21028 w 70989"/>
                  <a:gd name="connsiteY4" fmla="*/ 109051 h 109051"/>
                  <a:gd name="connsiteX5" fmla="*/ 70989 w 70989"/>
                  <a:gd name="connsiteY5" fmla="*/ 109051 h 109051"/>
                  <a:gd name="connsiteX6" fmla="*/ 70989 w 70989"/>
                  <a:gd name="connsiteY6" fmla="*/ 90306 h 109051"/>
                  <a:gd name="connsiteX7" fmla="*/ 21028 w 70989"/>
                  <a:gd name="connsiteY7" fmla="*/ 90306 h 109051"/>
                  <a:gd name="connsiteX8" fmla="*/ 21028 w 70989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051">
                    <a:moveTo>
                      <a:pt x="21028" y="0"/>
                    </a:moveTo>
                    <a:lnTo>
                      <a:pt x="0" y="0"/>
                    </a:lnTo>
                    <a:lnTo>
                      <a:pt x="0" y="109051"/>
                    </a:lnTo>
                    <a:lnTo>
                      <a:pt x="15485" y="109051"/>
                    </a:lnTo>
                    <a:lnTo>
                      <a:pt x="21028" y="109051"/>
                    </a:lnTo>
                    <a:lnTo>
                      <a:pt x="70989" y="109051"/>
                    </a:lnTo>
                    <a:lnTo>
                      <a:pt x="70989" y="90306"/>
                    </a:lnTo>
                    <a:lnTo>
                      <a:pt x="21028" y="90306"/>
                    </a:lnTo>
                    <a:lnTo>
                      <a:pt x="210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7787A410-47F0-0D4B-AD15-FDC7F5A98C16}"/>
                  </a:ext>
                </a:extLst>
              </p:cNvPr>
              <p:cNvSpPr/>
              <p:nvPr/>
            </p:nvSpPr>
            <p:spPr>
              <a:xfrm>
                <a:off x="8176378" y="5012451"/>
                <a:ext cx="88675" cy="110681"/>
              </a:xfrm>
              <a:custGeom>
                <a:avLst/>
                <a:gdLst>
                  <a:gd name="connsiteX0" fmla="*/ 67485 w 88675"/>
                  <a:gd name="connsiteY0" fmla="*/ 67648 h 110681"/>
                  <a:gd name="connsiteX1" fmla="*/ 64469 w 88675"/>
                  <a:gd name="connsiteY1" fmla="*/ 80036 h 110681"/>
                  <a:gd name="connsiteX2" fmla="*/ 56400 w 88675"/>
                  <a:gd name="connsiteY2" fmla="*/ 88186 h 110681"/>
                  <a:gd name="connsiteX3" fmla="*/ 44664 w 88675"/>
                  <a:gd name="connsiteY3" fmla="*/ 91039 h 110681"/>
                  <a:gd name="connsiteX4" fmla="*/ 32765 w 88675"/>
                  <a:gd name="connsiteY4" fmla="*/ 88186 h 110681"/>
                  <a:gd name="connsiteX5" fmla="*/ 24369 w 88675"/>
                  <a:gd name="connsiteY5" fmla="*/ 80036 h 110681"/>
                  <a:gd name="connsiteX6" fmla="*/ 21272 w 88675"/>
                  <a:gd name="connsiteY6" fmla="*/ 67485 h 110681"/>
                  <a:gd name="connsiteX7" fmla="*/ 21272 w 88675"/>
                  <a:gd name="connsiteY7" fmla="*/ 0 h 110681"/>
                  <a:gd name="connsiteX8" fmla="*/ 0 w 88675"/>
                  <a:gd name="connsiteY8" fmla="*/ 0 h 110681"/>
                  <a:gd name="connsiteX9" fmla="*/ 0 w 88675"/>
                  <a:gd name="connsiteY9" fmla="*/ 66833 h 110681"/>
                  <a:gd name="connsiteX10" fmla="*/ 5787 w 88675"/>
                  <a:gd name="connsiteY10" fmla="*/ 89328 h 110681"/>
                  <a:gd name="connsiteX11" fmla="*/ 21680 w 88675"/>
                  <a:gd name="connsiteY11" fmla="*/ 104976 h 110681"/>
                  <a:gd name="connsiteX12" fmla="*/ 44664 w 88675"/>
                  <a:gd name="connsiteY12" fmla="*/ 110681 h 110681"/>
                  <a:gd name="connsiteX13" fmla="*/ 67485 w 88675"/>
                  <a:gd name="connsiteY13" fmla="*/ 104976 h 110681"/>
                  <a:gd name="connsiteX14" fmla="*/ 83052 w 88675"/>
                  <a:gd name="connsiteY14" fmla="*/ 89409 h 110681"/>
                  <a:gd name="connsiteX15" fmla="*/ 88676 w 88675"/>
                  <a:gd name="connsiteY15" fmla="*/ 66996 h 110681"/>
                  <a:gd name="connsiteX16" fmla="*/ 88676 w 88675"/>
                  <a:gd name="connsiteY16" fmla="*/ 0 h 110681"/>
                  <a:gd name="connsiteX17" fmla="*/ 67404 w 88675"/>
                  <a:gd name="connsiteY17" fmla="*/ 0 h 110681"/>
                  <a:gd name="connsiteX18" fmla="*/ 67404 w 88675"/>
                  <a:gd name="connsiteY18" fmla="*/ 67566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8675" h="110681">
                    <a:moveTo>
                      <a:pt x="67485" y="67648"/>
                    </a:moveTo>
                    <a:cubicBezTo>
                      <a:pt x="67485" y="72375"/>
                      <a:pt x="66507" y="76531"/>
                      <a:pt x="64469" y="80036"/>
                    </a:cubicBezTo>
                    <a:cubicBezTo>
                      <a:pt x="62432" y="83541"/>
                      <a:pt x="59742" y="86230"/>
                      <a:pt x="56400" y="88186"/>
                    </a:cubicBezTo>
                    <a:cubicBezTo>
                      <a:pt x="53059" y="90143"/>
                      <a:pt x="49147" y="91039"/>
                      <a:pt x="44664" y="91039"/>
                    </a:cubicBezTo>
                    <a:cubicBezTo>
                      <a:pt x="40181" y="91039"/>
                      <a:pt x="36269" y="90061"/>
                      <a:pt x="32765" y="88186"/>
                    </a:cubicBezTo>
                    <a:cubicBezTo>
                      <a:pt x="29260" y="86312"/>
                      <a:pt x="26489" y="83541"/>
                      <a:pt x="24369" y="80036"/>
                    </a:cubicBezTo>
                    <a:cubicBezTo>
                      <a:pt x="22250" y="76531"/>
                      <a:pt x="21272" y="72375"/>
                      <a:pt x="21272" y="67485"/>
                    </a:cubicBezTo>
                    <a:lnTo>
                      <a:pt x="21272" y="0"/>
                    </a:lnTo>
                    <a:lnTo>
                      <a:pt x="0" y="0"/>
                    </a:lnTo>
                    <a:lnTo>
                      <a:pt x="0" y="66833"/>
                    </a:lnTo>
                    <a:cubicBezTo>
                      <a:pt x="0" y="75228"/>
                      <a:pt x="1956" y="82726"/>
                      <a:pt x="5787" y="89328"/>
                    </a:cubicBezTo>
                    <a:cubicBezTo>
                      <a:pt x="9699" y="95929"/>
                      <a:pt x="14997" y="101146"/>
                      <a:pt x="21680" y="104976"/>
                    </a:cubicBezTo>
                    <a:cubicBezTo>
                      <a:pt x="28363" y="108807"/>
                      <a:pt x="36024" y="110681"/>
                      <a:pt x="44664" y="110681"/>
                    </a:cubicBezTo>
                    <a:cubicBezTo>
                      <a:pt x="53303" y="110681"/>
                      <a:pt x="60802" y="108807"/>
                      <a:pt x="67485" y="104976"/>
                    </a:cubicBezTo>
                    <a:cubicBezTo>
                      <a:pt x="74087" y="101146"/>
                      <a:pt x="79303" y="95929"/>
                      <a:pt x="83052" y="89409"/>
                    </a:cubicBezTo>
                    <a:cubicBezTo>
                      <a:pt x="86802" y="82807"/>
                      <a:pt x="88676" y="75391"/>
                      <a:pt x="88676" y="66996"/>
                    </a:cubicBezTo>
                    <a:lnTo>
                      <a:pt x="88676" y="0"/>
                    </a:lnTo>
                    <a:lnTo>
                      <a:pt x="67404" y="0"/>
                    </a:lnTo>
                    <a:lnTo>
                      <a:pt x="67404" y="6756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68C515F4-B5D8-89C4-764D-C272DCC7CC5B}"/>
                  </a:ext>
                </a:extLst>
              </p:cNvPr>
              <p:cNvSpPr/>
              <p:nvPr/>
            </p:nvSpPr>
            <p:spPr>
              <a:xfrm>
                <a:off x="8293662" y="5012451"/>
                <a:ext cx="109459" cy="109051"/>
              </a:xfrm>
              <a:custGeom>
                <a:avLst/>
                <a:gdLst>
                  <a:gd name="connsiteX0" fmla="*/ 54770 w 109459"/>
                  <a:gd name="connsiteY0" fmla="*/ 63899 h 109051"/>
                  <a:gd name="connsiteX1" fmla="*/ 14915 w 109459"/>
                  <a:gd name="connsiteY1" fmla="*/ 0 h 109051"/>
                  <a:gd name="connsiteX2" fmla="*/ 0 w 109459"/>
                  <a:gd name="connsiteY2" fmla="*/ 0 h 109051"/>
                  <a:gd name="connsiteX3" fmla="*/ 0 w 109459"/>
                  <a:gd name="connsiteY3" fmla="*/ 109051 h 109051"/>
                  <a:gd name="connsiteX4" fmla="*/ 21109 w 109459"/>
                  <a:gd name="connsiteY4" fmla="*/ 109051 h 109051"/>
                  <a:gd name="connsiteX5" fmla="*/ 21109 w 109459"/>
                  <a:gd name="connsiteY5" fmla="*/ 43930 h 109051"/>
                  <a:gd name="connsiteX6" fmla="*/ 47435 w 109459"/>
                  <a:gd name="connsiteY6" fmla="*/ 86719 h 109051"/>
                  <a:gd name="connsiteX7" fmla="*/ 62024 w 109459"/>
                  <a:gd name="connsiteY7" fmla="*/ 86719 h 109051"/>
                  <a:gd name="connsiteX8" fmla="*/ 88350 w 109459"/>
                  <a:gd name="connsiteY8" fmla="*/ 44175 h 109051"/>
                  <a:gd name="connsiteX9" fmla="*/ 88350 w 109459"/>
                  <a:gd name="connsiteY9" fmla="*/ 109051 h 109051"/>
                  <a:gd name="connsiteX10" fmla="*/ 109459 w 109459"/>
                  <a:gd name="connsiteY10" fmla="*/ 109051 h 109051"/>
                  <a:gd name="connsiteX11" fmla="*/ 109459 w 109459"/>
                  <a:gd name="connsiteY11" fmla="*/ 0 h 109051"/>
                  <a:gd name="connsiteX12" fmla="*/ 94544 w 109459"/>
                  <a:gd name="connsiteY12" fmla="*/ 0 h 109051"/>
                  <a:gd name="connsiteX13" fmla="*/ 54770 w 109459"/>
                  <a:gd name="connsiteY13" fmla="*/ 6389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9459" h="109051">
                    <a:moveTo>
                      <a:pt x="54770" y="63899"/>
                    </a:moveTo>
                    <a:lnTo>
                      <a:pt x="14915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21109" y="109051"/>
                    </a:lnTo>
                    <a:lnTo>
                      <a:pt x="21109" y="43930"/>
                    </a:lnTo>
                    <a:lnTo>
                      <a:pt x="47435" y="86719"/>
                    </a:lnTo>
                    <a:lnTo>
                      <a:pt x="62024" y="86719"/>
                    </a:lnTo>
                    <a:lnTo>
                      <a:pt x="88350" y="44175"/>
                    </a:lnTo>
                    <a:lnTo>
                      <a:pt x="88350" y="109051"/>
                    </a:lnTo>
                    <a:lnTo>
                      <a:pt x="109459" y="109051"/>
                    </a:lnTo>
                    <a:lnTo>
                      <a:pt x="109459" y="0"/>
                    </a:lnTo>
                    <a:lnTo>
                      <a:pt x="94544" y="0"/>
                    </a:lnTo>
                    <a:lnTo>
                      <a:pt x="54770" y="6389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B1A7345D-5DB1-6349-A683-500577697FC2}"/>
                  </a:ext>
                </a:extLst>
              </p:cNvPr>
              <p:cNvSpPr/>
              <p:nvPr/>
            </p:nvSpPr>
            <p:spPr>
              <a:xfrm>
                <a:off x="8433196" y="5012451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7357CCC7-E6B1-51A8-0F13-8B57097C8810}"/>
                  </a:ext>
                </a:extLst>
              </p:cNvPr>
              <p:cNvSpPr/>
              <p:nvPr/>
            </p:nvSpPr>
            <p:spPr>
              <a:xfrm>
                <a:off x="8484380" y="5012451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671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1 h 109051"/>
                  <a:gd name="connsiteX4" fmla="*/ 21028 w 90387"/>
                  <a:gd name="connsiteY4" fmla="*/ 109051 h 109051"/>
                  <a:gd name="connsiteX5" fmla="*/ 21028 w 90387"/>
                  <a:gd name="connsiteY5" fmla="*/ 38877 h 109051"/>
                  <a:gd name="connsiteX6" fmla="*/ 75310 w 90387"/>
                  <a:gd name="connsiteY6" fmla="*/ 109051 h 109051"/>
                  <a:gd name="connsiteX7" fmla="*/ 90388 w 90387"/>
                  <a:gd name="connsiteY7" fmla="*/ 109051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671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21028" y="109051"/>
                    </a:lnTo>
                    <a:lnTo>
                      <a:pt x="21028" y="38877"/>
                    </a:lnTo>
                    <a:lnTo>
                      <a:pt x="75310" y="109051"/>
                    </a:lnTo>
                    <a:lnTo>
                      <a:pt x="90388" y="109051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22428058-9927-A4A6-CA86-BFBCE15F0C16}"/>
                  </a:ext>
                </a:extLst>
              </p:cNvPr>
              <p:cNvSpPr/>
              <p:nvPr/>
            </p:nvSpPr>
            <p:spPr>
              <a:xfrm>
                <a:off x="8596611" y="5012451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5 h 108970"/>
                  <a:gd name="connsiteX4" fmla="*/ 74820 w 104976"/>
                  <a:gd name="connsiteY4" fmla="*/ 88675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1071 h 108970"/>
                  <a:gd name="connsiteX10" fmla="*/ 52570 w 104976"/>
                  <a:gd name="connsiteY10" fmla="*/ 29912 h 108970"/>
                  <a:gd name="connsiteX11" fmla="*/ 68137 w 104976"/>
                  <a:gd name="connsiteY11" fmla="*/ 71071 h 108970"/>
                  <a:gd name="connsiteX12" fmla="*/ 36840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5"/>
                    </a:lnTo>
                    <a:lnTo>
                      <a:pt x="74820" y="88675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1071"/>
                    </a:moveTo>
                    <a:lnTo>
                      <a:pt x="52570" y="29912"/>
                    </a:lnTo>
                    <a:lnTo>
                      <a:pt x="68137" y="71071"/>
                    </a:lnTo>
                    <a:lnTo>
                      <a:pt x="36840" y="7107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5C53B456-C063-ECE9-5BE5-34AAB9DCB769}"/>
                  </a:ext>
                </a:extLst>
              </p:cNvPr>
              <p:cNvSpPr/>
              <p:nvPr/>
            </p:nvSpPr>
            <p:spPr>
              <a:xfrm>
                <a:off x="8722208" y="5012532"/>
                <a:ext cx="85089" cy="108970"/>
              </a:xfrm>
              <a:custGeom>
                <a:avLst/>
                <a:gdLst>
                  <a:gd name="connsiteX0" fmla="*/ 59498 w 85089"/>
                  <a:gd name="connsiteY0" fmla="*/ 108970 h 108970"/>
                  <a:gd name="connsiteX1" fmla="*/ 85090 w 85089"/>
                  <a:gd name="connsiteY1" fmla="*/ 108970 h 108970"/>
                  <a:gd name="connsiteX2" fmla="*/ 48739 w 85089"/>
                  <a:gd name="connsiteY2" fmla="*/ 63084 h 108970"/>
                  <a:gd name="connsiteX3" fmla="*/ 61047 w 85089"/>
                  <a:gd name="connsiteY3" fmla="*/ 59498 h 108970"/>
                  <a:gd name="connsiteX4" fmla="*/ 73516 w 85089"/>
                  <a:gd name="connsiteY4" fmla="*/ 48413 h 108970"/>
                  <a:gd name="connsiteX5" fmla="*/ 77918 w 85089"/>
                  <a:gd name="connsiteY5" fmla="*/ 31787 h 108970"/>
                  <a:gd name="connsiteX6" fmla="*/ 73516 w 85089"/>
                  <a:gd name="connsiteY6" fmla="*/ 15323 h 108970"/>
                  <a:gd name="connsiteX7" fmla="*/ 61128 w 85089"/>
                  <a:gd name="connsiteY7" fmla="*/ 4075 h 108970"/>
                  <a:gd name="connsiteX8" fmla="*/ 42789 w 85089"/>
                  <a:gd name="connsiteY8" fmla="*/ 0 h 108970"/>
                  <a:gd name="connsiteX9" fmla="*/ 0 w 85089"/>
                  <a:gd name="connsiteY9" fmla="*/ 0 h 108970"/>
                  <a:gd name="connsiteX10" fmla="*/ 0 w 85089"/>
                  <a:gd name="connsiteY10" fmla="*/ 108970 h 108970"/>
                  <a:gd name="connsiteX11" fmla="*/ 21110 w 85089"/>
                  <a:gd name="connsiteY11" fmla="*/ 108970 h 108970"/>
                  <a:gd name="connsiteX12" fmla="*/ 21110 w 85089"/>
                  <a:gd name="connsiteY12" fmla="*/ 63573 h 108970"/>
                  <a:gd name="connsiteX13" fmla="*/ 24777 w 85089"/>
                  <a:gd name="connsiteY13" fmla="*/ 63573 h 108970"/>
                  <a:gd name="connsiteX14" fmla="*/ 59580 w 85089"/>
                  <a:gd name="connsiteY14" fmla="*/ 108970 h 108970"/>
                  <a:gd name="connsiteX15" fmla="*/ 21028 w 85089"/>
                  <a:gd name="connsiteY15" fmla="*/ 17198 h 108970"/>
                  <a:gd name="connsiteX16" fmla="*/ 40752 w 85089"/>
                  <a:gd name="connsiteY16" fmla="*/ 17198 h 108970"/>
                  <a:gd name="connsiteX17" fmla="*/ 52651 w 85089"/>
                  <a:gd name="connsiteY17" fmla="*/ 21435 h 108970"/>
                  <a:gd name="connsiteX18" fmla="*/ 56808 w 85089"/>
                  <a:gd name="connsiteY18" fmla="*/ 32194 h 108970"/>
                  <a:gd name="connsiteX19" fmla="*/ 52651 w 85089"/>
                  <a:gd name="connsiteY19" fmla="*/ 42953 h 108970"/>
                  <a:gd name="connsiteX20" fmla="*/ 40589 w 85089"/>
                  <a:gd name="connsiteY20" fmla="*/ 46865 h 108970"/>
                  <a:gd name="connsiteX21" fmla="*/ 21028 w 85089"/>
                  <a:gd name="connsiteY21" fmla="*/ 46865 h 108970"/>
                  <a:gd name="connsiteX22" fmla="*/ 21028 w 85089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089" h="108970">
                    <a:moveTo>
                      <a:pt x="59498" y="108970"/>
                    </a:moveTo>
                    <a:lnTo>
                      <a:pt x="85090" y="108970"/>
                    </a:lnTo>
                    <a:lnTo>
                      <a:pt x="48739" y="63084"/>
                    </a:lnTo>
                    <a:cubicBezTo>
                      <a:pt x="53222" y="62514"/>
                      <a:pt x="57379" y="61372"/>
                      <a:pt x="61047" y="59498"/>
                    </a:cubicBez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8" y="38144"/>
                      <a:pt x="77918" y="31787"/>
                    </a:cubicBezTo>
                    <a:cubicBezTo>
                      <a:pt x="77918" y="25429"/>
                      <a:pt x="76450" y="20132"/>
                      <a:pt x="73516" y="15323"/>
                    </a:cubicBezTo>
                    <a:cubicBezTo>
                      <a:pt x="70582" y="10596"/>
                      <a:pt x="66426" y="6847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10" y="108970"/>
                    </a:lnTo>
                    <a:lnTo>
                      <a:pt x="21110" y="63573"/>
                    </a:lnTo>
                    <a:lnTo>
                      <a:pt x="24777" y="63573"/>
                    </a:lnTo>
                    <a:lnTo>
                      <a:pt x="59580" y="108970"/>
                    </a:lnTo>
                    <a:close/>
                    <a:moveTo>
                      <a:pt x="21028" y="17198"/>
                    </a:moveTo>
                    <a:lnTo>
                      <a:pt x="40752" y="17198"/>
                    </a:lnTo>
                    <a:cubicBezTo>
                      <a:pt x="45887" y="17198"/>
                      <a:pt x="49881" y="18583"/>
                      <a:pt x="52651" y="21435"/>
                    </a:cubicBezTo>
                    <a:cubicBezTo>
                      <a:pt x="55423" y="24288"/>
                      <a:pt x="56808" y="27875"/>
                      <a:pt x="56808" y="32194"/>
                    </a:cubicBezTo>
                    <a:cubicBezTo>
                      <a:pt x="56808" y="36514"/>
                      <a:pt x="55423" y="40344"/>
                      <a:pt x="52651" y="42953"/>
                    </a:cubicBezTo>
                    <a:cubicBezTo>
                      <a:pt x="49881" y="45561"/>
                      <a:pt x="45805" y="46865"/>
                      <a:pt x="40589" y="46865"/>
                    </a:cubicBezTo>
                    <a:lnTo>
                      <a:pt x="21028" y="46865"/>
                    </a:lnTo>
                    <a:lnTo>
                      <a:pt x="21028" y="1711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33C5D825-283E-B7FD-E018-41663EDCCCE0}"/>
                </a:ext>
              </a:extLst>
            </p:cNvPr>
            <p:cNvSpPr/>
            <p:nvPr/>
          </p:nvSpPr>
          <p:spPr>
            <a:xfrm>
              <a:off x="8085257" y="5182549"/>
              <a:ext cx="724811" cy="50369"/>
            </a:xfrm>
            <a:custGeom>
              <a:avLst/>
              <a:gdLst>
                <a:gd name="connsiteX0" fmla="*/ 0 w 724811"/>
                <a:gd name="connsiteY0" fmla="*/ 0 h 50369"/>
                <a:gd name="connsiteX1" fmla="*/ 724811 w 724811"/>
                <a:gd name="connsiteY1" fmla="*/ 0 h 50369"/>
                <a:gd name="connsiteX2" fmla="*/ 724811 w 724811"/>
                <a:gd name="connsiteY2" fmla="*/ 50369 h 50369"/>
                <a:gd name="connsiteX3" fmla="*/ 0 w 72481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4811" h="50369">
                  <a:moveTo>
                    <a:pt x="0" y="0"/>
                  </a:moveTo>
                  <a:lnTo>
                    <a:pt x="724811" y="0"/>
                  </a:lnTo>
                  <a:lnTo>
                    <a:pt x="72481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88" name="Graphic 2241">
            <a:extLst>
              <a:ext uri="{FF2B5EF4-FFF2-40B4-BE49-F238E27FC236}">
                <a16:creationId xmlns:a16="http://schemas.microsoft.com/office/drawing/2014/main" id="{9B8D8A45-3324-BCA9-E038-EFC33A709525}"/>
              </a:ext>
            </a:extLst>
          </p:cNvPr>
          <p:cNvGrpSpPr/>
          <p:nvPr/>
        </p:nvGrpSpPr>
        <p:grpSpPr>
          <a:xfrm>
            <a:off x="8450241" y="4492206"/>
            <a:ext cx="254535" cy="222178"/>
            <a:chOff x="5335408" y="5613866"/>
            <a:chExt cx="254535" cy="222178"/>
          </a:xfrm>
        </p:grpSpPr>
        <p:grpSp>
          <p:nvGrpSpPr>
            <p:cNvPr id="289" name="Graphic 2241">
              <a:extLst>
                <a:ext uri="{FF2B5EF4-FFF2-40B4-BE49-F238E27FC236}">
                  <a16:creationId xmlns:a16="http://schemas.microsoft.com/office/drawing/2014/main" id="{49B37298-88AC-3DBC-813A-FBCDC16FE7E9}"/>
                </a:ext>
              </a:extLst>
            </p:cNvPr>
            <p:cNvGrpSpPr/>
            <p:nvPr/>
          </p:nvGrpSpPr>
          <p:grpSpPr>
            <a:xfrm>
              <a:off x="5335408" y="5613866"/>
              <a:ext cx="254535" cy="112311"/>
              <a:chOff x="5335408" y="5613866"/>
              <a:chExt cx="254535" cy="112311"/>
            </a:xfrm>
            <a:solidFill>
              <a:srgbClr val="FFFFFF"/>
            </a:solidFill>
          </p:grpSpPr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16FE058A-1FDD-5FB2-85F9-FE591A879929}"/>
                  </a:ext>
                </a:extLst>
              </p:cNvPr>
              <p:cNvSpPr/>
              <p:nvPr/>
            </p:nvSpPr>
            <p:spPr>
              <a:xfrm>
                <a:off x="5335408" y="5615578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5 h 108970"/>
                  <a:gd name="connsiteX4" fmla="*/ 74820 w 104976"/>
                  <a:gd name="connsiteY4" fmla="*/ 88675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1071 h 108970"/>
                  <a:gd name="connsiteX10" fmla="*/ 52488 w 104976"/>
                  <a:gd name="connsiteY10" fmla="*/ 29912 h 108970"/>
                  <a:gd name="connsiteX11" fmla="*/ 68056 w 104976"/>
                  <a:gd name="connsiteY11" fmla="*/ 71071 h 108970"/>
                  <a:gd name="connsiteX12" fmla="*/ 36758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5"/>
                    </a:lnTo>
                    <a:lnTo>
                      <a:pt x="74820" y="88675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1071"/>
                    </a:moveTo>
                    <a:lnTo>
                      <a:pt x="52488" y="29912"/>
                    </a:lnTo>
                    <a:lnTo>
                      <a:pt x="68056" y="71071"/>
                    </a:lnTo>
                    <a:lnTo>
                      <a:pt x="36758" y="7107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1D4F81BC-5489-ACAD-90A4-3C4D0E64EEAC}"/>
                  </a:ext>
                </a:extLst>
              </p:cNvPr>
              <p:cNvSpPr/>
              <p:nvPr/>
            </p:nvSpPr>
            <p:spPr>
              <a:xfrm>
                <a:off x="5449106" y="5613866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88 w 97396"/>
                  <a:gd name="connsiteY4" fmla="*/ 71152 h 112311"/>
                  <a:gd name="connsiteX5" fmla="*/ 21843 w 97396"/>
                  <a:gd name="connsiteY5" fmla="*/ 56156 h 112311"/>
                  <a:gd name="connsiteX6" fmla="*/ 24288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0 h 112311"/>
                  <a:gd name="connsiteX9" fmla="*/ 55993 w 97396"/>
                  <a:gd name="connsiteY9" fmla="*/ 19724 h 112311"/>
                  <a:gd name="connsiteX10" fmla="*/ 71152 w 97396"/>
                  <a:gd name="connsiteY10" fmla="*/ 22495 h 112311"/>
                  <a:gd name="connsiteX11" fmla="*/ 82156 w 97396"/>
                  <a:gd name="connsiteY11" fmla="*/ 30238 h 112311"/>
                  <a:gd name="connsiteX12" fmla="*/ 96582 w 97396"/>
                  <a:gd name="connsiteY12" fmla="*/ 15812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19 h 112311"/>
                  <a:gd name="connsiteX16" fmla="*/ 15975 w 97396"/>
                  <a:gd name="connsiteY16" fmla="*/ 16219 h 112311"/>
                  <a:gd name="connsiteX17" fmla="*/ 4157 w 97396"/>
                  <a:gd name="connsiteY17" fmla="*/ 34068 h 112311"/>
                  <a:gd name="connsiteX18" fmla="*/ 0 w 97396"/>
                  <a:gd name="connsiteY18" fmla="*/ 56074 h 112311"/>
                  <a:gd name="connsiteX19" fmla="*/ 4157 w 97396"/>
                  <a:gd name="connsiteY19" fmla="*/ 78081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7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6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855"/>
                      <a:pt x="62269" y="92751"/>
                      <a:pt x="56156" y="92751"/>
                    </a:cubicBezTo>
                    <a:cubicBezTo>
                      <a:pt x="51103" y="92751"/>
                      <a:pt x="46457" y="91855"/>
                      <a:pt x="42300" y="90143"/>
                    </a:cubicBezTo>
                    <a:cubicBezTo>
                      <a:pt x="38144" y="88431"/>
                      <a:pt x="34476" y="85905"/>
                      <a:pt x="31379" y="82726"/>
                    </a:cubicBezTo>
                    <a:cubicBezTo>
                      <a:pt x="28282" y="79548"/>
                      <a:pt x="25918" y="75717"/>
                      <a:pt x="24288" y="71152"/>
                    </a:cubicBezTo>
                    <a:cubicBezTo>
                      <a:pt x="22658" y="66670"/>
                      <a:pt x="21843" y="61698"/>
                      <a:pt x="21843" y="56156"/>
                    </a:cubicBezTo>
                    <a:cubicBezTo>
                      <a:pt x="21843" y="50614"/>
                      <a:pt x="22658" y="45805"/>
                      <a:pt x="24288" y="41322"/>
                    </a:cubicBezTo>
                    <a:cubicBezTo>
                      <a:pt x="25918" y="36840"/>
                      <a:pt x="28282" y="32927"/>
                      <a:pt x="31379" y="29667"/>
                    </a:cubicBezTo>
                    <a:cubicBezTo>
                      <a:pt x="34476" y="26407"/>
                      <a:pt x="38144" y="23962"/>
                      <a:pt x="42300" y="22250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2" y="22495"/>
                    </a:cubicBezTo>
                    <a:cubicBezTo>
                      <a:pt x="75472" y="24369"/>
                      <a:pt x="79140" y="26978"/>
                      <a:pt x="82156" y="30238"/>
                    </a:cubicBezTo>
                    <a:lnTo>
                      <a:pt x="96582" y="15812"/>
                    </a:lnTo>
                    <a:cubicBezTo>
                      <a:pt x="91528" y="10921"/>
                      <a:pt x="85742" y="7091"/>
                      <a:pt x="79140" y="4238"/>
                    </a:cubicBezTo>
                    <a:cubicBezTo>
                      <a:pt x="72538" y="1385"/>
                      <a:pt x="64877" y="0"/>
                      <a:pt x="55993" y="0"/>
                    </a:cubicBezTo>
                    <a:cubicBezTo>
                      <a:pt x="48005" y="0"/>
                      <a:pt x="40670" y="1467"/>
                      <a:pt x="33824" y="4319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1" y="21272"/>
                      <a:pt x="7009" y="27222"/>
                      <a:pt x="4157" y="34068"/>
                    </a:cubicBezTo>
                    <a:cubicBezTo>
                      <a:pt x="1304" y="40915"/>
                      <a:pt x="0" y="48250"/>
                      <a:pt x="0" y="56074"/>
                    </a:cubicBezTo>
                    <a:cubicBezTo>
                      <a:pt x="0" y="63899"/>
                      <a:pt x="1385" y="71234"/>
                      <a:pt x="4157" y="78081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1" y="105139"/>
                      <a:pt x="33987" y="107992"/>
                    </a:cubicBezTo>
                    <a:cubicBezTo>
                      <a:pt x="40833" y="110845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ubicBezTo>
                      <a:pt x="79873" y="85253"/>
                      <a:pt x="76124" y="87861"/>
                      <a:pt x="71805" y="89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48375A46-B96C-3F89-C71D-8966A33AD82A}"/>
                  </a:ext>
                </a:extLst>
              </p:cNvPr>
              <p:cNvSpPr/>
              <p:nvPr/>
            </p:nvSpPr>
            <p:spPr>
              <a:xfrm>
                <a:off x="5568834" y="561557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D6107A4-FE12-22E5-8236-9A2757DD44E6}"/>
                </a:ext>
              </a:extLst>
            </p:cNvPr>
            <p:cNvSpPr/>
            <p:nvPr/>
          </p:nvSpPr>
          <p:spPr>
            <a:xfrm>
              <a:off x="5337201" y="5785675"/>
              <a:ext cx="251927" cy="50369"/>
            </a:xfrm>
            <a:custGeom>
              <a:avLst/>
              <a:gdLst>
                <a:gd name="connsiteX0" fmla="*/ 0 w 251927"/>
                <a:gd name="connsiteY0" fmla="*/ 0 h 50369"/>
                <a:gd name="connsiteX1" fmla="*/ 251928 w 251927"/>
                <a:gd name="connsiteY1" fmla="*/ 0 h 50369"/>
                <a:gd name="connsiteX2" fmla="*/ 251928 w 251927"/>
                <a:gd name="connsiteY2" fmla="*/ 50369 h 50369"/>
                <a:gd name="connsiteX3" fmla="*/ 0 w 25192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927" h="50369">
                  <a:moveTo>
                    <a:pt x="0" y="0"/>
                  </a:moveTo>
                  <a:lnTo>
                    <a:pt x="251928" y="0"/>
                  </a:lnTo>
                  <a:lnTo>
                    <a:pt x="251928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94" name="Graphic 2241">
            <a:extLst>
              <a:ext uri="{FF2B5EF4-FFF2-40B4-BE49-F238E27FC236}">
                <a16:creationId xmlns:a16="http://schemas.microsoft.com/office/drawing/2014/main" id="{91C32CCD-57D2-79AF-FA61-C93701A6ED18}"/>
              </a:ext>
            </a:extLst>
          </p:cNvPr>
          <p:cNvGrpSpPr/>
          <p:nvPr/>
        </p:nvGrpSpPr>
        <p:grpSpPr>
          <a:xfrm>
            <a:off x="8450241" y="5520618"/>
            <a:ext cx="810634" cy="222097"/>
            <a:chOff x="3643394" y="6217237"/>
            <a:chExt cx="810634" cy="222097"/>
          </a:xfrm>
        </p:grpSpPr>
        <p:grpSp>
          <p:nvGrpSpPr>
            <p:cNvPr id="295" name="Graphic 2241">
              <a:extLst>
                <a:ext uri="{FF2B5EF4-FFF2-40B4-BE49-F238E27FC236}">
                  <a16:creationId xmlns:a16="http://schemas.microsoft.com/office/drawing/2014/main" id="{265F2816-2185-F783-62AE-EBABC7D4C8CA}"/>
                </a:ext>
              </a:extLst>
            </p:cNvPr>
            <p:cNvGrpSpPr/>
            <p:nvPr/>
          </p:nvGrpSpPr>
          <p:grpSpPr>
            <a:xfrm>
              <a:off x="3643394" y="6217237"/>
              <a:ext cx="807782" cy="112230"/>
              <a:chOff x="3643394" y="6217237"/>
              <a:chExt cx="807782" cy="112230"/>
            </a:xfrm>
            <a:solidFill>
              <a:srgbClr val="FFFFFF"/>
            </a:solidFill>
          </p:grpSpPr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D354724-5524-6254-A8BB-DEB3579EAD8C}"/>
                  </a:ext>
                </a:extLst>
              </p:cNvPr>
              <p:cNvSpPr/>
              <p:nvPr/>
            </p:nvSpPr>
            <p:spPr>
              <a:xfrm>
                <a:off x="3643394" y="6218867"/>
                <a:ext cx="73027" cy="109051"/>
              </a:xfrm>
              <a:custGeom>
                <a:avLst/>
                <a:gdLst>
                  <a:gd name="connsiteX0" fmla="*/ 15486 w 73027"/>
                  <a:gd name="connsiteY0" fmla="*/ 0 h 109051"/>
                  <a:gd name="connsiteX1" fmla="*/ 0 w 73027"/>
                  <a:gd name="connsiteY1" fmla="*/ 0 h 109051"/>
                  <a:gd name="connsiteX2" fmla="*/ 0 w 73027"/>
                  <a:gd name="connsiteY2" fmla="*/ 109052 h 109051"/>
                  <a:gd name="connsiteX3" fmla="*/ 21109 w 73027"/>
                  <a:gd name="connsiteY3" fmla="*/ 109052 h 109051"/>
                  <a:gd name="connsiteX4" fmla="*/ 21109 w 73027"/>
                  <a:gd name="connsiteY4" fmla="*/ 64388 h 109051"/>
                  <a:gd name="connsiteX5" fmla="*/ 70338 w 73027"/>
                  <a:gd name="connsiteY5" fmla="*/ 64388 h 109051"/>
                  <a:gd name="connsiteX6" fmla="*/ 70338 w 73027"/>
                  <a:gd name="connsiteY6" fmla="*/ 45805 h 109051"/>
                  <a:gd name="connsiteX7" fmla="*/ 21109 w 73027"/>
                  <a:gd name="connsiteY7" fmla="*/ 45805 h 109051"/>
                  <a:gd name="connsiteX8" fmla="*/ 21109 w 73027"/>
                  <a:gd name="connsiteY8" fmla="*/ 18665 h 109051"/>
                  <a:gd name="connsiteX9" fmla="*/ 73027 w 73027"/>
                  <a:gd name="connsiteY9" fmla="*/ 18665 h 109051"/>
                  <a:gd name="connsiteX10" fmla="*/ 73027 w 73027"/>
                  <a:gd name="connsiteY10" fmla="*/ 0 h 109051"/>
                  <a:gd name="connsiteX11" fmla="*/ 21109 w 73027"/>
                  <a:gd name="connsiteY11" fmla="*/ 0 h 109051"/>
                  <a:gd name="connsiteX12" fmla="*/ 15486 w 73027"/>
                  <a:gd name="connsiteY12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027" h="109051">
                    <a:moveTo>
                      <a:pt x="15486" y="0"/>
                    </a:move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64388"/>
                    </a:lnTo>
                    <a:lnTo>
                      <a:pt x="70338" y="64388"/>
                    </a:lnTo>
                    <a:lnTo>
                      <a:pt x="70338" y="45805"/>
                    </a:lnTo>
                    <a:lnTo>
                      <a:pt x="21109" y="45805"/>
                    </a:lnTo>
                    <a:lnTo>
                      <a:pt x="21109" y="18665"/>
                    </a:lnTo>
                    <a:lnTo>
                      <a:pt x="73027" y="18665"/>
                    </a:lnTo>
                    <a:lnTo>
                      <a:pt x="73027" y="0"/>
                    </a:lnTo>
                    <a:lnTo>
                      <a:pt x="21109" y="0"/>
                    </a:lnTo>
                    <a:lnTo>
                      <a:pt x="154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69BEDC52-E5D1-8AE1-F259-2106080E8917}"/>
                  </a:ext>
                </a:extLst>
              </p:cNvPr>
              <p:cNvSpPr/>
              <p:nvPr/>
            </p:nvSpPr>
            <p:spPr>
              <a:xfrm>
                <a:off x="3740709" y="621886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70F811FE-D216-6BE1-EDB9-6890DB9EEF7A}"/>
                  </a:ext>
                </a:extLst>
              </p:cNvPr>
              <p:cNvSpPr/>
              <p:nvPr/>
            </p:nvSpPr>
            <p:spPr>
              <a:xfrm>
                <a:off x="3791975" y="6218948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7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09 w 85171"/>
                  <a:gd name="connsiteY8" fmla="*/ 108970 h 108970"/>
                  <a:gd name="connsiteX9" fmla="*/ 21109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028 w 85171"/>
                  <a:gd name="connsiteY15" fmla="*/ 17197 h 108970"/>
                  <a:gd name="connsiteX16" fmla="*/ 40752 w 85171"/>
                  <a:gd name="connsiteY16" fmla="*/ 17197 h 108970"/>
                  <a:gd name="connsiteX17" fmla="*/ 52651 w 85171"/>
                  <a:gd name="connsiteY17" fmla="*/ 21435 h 108970"/>
                  <a:gd name="connsiteX18" fmla="*/ 56808 w 85171"/>
                  <a:gd name="connsiteY18" fmla="*/ 32194 h 108970"/>
                  <a:gd name="connsiteX19" fmla="*/ 52651 w 85171"/>
                  <a:gd name="connsiteY19" fmla="*/ 42953 h 108970"/>
                  <a:gd name="connsiteX20" fmla="*/ 40589 w 85171"/>
                  <a:gd name="connsiteY20" fmla="*/ 46946 h 108970"/>
                  <a:gd name="connsiteX21" fmla="*/ 21028 w 85171"/>
                  <a:gd name="connsiteY21" fmla="*/ 46946 h 108970"/>
                  <a:gd name="connsiteX22" fmla="*/ 21028 w 85171"/>
                  <a:gd name="connsiteY22" fmla="*/ 1719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5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7"/>
                    </a:cubicBezTo>
                    <a:cubicBezTo>
                      <a:pt x="77917" y="25429"/>
                      <a:pt x="76450" y="20132"/>
                      <a:pt x="73516" y="15323"/>
                    </a:cubicBezTo>
                    <a:cubicBezTo>
                      <a:pt x="70582" y="10595"/>
                      <a:pt x="66425" y="6847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3"/>
                      <a:pt x="57460" y="61372"/>
                      <a:pt x="61128" y="59498"/>
                    </a:cubicBezTo>
                    <a:close/>
                    <a:moveTo>
                      <a:pt x="21028" y="17197"/>
                    </a:moveTo>
                    <a:lnTo>
                      <a:pt x="40752" y="17197"/>
                    </a:lnTo>
                    <a:cubicBezTo>
                      <a:pt x="45887" y="17197"/>
                      <a:pt x="49880" y="18583"/>
                      <a:pt x="52651" y="21435"/>
                    </a:cubicBezTo>
                    <a:cubicBezTo>
                      <a:pt x="55422" y="24288"/>
                      <a:pt x="56808" y="27874"/>
                      <a:pt x="56808" y="32194"/>
                    </a:cubicBezTo>
                    <a:cubicBezTo>
                      <a:pt x="56808" y="36513"/>
                      <a:pt x="55422" y="40344"/>
                      <a:pt x="52651" y="42953"/>
                    </a:cubicBezTo>
                    <a:cubicBezTo>
                      <a:pt x="49880" y="45561"/>
                      <a:pt x="45805" y="46946"/>
                      <a:pt x="40589" y="46946"/>
                    </a:cubicBezTo>
                    <a:lnTo>
                      <a:pt x="21028" y="46946"/>
                    </a:lnTo>
                    <a:lnTo>
                      <a:pt x="21028" y="1719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D1E91D45-148C-8E9B-120C-96EF8E665EEF}"/>
                  </a:ext>
                </a:extLst>
              </p:cNvPr>
              <p:cNvSpPr/>
              <p:nvPr/>
            </p:nvSpPr>
            <p:spPr>
              <a:xfrm>
                <a:off x="3885948" y="6217237"/>
                <a:ext cx="79465" cy="112230"/>
              </a:xfrm>
              <a:custGeom>
                <a:avLst/>
                <a:gdLst>
                  <a:gd name="connsiteX0" fmla="*/ 69441 w 79465"/>
                  <a:gd name="connsiteY0" fmla="*/ 55830 h 112230"/>
                  <a:gd name="connsiteX1" fmla="*/ 59416 w 79465"/>
                  <a:gd name="connsiteY1" fmla="*/ 49799 h 112230"/>
                  <a:gd name="connsiteX2" fmla="*/ 48413 w 79465"/>
                  <a:gd name="connsiteY2" fmla="*/ 45561 h 112230"/>
                  <a:gd name="connsiteX3" fmla="*/ 38225 w 79465"/>
                  <a:gd name="connsiteY3" fmla="*/ 41567 h 112230"/>
                  <a:gd name="connsiteX4" fmla="*/ 30890 w 79465"/>
                  <a:gd name="connsiteY4" fmla="*/ 36758 h 112230"/>
                  <a:gd name="connsiteX5" fmla="*/ 28119 w 79465"/>
                  <a:gd name="connsiteY5" fmla="*/ 29586 h 112230"/>
                  <a:gd name="connsiteX6" fmla="*/ 32275 w 79465"/>
                  <a:gd name="connsiteY6" fmla="*/ 21599 h 112230"/>
                  <a:gd name="connsiteX7" fmla="*/ 43768 w 79465"/>
                  <a:gd name="connsiteY7" fmla="*/ 18746 h 112230"/>
                  <a:gd name="connsiteX8" fmla="*/ 55178 w 79465"/>
                  <a:gd name="connsiteY8" fmla="*/ 21191 h 112230"/>
                  <a:gd name="connsiteX9" fmla="*/ 65040 w 79465"/>
                  <a:gd name="connsiteY9" fmla="*/ 28934 h 112230"/>
                  <a:gd name="connsiteX10" fmla="*/ 78977 w 79465"/>
                  <a:gd name="connsiteY10" fmla="*/ 14997 h 112230"/>
                  <a:gd name="connsiteX11" fmla="*/ 64306 w 79465"/>
                  <a:gd name="connsiteY11" fmla="*/ 4157 h 112230"/>
                  <a:gd name="connsiteX12" fmla="*/ 44093 w 79465"/>
                  <a:gd name="connsiteY12" fmla="*/ 0 h 112230"/>
                  <a:gd name="connsiteX13" fmla="*/ 25185 w 79465"/>
                  <a:gd name="connsiteY13" fmla="*/ 3749 h 112230"/>
                  <a:gd name="connsiteX14" fmla="*/ 11981 w 79465"/>
                  <a:gd name="connsiteY14" fmla="*/ 14426 h 112230"/>
                  <a:gd name="connsiteX15" fmla="*/ 7172 w 79465"/>
                  <a:gd name="connsiteY15" fmla="*/ 31298 h 112230"/>
                  <a:gd name="connsiteX16" fmla="*/ 9862 w 79465"/>
                  <a:gd name="connsiteY16" fmla="*/ 45235 h 112230"/>
                  <a:gd name="connsiteX17" fmla="*/ 17197 w 79465"/>
                  <a:gd name="connsiteY17" fmla="*/ 54200 h 112230"/>
                  <a:gd name="connsiteX18" fmla="*/ 27304 w 79465"/>
                  <a:gd name="connsiteY18" fmla="*/ 60068 h 112230"/>
                  <a:gd name="connsiteX19" fmla="*/ 38225 w 79465"/>
                  <a:gd name="connsiteY19" fmla="*/ 64143 h 112230"/>
                  <a:gd name="connsiteX20" fmla="*/ 48332 w 79465"/>
                  <a:gd name="connsiteY20" fmla="*/ 68056 h 112230"/>
                  <a:gd name="connsiteX21" fmla="*/ 55667 w 79465"/>
                  <a:gd name="connsiteY21" fmla="*/ 73272 h 112230"/>
                  <a:gd name="connsiteX22" fmla="*/ 58438 w 79465"/>
                  <a:gd name="connsiteY22" fmla="*/ 81341 h 112230"/>
                  <a:gd name="connsiteX23" fmla="*/ 53629 w 79465"/>
                  <a:gd name="connsiteY23" fmla="*/ 90306 h 112230"/>
                  <a:gd name="connsiteX24" fmla="*/ 40589 w 79465"/>
                  <a:gd name="connsiteY24" fmla="*/ 93566 h 112230"/>
                  <a:gd name="connsiteX25" fmla="*/ 25185 w 79465"/>
                  <a:gd name="connsiteY25" fmla="*/ 90062 h 112230"/>
                  <a:gd name="connsiteX26" fmla="*/ 13937 w 79465"/>
                  <a:gd name="connsiteY26" fmla="*/ 80200 h 112230"/>
                  <a:gd name="connsiteX27" fmla="*/ 0 w 79465"/>
                  <a:gd name="connsiteY27" fmla="*/ 94137 h 112230"/>
                  <a:gd name="connsiteX28" fmla="*/ 16953 w 79465"/>
                  <a:gd name="connsiteY28" fmla="*/ 107748 h 112230"/>
                  <a:gd name="connsiteX29" fmla="*/ 39366 w 79465"/>
                  <a:gd name="connsiteY29" fmla="*/ 112231 h 112230"/>
                  <a:gd name="connsiteX30" fmla="*/ 68789 w 79465"/>
                  <a:gd name="connsiteY30" fmla="*/ 103510 h 112230"/>
                  <a:gd name="connsiteX31" fmla="*/ 79466 w 79465"/>
                  <a:gd name="connsiteY31" fmla="*/ 79548 h 112230"/>
                  <a:gd name="connsiteX32" fmla="*/ 76695 w 79465"/>
                  <a:gd name="connsiteY32" fmla="*/ 65203 h 112230"/>
                  <a:gd name="connsiteX33" fmla="*/ 69360 w 79465"/>
                  <a:gd name="connsiteY33" fmla="*/ 55749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69441" y="55830"/>
                    </a:move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9"/>
                      <a:pt x="52162" y="46783"/>
                      <a:pt x="48413" y="45561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2"/>
                      <a:pt x="32683" y="38552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3"/>
                      <a:pt x="29504" y="23473"/>
                      <a:pt x="32275" y="21599"/>
                    </a:cubicBezTo>
                    <a:cubicBezTo>
                      <a:pt x="35047" y="19724"/>
                      <a:pt x="38877" y="18746"/>
                      <a:pt x="43768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96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2" y="6276"/>
                      <a:pt x="15241" y="9781"/>
                      <a:pt x="11981" y="14426"/>
                    </a:cubicBezTo>
                    <a:cubicBezTo>
                      <a:pt x="8802" y="19072"/>
                      <a:pt x="7172" y="24696"/>
                      <a:pt x="7172" y="31298"/>
                    </a:cubicBezTo>
                    <a:cubicBezTo>
                      <a:pt x="7172" y="37003"/>
                      <a:pt x="8069" y="41649"/>
                      <a:pt x="9862" y="45235"/>
                    </a:cubicBezTo>
                    <a:cubicBezTo>
                      <a:pt x="11655" y="48821"/>
                      <a:pt x="14100" y="51837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8" y="63003"/>
                      <a:pt x="38225" y="64143"/>
                    </a:cubicBezTo>
                    <a:cubicBezTo>
                      <a:pt x="41893" y="65366"/>
                      <a:pt x="45235" y="66589"/>
                      <a:pt x="48332" y="68056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460" y="75391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50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2"/>
                    </a:cubicBezTo>
                    <a:cubicBezTo>
                      <a:pt x="21028" y="87698"/>
                      <a:pt x="17279" y="84438"/>
                      <a:pt x="13937" y="80200"/>
                    </a:cubicBezTo>
                    <a:lnTo>
                      <a:pt x="0" y="94137"/>
                    </a:lnTo>
                    <a:cubicBezTo>
                      <a:pt x="5053" y="100250"/>
                      <a:pt x="10759" y="104814"/>
                      <a:pt x="16953" y="107748"/>
                    </a:cubicBezTo>
                    <a:cubicBezTo>
                      <a:pt x="23229" y="110764"/>
                      <a:pt x="30645" y="112231"/>
                      <a:pt x="39366" y="112231"/>
                    </a:cubicBezTo>
                    <a:cubicBezTo>
                      <a:pt x="51836" y="112231"/>
                      <a:pt x="61698" y="109297"/>
                      <a:pt x="68789" y="103510"/>
                    </a:cubicBezTo>
                    <a:cubicBezTo>
                      <a:pt x="75961" y="97642"/>
                      <a:pt x="79466" y="89654"/>
                      <a:pt x="79466" y="79548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ubicBezTo>
                      <a:pt x="74820" y="61291"/>
                      <a:pt x="72375" y="58194"/>
                      <a:pt x="69360" y="557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59636085-ECDB-E314-9BB7-FB7B28B5FC7E}"/>
                  </a:ext>
                </a:extLst>
              </p:cNvPr>
              <p:cNvSpPr/>
              <p:nvPr/>
            </p:nvSpPr>
            <p:spPr>
              <a:xfrm>
                <a:off x="3977803" y="6218867"/>
                <a:ext cx="90713" cy="109051"/>
              </a:xfrm>
              <a:custGeom>
                <a:avLst/>
                <a:gdLst>
                  <a:gd name="connsiteX0" fmla="*/ 0 w 90713"/>
                  <a:gd name="connsiteY0" fmla="*/ 18827 h 109051"/>
                  <a:gd name="connsiteX1" fmla="*/ 34720 w 90713"/>
                  <a:gd name="connsiteY1" fmla="*/ 18827 h 109051"/>
                  <a:gd name="connsiteX2" fmla="*/ 34720 w 90713"/>
                  <a:gd name="connsiteY2" fmla="*/ 109052 h 109051"/>
                  <a:gd name="connsiteX3" fmla="*/ 55993 w 90713"/>
                  <a:gd name="connsiteY3" fmla="*/ 109052 h 109051"/>
                  <a:gd name="connsiteX4" fmla="*/ 55993 w 90713"/>
                  <a:gd name="connsiteY4" fmla="*/ 18827 h 109051"/>
                  <a:gd name="connsiteX5" fmla="*/ 90714 w 90713"/>
                  <a:gd name="connsiteY5" fmla="*/ 18827 h 109051"/>
                  <a:gd name="connsiteX6" fmla="*/ 90714 w 90713"/>
                  <a:gd name="connsiteY6" fmla="*/ 0 h 109051"/>
                  <a:gd name="connsiteX7" fmla="*/ 0 w 90713"/>
                  <a:gd name="connsiteY7" fmla="*/ 0 h 109051"/>
                  <a:gd name="connsiteX8" fmla="*/ 0 w 90713"/>
                  <a:gd name="connsiteY8" fmla="*/ 1882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051">
                    <a:moveTo>
                      <a:pt x="0" y="18827"/>
                    </a:moveTo>
                    <a:lnTo>
                      <a:pt x="34720" y="18827"/>
                    </a:lnTo>
                    <a:lnTo>
                      <a:pt x="34720" y="109052"/>
                    </a:lnTo>
                    <a:lnTo>
                      <a:pt x="55993" y="109052"/>
                    </a:lnTo>
                    <a:lnTo>
                      <a:pt x="55993" y="18827"/>
                    </a:lnTo>
                    <a:lnTo>
                      <a:pt x="90714" y="18827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82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BBDE1533-1B39-C991-E3CD-4B9838E2489B}"/>
                  </a:ext>
                </a:extLst>
              </p:cNvPr>
              <p:cNvSpPr/>
              <p:nvPr/>
            </p:nvSpPr>
            <p:spPr>
              <a:xfrm>
                <a:off x="4090848" y="6218867"/>
                <a:ext cx="109459" cy="109051"/>
              </a:xfrm>
              <a:custGeom>
                <a:avLst/>
                <a:gdLst>
                  <a:gd name="connsiteX0" fmla="*/ 54770 w 109459"/>
                  <a:gd name="connsiteY0" fmla="*/ 63899 h 109051"/>
                  <a:gd name="connsiteX1" fmla="*/ 14833 w 109459"/>
                  <a:gd name="connsiteY1" fmla="*/ 0 h 109051"/>
                  <a:gd name="connsiteX2" fmla="*/ 0 w 109459"/>
                  <a:gd name="connsiteY2" fmla="*/ 0 h 109051"/>
                  <a:gd name="connsiteX3" fmla="*/ 0 w 109459"/>
                  <a:gd name="connsiteY3" fmla="*/ 109052 h 109051"/>
                  <a:gd name="connsiteX4" fmla="*/ 21028 w 109459"/>
                  <a:gd name="connsiteY4" fmla="*/ 109052 h 109051"/>
                  <a:gd name="connsiteX5" fmla="*/ 21028 w 109459"/>
                  <a:gd name="connsiteY5" fmla="*/ 43931 h 109051"/>
                  <a:gd name="connsiteX6" fmla="*/ 47435 w 109459"/>
                  <a:gd name="connsiteY6" fmla="*/ 86720 h 109051"/>
                  <a:gd name="connsiteX7" fmla="*/ 62024 w 109459"/>
                  <a:gd name="connsiteY7" fmla="*/ 86720 h 109051"/>
                  <a:gd name="connsiteX8" fmla="*/ 88350 w 109459"/>
                  <a:gd name="connsiteY8" fmla="*/ 44175 h 109051"/>
                  <a:gd name="connsiteX9" fmla="*/ 88350 w 109459"/>
                  <a:gd name="connsiteY9" fmla="*/ 109052 h 109051"/>
                  <a:gd name="connsiteX10" fmla="*/ 109459 w 109459"/>
                  <a:gd name="connsiteY10" fmla="*/ 109052 h 109051"/>
                  <a:gd name="connsiteX11" fmla="*/ 109459 w 109459"/>
                  <a:gd name="connsiteY11" fmla="*/ 0 h 109051"/>
                  <a:gd name="connsiteX12" fmla="*/ 94544 w 109459"/>
                  <a:gd name="connsiteY12" fmla="*/ 0 h 109051"/>
                  <a:gd name="connsiteX13" fmla="*/ 54770 w 109459"/>
                  <a:gd name="connsiteY13" fmla="*/ 6389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9459" h="109051">
                    <a:moveTo>
                      <a:pt x="54770" y="63899"/>
                    </a:moveTo>
                    <a:lnTo>
                      <a:pt x="14833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028" y="109052"/>
                    </a:lnTo>
                    <a:lnTo>
                      <a:pt x="21028" y="43931"/>
                    </a:lnTo>
                    <a:lnTo>
                      <a:pt x="47435" y="86720"/>
                    </a:lnTo>
                    <a:lnTo>
                      <a:pt x="62024" y="86720"/>
                    </a:lnTo>
                    <a:lnTo>
                      <a:pt x="88350" y="44175"/>
                    </a:lnTo>
                    <a:lnTo>
                      <a:pt x="88350" y="109052"/>
                    </a:lnTo>
                    <a:lnTo>
                      <a:pt x="109459" y="109052"/>
                    </a:lnTo>
                    <a:lnTo>
                      <a:pt x="109459" y="0"/>
                    </a:lnTo>
                    <a:lnTo>
                      <a:pt x="94544" y="0"/>
                    </a:lnTo>
                    <a:lnTo>
                      <a:pt x="54770" y="6389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DD6CC81-B7C0-5B8F-1FC9-FD00796E06CC}"/>
                  </a:ext>
                </a:extLst>
              </p:cNvPr>
              <p:cNvSpPr/>
              <p:nvPr/>
            </p:nvSpPr>
            <p:spPr>
              <a:xfrm>
                <a:off x="4230383" y="621886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60D0A2DE-25C0-6CF2-410B-D5521F05608F}"/>
                  </a:ext>
                </a:extLst>
              </p:cNvPr>
              <p:cNvSpPr/>
              <p:nvPr/>
            </p:nvSpPr>
            <p:spPr>
              <a:xfrm>
                <a:off x="4281567" y="6218867"/>
                <a:ext cx="70989" cy="109051"/>
              </a:xfrm>
              <a:custGeom>
                <a:avLst/>
                <a:gdLst>
                  <a:gd name="connsiteX0" fmla="*/ 21028 w 70989"/>
                  <a:gd name="connsiteY0" fmla="*/ 0 h 109051"/>
                  <a:gd name="connsiteX1" fmla="*/ 0 w 70989"/>
                  <a:gd name="connsiteY1" fmla="*/ 0 h 109051"/>
                  <a:gd name="connsiteX2" fmla="*/ 0 w 70989"/>
                  <a:gd name="connsiteY2" fmla="*/ 109052 h 109051"/>
                  <a:gd name="connsiteX3" fmla="*/ 15486 w 70989"/>
                  <a:gd name="connsiteY3" fmla="*/ 109052 h 109051"/>
                  <a:gd name="connsiteX4" fmla="*/ 21028 w 70989"/>
                  <a:gd name="connsiteY4" fmla="*/ 109052 h 109051"/>
                  <a:gd name="connsiteX5" fmla="*/ 70990 w 70989"/>
                  <a:gd name="connsiteY5" fmla="*/ 109052 h 109051"/>
                  <a:gd name="connsiteX6" fmla="*/ 70990 w 70989"/>
                  <a:gd name="connsiteY6" fmla="*/ 90225 h 109051"/>
                  <a:gd name="connsiteX7" fmla="*/ 21028 w 70989"/>
                  <a:gd name="connsiteY7" fmla="*/ 90225 h 109051"/>
                  <a:gd name="connsiteX8" fmla="*/ 21028 w 70989"/>
                  <a:gd name="connsiteY8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051">
                    <a:moveTo>
                      <a:pt x="21028" y="0"/>
                    </a:moveTo>
                    <a:lnTo>
                      <a:pt x="0" y="0"/>
                    </a:lnTo>
                    <a:lnTo>
                      <a:pt x="0" y="109052"/>
                    </a:lnTo>
                    <a:lnTo>
                      <a:pt x="15486" y="109052"/>
                    </a:lnTo>
                    <a:lnTo>
                      <a:pt x="21028" y="109052"/>
                    </a:lnTo>
                    <a:lnTo>
                      <a:pt x="70990" y="109052"/>
                    </a:lnTo>
                    <a:lnTo>
                      <a:pt x="70990" y="90225"/>
                    </a:lnTo>
                    <a:lnTo>
                      <a:pt x="21028" y="90225"/>
                    </a:lnTo>
                    <a:lnTo>
                      <a:pt x="210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41DA1DF0-BBFF-6B31-CCA2-DE82D7EA8F20}"/>
                  </a:ext>
                </a:extLst>
              </p:cNvPr>
              <p:cNvSpPr/>
              <p:nvPr/>
            </p:nvSpPr>
            <p:spPr>
              <a:xfrm>
                <a:off x="4375296" y="6218867"/>
                <a:ext cx="75879" cy="109051"/>
              </a:xfrm>
              <a:custGeom>
                <a:avLst/>
                <a:gdLst>
                  <a:gd name="connsiteX0" fmla="*/ 21109 w 75879"/>
                  <a:gd name="connsiteY0" fmla="*/ 90388 h 109051"/>
                  <a:gd name="connsiteX1" fmla="*/ 21109 w 75879"/>
                  <a:gd name="connsiteY1" fmla="*/ 62513 h 109051"/>
                  <a:gd name="connsiteX2" fmla="*/ 70582 w 75879"/>
                  <a:gd name="connsiteY2" fmla="*/ 62513 h 109051"/>
                  <a:gd name="connsiteX3" fmla="*/ 70582 w 75879"/>
                  <a:gd name="connsiteY3" fmla="*/ 44338 h 109051"/>
                  <a:gd name="connsiteX4" fmla="*/ 21109 w 75879"/>
                  <a:gd name="connsiteY4" fmla="*/ 44338 h 109051"/>
                  <a:gd name="connsiteX5" fmla="*/ 21109 w 75879"/>
                  <a:gd name="connsiteY5" fmla="*/ 18665 h 109051"/>
                  <a:gd name="connsiteX6" fmla="*/ 75065 w 75879"/>
                  <a:gd name="connsiteY6" fmla="*/ 18665 h 109051"/>
                  <a:gd name="connsiteX7" fmla="*/ 75065 w 75879"/>
                  <a:gd name="connsiteY7" fmla="*/ 0 h 109051"/>
                  <a:gd name="connsiteX8" fmla="*/ 21109 w 75879"/>
                  <a:gd name="connsiteY8" fmla="*/ 0 h 109051"/>
                  <a:gd name="connsiteX9" fmla="*/ 15567 w 75879"/>
                  <a:gd name="connsiteY9" fmla="*/ 0 h 109051"/>
                  <a:gd name="connsiteX10" fmla="*/ 0 w 75879"/>
                  <a:gd name="connsiteY10" fmla="*/ 0 h 109051"/>
                  <a:gd name="connsiteX11" fmla="*/ 0 w 75879"/>
                  <a:gd name="connsiteY11" fmla="*/ 109052 h 109051"/>
                  <a:gd name="connsiteX12" fmla="*/ 15567 w 75879"/>
                  <a:gd name="connsiteY12" fmla="*/ 109052 h 109051"/>
                  <a:gd name="connsiteX13" fmla="*/ 21109 w 75879"/>
                  <a:gd name="connsiteY13" fmla="*/ 109052 h 109051"/>
                  <a:gd name="connsiteX14" fmla="*/ 75880 w 75879"/>
                  <a:gd name="connsiteY14" fmla="*/ 109052 h 109051"/>
                  <a:gd name="connsiteX15" fmla="*/ 75880 w 75879"/>
                  <a:gd name="connsiteY15" fmla="*/ 90388 h 109051"/>
                  <a:gd name="connsiteX16" fmla="*/ 21109 w 75879"/>
                  <a:gd name="connsiteY16" fmla="*/ 90388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879" h="109051">
                    <a:moveTo>
                      <a:pt x="21109" y="90388"/>
                    </a:moveTo>
                    <a:lnTo>
                      <a:pt x="21109" y="62513"/>
                    </a:lnTo>
                    <a:lnTo>
                      <a:pt x="70582" y="62513"/>
                    </a:lnTo>
                    <a:lnTo>
                      <a:pt x="70582" y="44338"/>
                    </a:lnTo>
                    <a:lnTo>
                      <a:pt x="21109" y="44338"/>
                    </a:lnTo>
                    <a:lnTo>
                      <a:pt x="21109" y="18665"/>
                    </a:lnTo>
                    <a:lnTo>
                      <a:pt x="75065" y="18665"/>
                    </a:lnTo>
                    <a:lnTo>
                      <a:pt x="75065" y="0"/>
                    </a:lnTo>
                    <a:lnTo>
                      <a:pt x="21109" y="0"/>
                    </a:lnTo>
                    <a:lnTo>
                      <a:pt x="15567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567" y="109052"/>
                    </a:lnTo>
                    <a:lnTo>
                      <a:pt x="21109" y="109052"/>
                    </a:lnTo>
                    <a:lnTo>
                      <a:pt x="75880" y="109052"/>
                    </a:lnTo>
                    <a:lnTo>
                      <a:pt x="75880" y="90388"/>
                    </a:lnTo>
                    <a:lnTo>
                      <a:pt x="21109" y="9038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C05F665-3A59-1C6A-F313-F3FF36F4331D}"/>
                </a:ext>
              </a:extLst>
            </p:cNvPr>
            <p:cNvSpPr/>
            <p:nvPr/>
          </p:nvSpPr>
          <p:spPr>
            <a:xfrm>
              <a:off x="3643964" y="6388965"/>
              <a:ext cx="810064" cy="50369"/>
            </a:xfrm>
            <a:custGeom>
              <a:avLst/>
              <a:gdLst>
                <a:gd name="connsiteX0" fmla="*/ 0 w 810064"/>
                <a:gd name="connsiteY0" fmla="*/ 0 h 50369"/>
                <a:gd name="connsiteX1" fmla="*/ 810064 w 810064"/>
                <a:gd name="connsiteY1" fmla="*/ 0 h 50369"/>
                <a:gd name="connsiteX2" fmla="*/ 810064 w 810064"/>
                <a:gd name="connsiteY2" fmla="*/ 50369 h 50369"/>
                <a:gd name="connsiteX3" fmla="*/ 0 w 810064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0064" h="50369">
                  <a:moveTo>
                    <a:pt x="0" y="0"/>
                  </a:moveTo>
                  <a:lnTo>
                    <a:pt x="810064" y="0"/>
                  </a:lnTo>
                  <a:lnTo>
                    <a:pt x="810064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6" name="Graphic 2241">
            <a:extLst>
              <a:ext uri="{FF2B5EF4-FFF2-40B4-BE49-F238E27FC236}">
                <a16:creationId xmlns:a16="http://schemas.microsoft.com/office/drawing/2014/main" id="{B6EFEE4E-29DD-080C-7DA2-0DFFD3686B02}"/>
              </a:ext>
            </a:extLst>
          </p:cNvPr>
          <p:cNvGrpSpPr/>
          <p:nvPr/>
        </p:nvGrpSpPr>
        <p:grpSpPr>
          <a:xfrm>
            <a:off x="2127372" y="3924239"/>
            <a:ext cx="463592" cy="220467"/>
            <a:chOff x="6901825" y="5012532"/>
            <a:chExt cx="463592" cy="220467"/>
          </a:xfrm>
        </p:grpSpPr>
        <p:grpSp>
          <p:nvGrpSpPr>
            <p:cNvPr id="307" name="Graphic 2241">
              <a:extLst>
                <a:ext uri="{FF2B5EF4-FFF2-40B4-BE49-F238E27FC236}">
                  <a16:creationId xmlns:a16="http://schemas.microsoft.com/office/drawing/2014/main" id="{0F49991C-B701-DE47-A690-5BD776CCB2C1}"/>
                </a:ext>
              </a:extLst>
            </p:cNvPr>
            <p:cNvGrpSpPr/>
            <p:nvPr/>
          </p:nvGrpSpPr>
          <p:grpSpPr>
            <a:xfrm>
              <a:off x="6901825" y="5012532"/>
              <a:ext cx="463592" cy="109051"/>
              <a:chOff x="6901825" y="5012532"/>
              <a:chExt cx="463592" cy="109051"/>
            </a:xfrm>
            <a:solidFill>
              <a:srgbClr val="FFFFFF"/>
            </a:solidFill>
          </p:grpSpPr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D53A12B-DDC3-CB6F-7E92-E5C0A41C4776}"/>
                  </a:ext>
                </a:extLst>
              </p:cNvPr>
              <p:cNvSpPr/>
              <p:nvPr/>
            </p:nvSpPr>
            <p:spPr>
              <a:xfrm>
                <a:off x="6901825" y="5012614"/>
                <a:ext cx="81259" cy="108970"/>
              </a:xfrm>
              <a:custGeom>
                <a:avLst/>
                <a:gdLst>
                  <a:gd name="connsiteX0" fmla="*/ 63736 w 81259"/>
                  <a:gd name="connsiteY0" fmla="*/ 50614 h 108970"/>
                  <a:gd name="connsiteX1" fmla="*/ 71479 w 81259"/>
                  <a:gd name="connsiteY1" fmla="*/ 44338 h 108970"/>
                  <a:gd name="connsiteX2" fmla="*/ 77103 w 81259"/>
                  <a:gd name="connsiteY2" fmla="*/ 28282 h 108970"/>
                  <a:gd name="connsiteX3" fmla="*/ 73272 w 81259"/>
                  <a:gd name="connsiteY3" fmla="*/ 14263 h 108970"/>
                  <a:gd name="connsiteX4" fmla="*/ 62187 w 81259"/>
                  <a:gd name="connsiteY4" fmla="*/ 3913 h 108970"/>
                  <a:gd name="connsiteX5" fmla="*/ 44175 w 81259"/>
                  <a:gd name="connsiteY5" fmla="*/ 0 h 108970"/>
                  <a:gd name="connsiteX6" fmla="*/ 0 w 81259"/>
                  <a:gd name="connsiteY6" fmla="*/ 0 h 108970"/>
                  <a:gd name="connsiteX7" fmla="*/ 0 w 81259"/>
                  <a:gd name="connsiteY7" fmla="*/ 108970 h 108970"/>
                  <a:gd name="connsiteX8" fmla="*/ 44827 w 81259"/>
                  <a:gd name="connsiteY8" fmla="*/ 108970 h 108970"/>
                  <a:gd name="connsiteX9" fmla="*/ 64470 w 81259"/>
                  <a:gd name="connsiteY9" fmla="*/ 104732 h 108970"/>
                  <a:gd name="connsiteX10" fmla="*/ 76939 w 81259"/>
                  <a:gd name="connsiteY10" fmla="*/ 93403 h 108970"/>
                  <a:gd name="connsiteX11" fmla="*/ 81259 w 81259"/>
                  <a:gd name="connsiteY11" fmla="*/ 77673 h 108970"/>
                  <a:gd name="connsiteX12" fmla="*/ 74576 w 81259"/>
                  <a:gd name="connsiteY12" fmla="*/ 58846 h 108970"/>
                  <a:gd name="connsiteX13" fmla="*/ 63654 w 81259"/>
                  <a:gd name="connsiteY13" fmla="*/ 50695 h 108970"/>
                  <a:gd name="connsiteX14" fmla="*/ 41567 w 81259"/>
                  <a:gd name="connsiteY14" fmla="*/ 17116 h 108970"/>
                  <a:gd name="connsiteX15" fmla="*/ 51836 w 81259"/>
                  <a:gd name="connsiteY15" fmla="*/ 20376 h 108970"/>
                  <a:gd name="connsiteX16" fmla="*/ 55830 w 81259"/>
                  <a:gd name="connsiteY16" fmla="*/ 30320 h 108970"/>
                  <a:gd name="connsiteX17" fmla="*/ 51918 w 81259"/>
                  <a:gd name="connsiteY17" fmla="*/ 40100 h 108970"/>
                  <a:gd name="connsiteX18" fmla="*/ 41404 w 81259"/>
                  <a:gd name="connsiteY18" fmla="*/ 43360 h 108970"/>
                  <a:gd name="connsiteX19" fmla="*/ 20946 w 81259"/>
                  <a:gd name="connsiteY19" fmla="*/ 43360 h 108970"/>
                  <a:gd name="connsiteX20" fmla="*/ 20946 w 81259"/>
                  <a:gd name="connsiteY20" fmla="*/ 17116 h 108970"/>
                  <a:gd name="connsiteX21" fmla="*/ 41567 w 81259"/>
                  <a:gd name="connsiteY21" fmla="*/ 17116 h 108970"/>
                  <a:gd name="connsiteX22" fmla="*/ 55749 w 81259"/>
                  <a:gd name="connsiteY22" fmla="*/ 87046 h 108970"/>
                  <a:gd name="connsiteX23" fmla="*/ 44012 w 81259"/>
                  <a:gd name="connsiteY23" fmla="*/ 91692 h 108970"/>
                  <a:gd name="connsiteX24" fmla="*/ 20946 w 81259"/>
                  <a:gd name="connsiteY24" fmla="*/ 91692 h 108970"/>
                  <a:gd name="connsiteX25" fmla="*/ 20946 w 81259"/>
                  <a:gd name="connsiteY25" fmla="*/ 60394 h 108970"/>
                  <a:gd name="connsiteX26" fmla="*/ 43767 w 81259"/>
                  <a:gd name="connsiteY26" fmla="*/ 60394 h 108970"/>
                  <a:gd name="connsiteX27" fmla="*/ 52570 w 81259"/>
                  <a:gd name="connsiteY27" fmla="*/ 62595 h 108970"/>
                  <a:gd name="connsiteX28" fmla="*/ 58112 w 81259"/>
                  <a:gd name="connsiteY28" fmla="*/ 68218 h 108970"/>
                  <a:gd name="connsiteX29" fmla="*/ 59987 w 81259"/>
                  <a:gd name="connsiteY29" fmla="*/ 76043 h 108970"/>
                  <a:gd name="connsiteX30" fmla="*/ 55749 w 81259"/>
                  <a:gd name="connsiteY30" fmla="*/ 870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59" h="108970">
                    <a:moveTo>
                      <a:pt x="63736" y="50614"/>
                    </a:moveTo>
                    <a:cubicBezTo>
                      <a:pt x="66833" y="48821"/>
                      <a:pt x="69441" y="46783"/>
                      <a:pt x="71479" y="44338"/>
                    </a:cubicBezTo>
                    <a:cubicBezTo>
                      <a:pt x="75228" y="39855"/>
                      <a:pt x="77103" y="34476"/>
                      <a:pt x="77103" y="28282"/>
                    </a:cubicBezTo>
                    <a:cubicBezTo>
                      <a:pt x="77103" y="23229"/>
                      <a:pt x="75798" y="18501"/>
                      <a:pt x="73272" y="14263"/>
                    </a:cubicBezTo>
                    <a:cubicBezTo>
                      <a:pt x="70745" y="9944"/>
                      <a:pt x="67077" y="6520"/>
                      <a:pt x="62187" y="3913"/>
                    </a:cubicBezTo>
                    <a:cubicBezTo>
                      <a:pt x="57297" y="1304"/>
                      <a:pt x="51347" y="0"/>
                      <a:pt x="44175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44827" y="108970"/>
                    </a:lnTo>
                    <a:cubicBezTo>
                      <a:pt x="52488" y="108970"/>
                      <a:pt x="59009" y="107585"/>
                      <a:pt x="64470" y="104732"/>
                    </a:cubicBezTo>
                    <a:cubicBezTo>
                      <a:pt x="69930" y="101879"/>
                      <a:pt x="74087" y="98131"/>
                      <a:pt x="76939" y="93403"/>
                    </a:cubicBezTo>
                    <a:cubicBezTo>
                      <a:pt x="79792" y="88676"/>
                      <a:pt x="81259" y="83460"/>
                      <a:pt x="81259" y="77673"/>
                    </a:cubicBezTo>
                    <a:cubicBezTo>
                      <a:pt x="81259" y="70338"/>
                      <a:pt x="79059" y="64062"/>
                      <a:pt x="74576" y="58846"/>
                    </a:cubicBezTo>
                    <a:cubicBezTo>
                      <a:pt x="71723" y="55504"/>
                      <a:pt x="68055" y="52815"/>
                      <a:pt x="63654" y="50695"/>
                    </a:cubicBezTo>
                    <a:close/>
                    <a:moveTo>
                      <a:pt x="41567" y="17116"/>
                    </a:moveTo>
                    <a:cubicBezTo>
                      <a:pt x="45805" y="17116"/>
                      <a:pt x="49228" y="18176"/>
                      <a:pt x="51836" y="20376"/>
                    </a:cubicBezTo>
                    <a:cubicBezTo>
                      <a:pt x="54444" y="22577"/>
                      <a:pt x="55830" y="25836"/>
                      <a:pt x="55830" y="30320"/>
                    </a:cubicBezTo>
                    <a:cubicBezTo>
                      <a:pt x="55830" y="34802"/>
                      <a:pt x="54526" y="37899"/>
                      <a:pt x="51918" y="40100"/>
                    </a:cubicBezTo>
                    <a:cubicBezTo>
                      <a:pt x="49310" y="42300"/>
                      <a:pt x="45805" y="43360"/>
                      <a:pt x="41404" y="43360"/>
                    </a:cubicBezTo>
                    <a:lnTo>
                      <a:pt x="20946" y="43360"/>
                    </a:lnTo>
                    <a:lnTo>
                      <a:pt x="20946" y="17116"/>
                    </a:lnTo>
                    <a:lnTo>
                      <a:pt x="41567" y="17116"/>
                    </a:lnTo>
                    <a:close/>
                    <a:moveTo>
                      <a:pt x="55749" y="87046"/>
                    </a:moveTo>
                    <a:cubicBezTo>
                      <a:pt x="52896" y="90143"/>
                      <a:pt x="48984" y="91692"/>
                      <a:pt x="44012" y="91692"/>
                    </a:cubicBezTo>
                    <a:lnTo>
                      <a:pt x="20946" y="91692"/>
                    </a:lnTo>
                    <a:lnTo>
                      <a:pt x="20946" y="60394"/>
                    </a:lnTo>
                    <a:lnTo>
                      <a:pt x="43767" y="60394"/>
                    </a:lnTo>
                    <a:cubicBezTo>
                      <a:pt x="47190" y="60394"/>
                      <a:pt x="50125" y="61128"/>
                      <a:pt x="52570" y="62595"/>
                    </a:cubicBezTo>
                    <a:cubicBezTo>
                      <a:pt x="55015" y="64062"/>
                      <a:pt x="56889" y="65937"/>
                      <a:pt x="58112" y="68218"/>
                    </a:cubicBezTo>
                    <a:cubicBezTo>
                      <a:pt x="59335" y="70501"/>
                      <a:pt x="59987" y="73191"/>
                      <a:pt x="59987" y="76043"/>
                    </a:cubicBezTo>
                    <a:cubicBezTo>
                      <a:pt x="59987" y="80281"/>
                      <a:pt x="58601" y="83949"/>
                      <a:pt x="55749" y="870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5A5CB091-B120-1F7F-E5A7-08DC9E83D333}"/>
                  </a:ext>
                </a:extLst>
              </p:cNvPr>
              <p:cNvSpPr/>
              <p:nvPr/>
            </p:nvSpPr>
            <p:spPr>
              <a:xfrm>
                <a:off x="7007454" y="5012532"/>
                <a:ext cx="70989" cy="108970"/>
              </a:xfrm>
              <a:custGeom>
                <a:avLst/>
                <a:gdLst>
                  <a:gd name="connsiteX0" fmla="*/ 21109 w 70989"/>
                  <a:gd name="connsiteY0" fmla="*/ 0 h 108970"/>
                  <a:gd name="connsiteX1" fmla="*/ 0 w 70989"/>
                  <a:gd name="connsiteY1" fmla="*/ 0 h 108970"/>
                  <a:gd name="connsiteX2" fmla="*/ 0 w 70989"/>
                  <a:gd name="connsiteY2" fmla="*/ 108970 h 108970"/>
                  <a:gd name="connsiteX3" fmla="*/ 15485 w 70989"/>
                  <a:gd name="connsiteY3" fmla="*/ 108970 h 108970"/>
                  <a:gd name="connsiteX4" fmla="*/ 21109 w 70989"/>
                  <a:gd name="connsiteY4" fmla="*/ 108970 h 108970"/>
                  <a:gd name="connsiteX5" fmla="*/ 70989 w 70989"/>
                  <a:gd name="connsiteY5" fmla="*/ 108970 h 108970"/>
                  <a:gd name="connsiteX6" fmla="*/ 70989 w 70989"/>
                  <a:gd name="connsiteY6" fmla="*/ 90225 h 108970"/>
                  <a:gd name="connsiteX7" fmla="*/ 21109 w 70989"/>
                  <a:gd name="connsiteY7" fmla="*/ 90225 h 108970"/>
                  <a:gd name="connsiteX8" fmla="*/ 21109 w 70989"/>
                  <a:gd name="connsiteY8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8970">
                    <a:moveTo>
                      <a:pt x="21109" y="0"/>
                    </a:moveTo>
                    <a:lnTo>
                      <a:pt x="0" y="0"/>
                    </a:lnTo>
                    <a:lnTo>
                      <a:pt x="0" y="108970"/>
                    </a:lnTo>
                    <a:lnTo>
                      <a:pt x="15485" y="108970"/>
                    </a:lnTo>
                    <a:lnTo>
                      <a:pt x="21109" y="108970"/>
                    </a:lnTo>
                    <a:lnTo>
                      <a:pt x="70989" y="108970"/>
                    </a:lnTo>
                    <a:lnTo>
                      <a:pt x="70989" y="90225"/>
                    </a:lnTo>
                    <a:lnTo>
                      <a:pt x="21109" y="90225"/>
                    </a:lnTo>
                    <a:lnTo>
                      <a:pt x="211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D01789F2-C3B4-17C3-4B9C-55E19ED2F4AA}"/>
                  </a:ext>
                </a:extLst>
              </p:cNvPr>
              <p:cNvSpPr/>
              <p:nvPr/>
            </p:nvSpPr>
            <p:spPr>
              <a:xfrm>
                <a:off x="7101265" y="5012532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836F98F0-1E10-BB5E-BC19-CB999A7FC7DF}"/>
                  </a:ext>
                </a:extLst>
              </p:cNvPr>
              <p:cNvSpPr/>
              <p:nvPr/>
            </p:nvSpPr>
            <p:spPr>
              <a:xfrm>
                <a:off x="7152449" y="5012532"/>
                <a:ext cx="90387" cy="108970"/>
              </a:xfrm>
              <a:custGeom>
                <a:avLst/>
                <a:gdLst>
                  <a:gd name="connsiteX0" fmla="*/ 69278 w 90387"/>
                  <a:gd name="connsiteY0" fmla="*/ 70338 h 108970"/>
                  <a:gd name="connsiteX1" fmla="*/ 14671 w 90387"/>
                  <a:gd name="connsiteY1" fmla="*/ 0 h 108970"/>
                  <a:gd name="connsiteX2" fmla="*/ 0 w 90387"/>
                  <a:gd name="connsiteY2" fmla="*/ 0 h 108970"/>
                  <a:gd name="connsiteX3" fmla="*/ 0 w 90387"/>
                  <a:gd name="connsiteY3" fmla="*/ 108970 h 108970"/>
                  <a:gd name="connsiteX4" fmla="*/ 21028 w 90387"/>
                  <a:gd name="connsiteY4" fmla="*/ 108970 h 108970"/>
                  <a:gd name="connsiteX5" fmla="*/ 21028 w 90387"/>
                  <a:gd name="connsiteY5" fmla="*/ 38877 h 108970"/>
                  <a:gd name="connsiteX6" fmla="*/ 75309 w 90387"/>
                  <a:gd name="connsiteY6" fmla="*/ 108970 h 108970"/>
                  <a:gd name="connsiteX7" fmla="*/ 90388 w 90387"/>
                  <a:gd name="connsiteY7" fmla="*/ 108970 h 108970"/>
                  <a:gd name="connsiteX8" fmla="*/ 90388 w 90387"/>
                  <a:gd name="connsiteY8" fmla="*/ 0 h 108970"/>
                  <a:gd name="connsiteX9" fmla="*/ 69278 w 90387"/>
                  <a:gd name="connsiteY9" fmla="*/ 0 h 108970"/>
                  <a:gd name="connsiteX10" fmla="*/ 69278 w 90387"/>
                  <a:gd name="connsiteY10" fmla="*/ 70338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278" y="70338"/>
                    </a:moveTo>
                    <a:lnTo>
                      <a:pt x="14671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028" y="108970"/>
                    </a:lnTo>
                    <a:lnTo>
                      <a:pt x="21028" y="38877"/>
                    </a:lnTo>
                    <a:lnTo>
                      <a:pt x="75309" y="108970"/>
                    </a:lnTo>
                    <a:lnTo>
                      <a:pt x="90388" y="108970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33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2A396339-4383-CEA4-338C-B655BCCCFBEF}"/>
                  </a:ext>
                </a:extLst>
              </p:cNvPr>
              <p:cNvSpPr/>
              <p:nvPr/>
            </p:nvSpPr>
            <p:spPr>
              <a:xfrm>
                <a:off x="7272911" y="5012532"/>
                <a:ext cx="92506" cy="108970"/>
              </a:xfrm>
              <a:custGeom>
                <a:avLst/>
                <a:gdLst>
                  <a:gd name="connsiteX0" fmla="*/ 92506 w 92506"/>
                  <a:gd name="connsiteY0" fmla="*/ 108970 h 108970"/>
                  <a:gd name="connsiteX1" fmla="*/ 44175 w 92506"/>
                  <a:gd name="connsiteY1" fmla="*/ 51918 h 108970"/>
                  <a:gd name="connsiteX2" fmla="*/ 90958 w 92506"/>
                  <a:gd name="connsiteY2" fmla="*/ 0 h 108970"/>
                  <a:gd name="connsiteX3" fmla="*/ 64632 w 92506"/>
                  <a:gd name="connsiteY3" fmla="*/ 0 h 108970"/>
                  <a:gd name="connsiteX4" fmla="*/ 21028 w 92506"/>
                  <a:gd name="connsiteY4" fmla="*/ 49310 h 108970"/>
                  <a:gd name="connsiteX5" fmla="*/ 21028 w 92506"/>
                  <a:gd name="connsiteY5" fmla="*/ 0 h 108970"/>
                  <a:gd name="connsiteX6" fmla="*/ 0 w 92506"/>
                  <a:gd name="connsiteY6" fmla="*/ 0 h 108970"/>
                  <a:gd name="connsiteX7" fmla="*/ 0 w 92506"/>
                  <a:gd name="connsiteY7" fmla="*/ 108970 h 108970"/>
                  <a:gd name="connsiteX8" fmla="*/ 21028 w 92506"/>
                  <a:gd name="connsiteY8" fmla="*/ 108970 h 108970"/>
                  <a:gd name="connsiteX9" fmla="*/ 21028 w 92506"/>
                  <a:gd name="connsiteY9" fmla="*/ 55096 h 108970"/>
                  <a:gd name="connsiteX10" fmla="*/ 65855 w 92506"/>
                  <a:gd name="connsiteY10" fmla="*/ 108970 h 108970"/>
                  <a:gd name="connsiteX11" fmla="*/ 92506 w 92506"/>
                  <a:gd name="connsiteY11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2506" h="108970">
                    <a:moveTo>
                      <a:pt x="92506" y="108970"/>
                    </a:moveTo>
                    <a:lnTo>
                      <a:pt x="44175" y="51918"/>
                    </a:lnTo>
                    <a:lnTo>
                      <a:pt x="90958" y="0"/>
                    </a:lnTo>
                    <a:lnTo>
                      <a:pt x="64632" y="0"/>
                    </a:lnTo>
                    <a:lnTo>
                      <a:pt x="21028" y="49310"/>
                    </a:lnTo>
                    <a:lnTo>
                      <a:pt x="21028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028" y="108970"/>
                    </a:lnTo>
                    <a:lnTo>
                      <a:pt x="21028" y="55096"/>
                    </a:lnTo>
                    <a:lnTo>
                      <a:pt x="65855" y="108970"/>
                    </a:lnTo>
                    <a:lnTo>
                      <a:pt x="92506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22E9D38A-52E1-7E10-4F12-751CDBD70ED5}"/>
                </a:ext>
              </a:extLst>
            </p:cNvPr>
            <p:cNvSpPr/>
            <p:nvPr/>
          </p:nvSpPr>
          <p:spPr>
            <a:xfrm>
              <a:off x="6903048" y="5182630"/>
              <a:ext cx="461228" cy="50369"/>
            </a:xfrm>
            <a:custGeom>
              <a:avLst/>
              <a:gdLst>
                <a:gd name="connsiteX0" fmla="*/ 0 w 461228"/>
                <a:gd name="connsiteY0" fmla="*/ 0 h 50369"/>
                <a:gd name="connsiteX1" fmla="*/ 461229 w 461228"/>
                <a:gd name="connsiteY1" fmla="*/ 0 h 50369"/>
                <a:gd name="connsiteX2" fmla="*/ 461229 w 461228"/>
                <a:gd name="connsiteY2" fmla="*/ 50369 h 50369"/>
                <a:gd name="connsiteX3" fmla="*/ 0 w 461228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1228" h="50369">
                  <a:moveTo>
                    <a:pt x="0" y="0"/>
                  </a:moveTo>
                  <a:lnTo>
                    <a:pt x="461229" y="0"/>
                  </a:lnTo>
                  <a:lnTo>
                    <a:pt x="461229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14" name="Graphic 2241">
            <a:extLst>
              <a:ext uri="{FF2B5EF4-FFF2-40B4-BE49-F238E27FC236}">
                <a16:creationId xmlns:a16="http://schemas.microsoft.com/office/drawing/2014/main" id="{A4A51D07-B2A9-0DBD-6F57-34634D64C9C3}"/>
              </a:ext>
            </a:extLst>
          </p:cNvPr>
          <p:cNvGrpSpPr/>
          <p:nvPr/>
        </p:nvGrpSpPr>
        <p:grpSpPr>
          <a:xfrm>
            <a:off x="5898485" y="3924239"/>
            <a:ext cx="254291" cy="222097"/>
            <a:chOff x="2351480" y="3788675"/>
            <a:chExt cx="254291" cy="222097"/>
          </a:xfrm>
        </p:grpSpPr>
        <p:grpSp>
          <p:nvGrpSpPr>
            <p:cNvPr id="315" name="Graphic 2241">
              <a:extLst>
                <a:ext uri="{FF2B5EF4-FFF2-40B4-BE49-F238E27FC236}">
                  <a16:creationId xmlns:a16="http://schemas.microsoft.com/office/drawing/2014/main" id="{60101B59-9538-9955-1581-A5DF67C1EF26}"/>
                </a:ext>
              </a:extLst>
            </p:cNvPr>
            <p:cNvGrpSpPr/>
            <p:nvPr/>
          </p:nvGrpSpPr>
          <p:grpSpPr>
            <a:xfrm>
              <a:off x="2351480" y="3788675"/>
              <a:ext cx="254291" cy="112311"/>
              <a:chOff x="2351480" y="3788675"/>
              <a:chExt cx="254291" cy="112311"/>
            </a:xfrm>
            <a:solidFill>
              <a:srgbClr val="FFFFFF"/>
            </a:solidFill>
          </p:grpSpPr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1CFEDD4C-0D4B-FADF-51FC-D9F55DAFCB35}"/>
                  </a:ext>
                </a:extLst>
              </p:cNvPr>
              <p:cNvSpPr/>
              <p:nvPr/>
            </p:nvSpPr>
            <p:spPr>
              <a:xfrm>
                <a:off x="2351480" y="3788756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7 h 112230"/>
                  <a:gd name="connsiteX1" fmla="*/ 87453 w 110029"/>
                  <a:gd name="connsiteY1" fmla="*/ 69033 h 112230"/>
                  <a:gd name="connsiteX2" fmla="*/ 84519 w 110029"/>
                  <a:gd name="connsiteY2" fmla="*/ 77591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1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5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0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7"/>
                    </a:moveTo>
                    <a:lnTo>
                      <a:pt x="87453" y="69033"/>
                    </a:lnTo>
                    <a:cubicBezTo>
                      <a:pt x="86801" y="72212"/>
                      <a:pt x="85823" y="75065"/>
                      <a:pt x="84519" y="77591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3" y="84845"/>
                      <a:pt x="29178" y="80525"/>
                      <a:pt x="26244" y="75065"/>
                    </a:cubicBezTo>
                    <a:cubicBezTo>
                      <a:pt x="23229" y="69604"/>
                      <a:pt x="21761" y="63165"/>
                      <a:pt x="21761" y="55830"/>
                    </a:cubicBezTo>
                    <a:cubicBezTo>
                      <a:pt x="21761" y="48494"/>
                      <a:pt x="23229" y="42382"/>
                      <a:pt x="26244" y="36921"/>
                    </a:cubicBezTo>
                    <a:cubicBezTo>
                      <a:pt x="29260" y="31460"/>
                      <a:pt x="33416" y="27141"/>
                      <a:pt x="38714" y="24125"/>
                    </a:cubicBezTo>
                    <a:cubicBezTo>
                      <a:pt x="44012" y="21109"/>
                      <a:pt x="50125" y="19561"/>
                      <a:pt x="57053" y="19561"/>
                    </a:cubicBezTo>
                    <a:cubicBezTo>
                      <a:pt x="63165" y="19561"/>
                      <a:pt x="68708" y="20783"/>
                      <a:pt x="73761" y="23147"/>
                    </a:cubicBezTo>
                    <a:cubicBezTo>
                      <a:pt x="78814" y="25510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3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5"/>
                      <a:pt x="34721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1" y="21191"/>
                      <a:pt x="7335" y="27141"/>
                      <a:pt x="4401" y="33905"/>
                    </a:cubicBezTo>
                    <a:cubicBezTo>
                      <a:pt x="1467" y="40670"/>
                      <a:pt x="0" y="48005"/>
                      <a:pt x="0" y="55830"/>
                    </a:cubicBezTo>
                    <a:cubicBezTo>
                      <a:pt x="0" y="63654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763"/>
                      <a:pt x="48169" y="112230"/>
                      <a:pt x="55748" y="112230"/>
                    </a:cubicBezTo>
                    <a:cubicBezTo>
                      <a:pt x="66262" y="112230"/>
                      <a:pt x="75635" y="110030"/>
                      <a:pt x="83786" y="105629"/>
                    </a:cubicBezTo>
                    <a:cubicBezTo>
                      <a:pt x="91936" y="101227"/>
                      <a:pt x="98375" y="94626"/>
                      <a:pt x="103021" y="85823"/>
                    </a:cubicBezTo>
                    <a:cubicBezTo>
                      <a:pt x="107666" y="77021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59382F9E-303A-B47B-450A-3BC5A6EFDFDE}"/>
                  </a:ext>
                </a:extLst>
              </p:cNvPr>
              <p:cNvSpPr/>
              <p:nvPr/>
            </p:nvSpPr>
            <p:spPr>
              <a:xfrm>
                <a:off x="2485472" y="3790305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60BC3B5D-B6CC-2B32-ED9B-5852E1111ABC}"/>
                  </a:ext>
                </a:extLst>
              </p:cNvPr>
              <p:cNvSpPr/>
              <p:nvPr/>
            </p:nvSpPr>
            <p:spPr>
              <a:xfrm>
                <a:off x="2529484" y="3788675"/>
                <a:ext cx="76287" cy="110681"/>
              </a:xfrm>
              <a:custGeom>
                <a:avLst/>
                <a:gdLst>
                  <a:gd name="connsiteX0" fmla="*/ 32520 w 76287"/>
                  <a:gd name="connsiteY0" fmla="*/ 92343 h 110681"/>
                  <a:gd name="connsiteX1" fmla="*/ 56482 w 76287"/>
                  <a:gd name="connsiteY1" fmla="*/ 67974 h 110681"/>
                  <a:gd name="connsiteX2" fmla="*/ 66833 w 76287"/>
                  <a:gd name="connsiteY2" fmla="*/ 55993 h 110681"/>
                  <a:gd name="connsiteX3" fmla="*/ 72375 w 76287"/>
                  <a:gd name="connsiteY3" fmla="*/ 45234 h 110681"/>
                  <a:gd name="connsiteX4" fmla="*/ 74005 w 76287"/>
                  <a:gd name="connsiteY4" fmla="*/ 33172 h 110681"/>
                  <a:gd name="connsiteX5" fmla="*/ 69686 w 76287"/>
                  <a:gd name="connsiteY5" fmla="*/ 15649 h 110681"/>
                  <a:gd name="connsiteX6" fmla="*/ 57460 w 76287"/>
                  <a:gd name="connsiteY6" fmla="*/ 4075 h 110681"/>
                  <a:gd name="connsiteX7" fmla="*/ 38714 w 76287"/>
                  <a:gd name="connsiteY7" fmla="*/ 0 h 110681"/>
                  <a:gd name="connsiteX8" fmla="*/ 16301 w 76287"/>
                  <a:gd name="connsiteY8" fmla="*/ 5624 h 110681"/>
                  <a:gd name="connsiteX9" fmla="*/ 245 w 76287"/>
                  <a:gd name="connsiteY9" fmla="*/ 22332 h 110681"/>
                  <a:gd name="connsiteX10" fmla="*/ 14671 w 76287"/>
                  <a:gd name="connsiteY10" fmla="*/ 34557 h 110681"/>
                  <a:gd name="connsiteX11" fmla="*/ 24940 w 76287"/>
                  <a:gd name="connsiteY11" fmla="*/ 22740 h 110681"/>
                  <a:gd name="connsiteX12" fmla="*/ 37573 w 76287"/>
                  <a:gd name="connsiteY12" fmla="*/ 18990 h 110681"/>
                  <a:gd name="connsiteX13" fmla="*/ 48902 w 76287"/>
                  <a:gd name="connsiteY13" fmla="*/ 22902 h 110681"/>
                  <a:gd name="connsiteX14" fmla="*/ 53222 w 76287"/>
                  <a:gd name="connsiteY14" fmla="*/ 33579 h 110681"/>
                  <a:gd name="connsiteX15" fmla="*/ 52081 w 76287"/>
                  <a:gd name="connsiteY15" fmla="*/ 40344 h 110681"/>
                  <a:gd name="connsiteX16" fmla="*/ 48087 w 76287"/>
                  <a:gd name="connsiteY16" fmla="*/ 47272 h 110681"/>
                  <a:gd name="connsiteX17" fmla="*/ 40915 w 76287"/>
                  <a:gd name="connsiteY17" fmla="*/ 55667 h 110681"/>
                  <a:gd name="connsiteX18" fmla="*/ 0 w 76287"/>
                  <a:gd name="connsiteY18" fmla="*/ 98619 h 110681"/>
                  <a:gd name="connsiteX19" fmla="*/ 0 w 76287"/>
                  <a:gd name="connsiteY19" fmla="*/ 110682 h 110681"/>
                  <a:gd name="connsiteX20" fmla="*/ 76287 w 76287"/>
                  <a:gd name="connsiteY20" fmla="*/ 110682 h 110681"/>
                  <a:gd name="connsiteX21" fmla="*/ 76287 w 76287"/>
                  <a:gd name="connsiteY21" fmla="*/ 92425 h 110681"/>
                  <a:gd name="connsiteX22" fmla="*/ 32438 w 76287"/>
                  <a:gd name="connsiteY22" fmla="*/ 92425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81">
                    <a:moveTo>
                      <a:pt x="32520" y="92343"/>
                    </a:moveTo>
                    <a:lnTo>
                      <a:pt x="56482" y="67974"/>
                    </a:lnTo>
                    <a:cubicBezTo>
                      <a:pt x="60802" y="63491"/>
                      <a:pt x="64306" y="59498"/>
                      <a:pt x="66833" y="55993"/>
                    </a:cubicBezTo>
                    <a:cubicBezTo>
                      <a:pt x="69441" y="52407"/>
                      <a:pt x="71234" y="48821"/>
                      <a:pt x="72375" y="45234"/>
                    </a:cubicBezTo>
                    <a:cubicBezTo>
                      <a:pt x="73435" y="41648"/>
                      <a:pt x="74005" y="37573"/>
                      <a:pt x="74005" y="33172"/>
                    </a:cubicBezTo>
                    <a:cubicBezTo>
                      <a:pt x="74005" y="26489"/>
                      <a:pt x="72538" y="20620"/>
                      <a:pt x="69686" y="15649"/>
                    </a:cubicBezTo>
                    <a:cubicBezTo>
                      <a:pt x="66751" y="10677"/>
                      <a:pt x="62676" y="6846"/>
                      <a:pt x="57460" y="4075"/>
                    </a:cubicBezTo>
                    <a:cubicBezTo>
                      <a:pt x="52162" y="1304"/>
                      <a:pt x="45968" y="0"/>
                      <a:pt x="38714" y="0"/>
                    </a:cubicBezTo>
                    <a:cubicBezTo>
                      <a:pt x="30238" y="0"/>
                      <a:pt x="22739" y="1874"/>
                      <a:pt x="16301" y="5624"/>
                    </a:cubicBezTo>
                    <a:cubicBezTo>
                      <a:pt x="9862" y="9373"/>
                      <a:pt x="4483" y="14915"/>
                      <a:pt x="245" y="22332"/>
                    </a:cubicBezTo>
                    <a:lnTo>
                      <a:pt x="14671" y="34557"/>
                    </a:lnTo>
                    <a:cubicBezTo>
                      <a:pt x="17849" y="29178"/>
                      <a:pt x="21272" y="25266"/>
                      <a:pt x="24940" y="22740"/>
                    </a:cubicBezTo>
                    <a:cubicBezTo>
                      <a:pt x="28608" y="20294"/>
                      <a:pt x="32846" y="18990"/>
                      <a:pt x="37573" y="18990"/>
                    </a:cubicBezTo>
                    <a:cubicBezTo>
                      <a:pt x="42300" y="18990"/>
                      <a:pt x="45968" y="20294"/>
                      <a:pt x="48902" y="22902"/>
                    </a:cubicBezTo>
                    <a:cubicBezTo>
                      <a:pt x="51755" y="25511"/>
                      <a:pt x="53222" y="29015"/>
                      <a:pt x="53222" y="33579"/>
                    </a:cubicBezTo>
                    <a:cubicBezTo>
                      <a:pt x="53222" y="35943"/>
                      <a:pt x="52814" y="38225"/>
                      <a:pt x="52081" y="40344"/>
                    </a:cubicBezTo>
                    <a:cubicBezTo>
                      <a:pt x="51266" y="42463"/>
                      <a:pt x="49962" y="44745"/>
                      <a:pt x="48087" y="47272"/>
                    </a:cubicBezTo>
                    <a:cubicBezTo>
                      <a:pt x="46213" y="49717"/>
                      <a:pt x="43849" y="52570"/>
                      <a:pt x="40915" y="55667"/>
                    </a:cubicBezTo>
                    <a:lnTo>
                      <a:pt x="0" y="98619"/>
                    </a:lnTo>
                    <a:lnTo>
                      <a:pt x="0" y="110682"/>
                    </a:lnTo>
                    <a:lnTo>
                      <a:pt x="76287" y="110682"/>
                    </a:lnTo>
                    <a:lnTo>
                      <a:pt x="76287" y="92425"/>
                    </a:lnTo>
                    <a:lnTo>
                      <a:pt x="32438" y="92425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C7C83AE4-0707-B68B-5160-B9CF3AA4B962}"/>
                </a:ext>
              </a:extLst>
            </p:cNvPr>
            <p:cNvSpPr/>
            <p:nvPr/>
          </p:nvSpPr>
          <p:spPr>
            <a:xfrm>
              <a:off x="2352866" y="3960403"/>
              <a:ext cx="251927" cy="50369"/>
            </a:xfrm>
            <a:custGeom>
              <a:avLst/>
              <a:gdLst>
                <a:gd name="connsiteX0" fmla="*/ 0 w 251927"/>
                <a:gd name="connsiteY0" fmla="*/ 0 h 50369"/>
                <a:gd name="connsiteX1" fmla="*/ 251928 w 251927"/>
                <a:gd name="connsiteY1" fmla="*/ 0 h 50369"/>
                <a:gd name="connsiteX2" fmla="*/ 251928 w 251927"/>
                <a:gd name="connsiteY2" fmla="*/ 50369 h 50369"/>
                <a:gd name="connsiteX3" fmla="*/ 0 w 251927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1927" h="50369">
                  <a:moveTo>
                    <a:pt x="0" y="0"/>
                  </a:moveTo>
                  <a:lnTo>
                    <a:pt x="251928" y="0"/>
                  </a:lnTo>
                  <a:lnTo>
                    <a:pt x="251928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20" name="Graphic 2241">
            <a:extLst>
              <a:ext uri="{FF2B5EF4-FFF2-40B4-BE49-F238E27FC236}">
                <a16:creationId xmlns:a16="http://schemas.microsoft.com/office/drawing/2014/main" id="{33C26BED-5907-F52F-09B3-BCAAC74725E4}"/>
              </a:ext>
            </a:extLst>
          </p:cNvPr>
          <p:cNvGrpSpPr/>
          <p:nvPr/>
        </p:nvGrpSpPr>
        <p:grpSpPr>
          <a:xfrm>
            <a:off x="2127372" y="4492206"/>
            <a:ext cx="897598" cy="222015"/>
            <a:chOff x="9293548" y="3804812"/>
            <a:chExt cx="897598" cy="222015"/>
          </a:xfrm>
        </p:grpSpPr>
        <p:grpSp>
          <p:nvGrpSpPr>
            <p:cNvPr id="321" name="Graphic 2241">
              <a:extLst>
                <a:ext uri="{FF2B5EF4-FFF2-40B4-BE49-F238E27FC236}">
                  <a16:creationId xmlns:a16="http://schemas.microsoft.com/office/drawing/2014/main" id="{56F22B5F-F70A-EF8B-AA4B-672596A4CB2B}"/>
                </a:ext>
              </a:extLst>
            </p:cNvPr>
            <p:cNvGrpSpPr/>
            <p:nvPr/>
          </p:nvGrpSpPr>
          <p:grpSpPr>
            <a:xfrm>
              <a:off x="9293548" y="3804812"/>
              <a:ext cx="897598" cy="112312"/>
              <a:chOff x="9293548" y="3804812"/>
              <a:chExt cx="897598" cy="112312"/>
            </a:xfrm>
            <a:solidFill>
              <a:srgbClr val="FFFFFF"/>
            </a:solidFill>
          </p:grpSpPr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3E20C92B-49DB-1D82-58CA-C41FF60F7B52}"/>
                  </a:ext>
                </a:extLst>
              </p:cNvPr>
              <p:cNvSpPr/>
              <p:nvPr/>
            </p:nvSpPr>
            <p:spPr>
              <a:xfrm>
                <a:off x="9293548" y="3804894"/>
                <a:ext cx="79465" cy="112230"/>
              </a:xfrm>
              <a:custGeom>
                <a:avLst/>
                <a:gdLst>
                  <a:gd name="connsiteX0" fmla="*/ 69441 w 79465"/>
                  <a:gd name="connsiteY0" fmla="*/ 55748 h 112230"/>
                  <a:gd name="connsiteX1" fmla="*/ 59416 w 79465"/>
                  <a:gd name="connsiteY1" fmla="*/ 49717 h 112230"/>
                  <a:gd name="connsiteX2" fmla="*/ 48413 w 79465"/>
                  <a:gd name="connsiteY2" fmla="*/ 45479 h 112230"/>
                  <a:gd name="connsiteX3" fmla="*/ 38225 w 79465"/>
                  <a:gd name="connsiteY3" fmla="*/ 41567 h 112230"/>
                  <a:gd name="connsiteX4" fmla="*/ 30890 w 79465"/>
                  <a:gd name="connsiteY4" fmla="*/ 36758 h 112230"/>
                  <a:gd name="connsiteX5" fmla="*/ 28119 w 79465"/>
                  <a:gd name="connsiteY5" fmla="*/ 29586 h 112230"/>
                  <a:gd name="connsiteX6" fmla="*/ 32276 w 79465"/>
                  <a:gd name="connsiteY6" fmla="*/ 21598 h 112230"/>
                  <a:gd name="connsiteX7" fmla="*/ 43767 w 79465"/>
                  <a:gd name="connsiteY7" fmla="*/ 18746 h 112230"/>
                  <a:gd name="connsiteX8" fmla="*/ 55178 w 79465"/>
                  <a:gd name="connsiteY8" fmla="*/ 21191 h 112230"/>
                  <a:gd name="connsiteX9" fmla="*/ 65040 w 79465"/>
                  <a:gd name="connsiteY9" fmla="*/ 28934 h 112230"/>
                  <a:gd name="connsiteX10" fmla="*/ 78977 w 79465"/>
                  <a:gd name="connsiteY10" fmla="*/ 14997 h 112230"/>
                  <a:gd name="connsiteX11" fmla="*/ 64306 w 79465"/>
                  <a:gd name="connsiteY11" fmla="*/ 4157 h 112230"/>
                  <a:gd name="connsiteX12" fmla="*/ 44093 w 79465"/>
                  <a:gd name="connsiteY12" fmla="*/ 0 h 112230"/>
                  <a:gd name="connsiteX13" fmla="*/ 25184 w 79465"/>
                  <a:gd name="connsiteY13" fmla="*/ 3749 h 112230"/>
                  <a:gd name="connsiteX14" fmla="*/ 11981 w 79465"/>
                  <a:gd name="connsiteY14" fmla="*/ 14426 h 112230"/>
                  <a:gd name="connsiteX15" fmla="*/ 7172 w 79465"/>
                  <a:gd name="connsiteY15" fmla="*/ 31297 h 112230"/>
                  <a:gd name="connsiteX16" fmla="*/ 9862 w 79465"/>
                  <a:gd name="connsiteY16" fmla="*/ 45235 h 112230"/>
                  <a:gd name="connsiteX17" fmla="*/ 17197 w 79465"/>
                  <a:gd name="connsiteY17" fmla="*/ 54200 h 112230"/>
                  <a:gd name="connsiteX18" fmla="*/ 27304 w 79465"/>
                  <a:gd name="connsiteY18" fmla="*/ 60068 h 112230"/>
                  <a:gd name="connsiteX19" fmla="*/ 38225 w 79465"/>
                  <a:gd name="connsiteY19" fmla="*/ 64143 h 112230"/>
                  <a:gd name="connsiteX20" fmla="*/ 48332 w 79465"/>
                  <a:gd name="connsiteY20" fmla="*/ 68056 h 112230"/>
                  <a:gd name="connsiteX21" fmla="*/ 55667 w 79465"/>
                  <a:gd name="connsiteY21" fmla="*/ 73272 h 112230"/>
                  <a:gd name="connsiteX22" fmla="*/ 58438 w 79465"/>
                  <a:gd name="connsiteY22" fmla="*/ 81341 h 112230"/>
                  <a:gd name="connsiteX23" fmla="*/ 53629 w 79465"/>
                  <a:gd name="connsiteY23" fmla="*/ 90306 h 112230"/>
                  <a:gd name="connsiteX24" fmla="*/ 40589 w 79465"/>
                  <a:gd name="connsiteY24" fmla="*/ 93566 h 112230"/>
                  <a:gd name="connsiteX25" fmla="*/ 25184 w 79465"/>
                  <a:gd name="connsiteY25" fmla="*/ 90062 h 112230"/>
                  <a:gd name="connsiteX26" fmla="*/ 13937 w 79465"/>
                  <a:gd name="connsiteY26" fmla="*/ 80199 h 112230"/>
                  <a:gd name="connsiteX27" fmla="*/ 0 w 79465"/>
                  <a:gd name="connsiteY27" fmla="*/ 94137 h 112230"/>
                  <a:gd name="connsiteX28" fmla="*/ 16953 w 79465"/>
                  <a:gd name="connsiteY28" fmla="*/ 107748 h 112230"/>
                  <a:gd name="connsiteX29" fmla="*/ 39366 w 79465"/>
                  <a:gd name="connsiteY29" fmla="*/ 112231 h 112230"/>
                  <a:gd name="connsiteX30" fmla="*/ 68789 w 79465"/>
                  <a:gd name="connsiteY30" fmla="*/ 103510 h 112230"/>
                  <a:gd name="connsiteX31" fmla="*/ 79466 w 79465"/>
                  <a:gd name="connsiteY31" fmla="*/ 79548 h 112230"/>
                  <a:gd name="connsiteX32" fmla="*/ 76695 w 79465"/>
                  <a:gd name="connsiteY32" fmla="*/ 65203 h 112230"/>
                  <a:gd name="connsiteX33" fmla="*/ 69360 w 79465"/>
                  <a:gd name="connsiteY33" fmla="*/ 55748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69441" y="55748"/>
                    </a:moveTo>
                    <a:cubicBezTo>
                      <a:pt x="66425" y="53303"/>
                      <a:pt x="63084" y="51266"/>
                      <a:pt x="59416" y="49717"/>
                    </a:cubicBezTo>
                    <a:cubicBezTo>
                      <a:pt x="55830" y="48087"/>
                      <a:pt x="52162" y="46702"/>
                      <a:pt x="48413" y="45479"/>
                    </a:cubicBezTo>
                    <a:cubicBezTo>
                      <a:pt x="44664" y="44256"/>
                      <a:pt x="41322" y="42953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6" y="21598"/>
                    </a:cubicBezTo>
                    <a:cubicBezTo>
                      <a:pt x="35046" y="19724"/>
                      <a:pt x="38877" y="18746"/>
                      <a:pt x="43767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4" y="3749"/>
                    </a:cubicBezTo>
                    <a:cubicBezTo>
                      <a:pt x="19642" y="6194"/>
                      <a:pt x="15241" y="9781"/>
                      <a:pt x="11981" y="14426"/>
                    </a:cubicBezTo>
                    <a:cubicBezTo>
                      <a:pt x="8803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5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7" y="63002"/>
                      <a:pt x="38225" y="64143"/>
                    </a:cubicBezTo>
                    <a:cubicBezTo>
                      <a:pt x="41893" y="65284"/>
                      <a:pt x="45234" y="66589"/>
                      <a:pt x="48332" y="68056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49" y="93566"/>
                      <a:pt x="40589" y="93566"/>
                    </a:cubicBezTo>
                    <a:cubicBezTo>
                      <a:pt x="34476" y="93566"/>
                      <a:pt x="29341" y="92425"/>
                      <a:pt x="25184" y="90062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50"/>
                      <a:pt x="10759" y="104814"/>
                      <a:pt x="16953" y="107748"/>
                    </a:cubicBezTo>
                    <a:cubicBezTo>
                      <a:pt x="23228" y="110763"/>
                      <a:pt x="30645" y="112231"/>
                      <a:pt x="39366" y="112231"/>
                    </a:cubicBezTo>
                    <a:cubicBezTo>
                      <a:pt x="51836" y="112231"/>
                      <a:pt x="61698" y="109296"/>
                      <a:pt x="68789" y="103510"/>
                    </a:cubicBezTo>
                    <a:cubicBezTo>
                      <a:pt x="75961" y="97641"/>
                      <a:pt x="79466" y="89654"/>
                      <a:pt x="79466" y="79548"/>
                    </a:cubicBezTo>
                    <a:cubicBezTo>
                      <a:pt x="79466" y="73842"/>
                      <a:pt x="78570" y="69115"/>
                      <a:pt x="76695" y="65203"/>
                    </a:cubicBezTo>
                    <a:cubicBezTo>
                      <a:pt x="74820" y="61291"/>
                      <a:pt x="72375" y="58194"/>
                      <a:pt x="69360" y="55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0F89B120-6BDC-3F8D-3DA2-C6DAFDFF3563}"/>
                  </a:ext>
                </a:extLst>
              </p:cNvPr>
              <p:cNvSpPr/>
              <p:nvPr/>
            </p:nvSpPr>
            <p:spPr>
              <a:xfrm>
                <a:off x="9385403" y="3806443"/>
                <a:ext cx="90713" cy="108970"/>
              </a:xfrm>
              <a:custGeom>
                <a:avLst/>
                <a:gdLst>
                  <a:gd name="connsiteX0" fmla="*/ 90713 w 90713"/>
                  <a:gd name="connsiteY0" fmla="*/ 18746 h 108970"/>
                  <a:gd name="connsiteX1" fmla="*/ 90713 w 90713"/>
                  <a:gd name="connsiteY1" fmla="*/ 0 h 108970"/>
                  <a:gd name="connsiteX2" fmla="*/ 0 w 90713"/>
                  <a:gd name="connsiteY2" fmla="*/ 0 h 108970"/>
                  <a:gd name="connsiteX3" fmla="*/ 0 w 90713"/>
                  <a:gd name="connsiteY3" fmla="*/ 18746 h 108970"/>
                  <a:gd name="connsiteX4" fmla="*/ 34720 w 90713"/>
                  <a:gd name="connsiteY4" fmla="*/ 18746 h 108970"/>
                  <a:gd name="connsiteX5" fmla="*/ 34720 w 90713"/>
                  <a:gd name="connsiteY5" fmla="*/ 108970 h 108970"/>
                  <a:gd name="connsiteX6" fmla="*/ 55993 w 90713"/>
                  <a:gd name="connsiteY6" fmla="*/ 108970 h 108970"/>
                  <a:gd name="connsiteX7" fmla="*/ 55993 w 90713"/>
                  <a:gd name="connsiteY7" fmla="*/ 18746 h 108970"/>
                  <a:gd name="connsiteX8" fmla="*/ 90713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90713" y="18746"/>
                    </a:moveTo>
                    <a:lnTo>
                      <a:pt x="90713" y="0"/>
                    </a:lnTo>
                    <a:lnTo>
                      <a:pt x="0" y="0"/>
                    </a:lnTo>
                    <a:lnTo>
                      <a:pt x="0" y="18746"/>
                    </a:lnTo>
                    <a:lnTo>
                      <a:pt x="34720" y="18746"/>
                    </a:lnTo>
                    <a:lnTo>
                      <a:pt x="34720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3" y="1874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AB5D56CA-8602-6352-550A-242BFC0B4B6F}"/>
                  </a:ext>
                </a:extLst>
              </p:cNvPr>
              <p:cNvSpPr/>
              <p:nvPr/>
            </p:nvSpPr>
            <p:spPr>
              <a:xfrm>
                <a:off x="9476116" y="3806443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1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840 w 104976"/>
                  <a:gd name="connsiteY9" fmla="*/ 70990 h 108970"/>
                  <a:gd name="connsiteX10" fmla="*/ 52570 w 104976"/>
                  <a:gd name="connsiteY10" fmla="*/ 29830 h 108970"/>
                  <a:gd name="connsiteX11" fmla="*/ 68137 w 104976"/>
                  <a:gd name="connsiteY11" fmla="*/ 70990 h 108970"/>
                  <a:gd name="connsiteX12" fmla="*/ 36840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1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0990"/>
                    </a:moveTo>
                    <a:lnTo>
                      <a:pt x="52570" y="29830"/>
                    </a:lnTo>
                    <a:lnTo>
                      <a:pt x="68137" y="70990"/>
                    </a:lnTo>
                    <a:lnTo>
                      <a:pt x="36840" y="7099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BE614222-59DF-FA63-EC65-F5628346D94A}"/>
                  </a:ext>
                </a:extLst>
              </p:cNvPr>
              <p:cNvSpPr/>
              <p:nvPr/>
            </p:nvSpPr>
            <p:spPr>
              <a:xfrm>
                <a:off x="9601713" y="3806443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09 w 85171"/>
                  <a:gd name="connsiteY8" fmla="*/ 108970 h 108970"/>
                  <a:gd name="connsiteX9" fmla="*/ 21109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109 w 85171"/>
                  <a:gd name="connsiteY15" fmla="*/ 17197 h 108970"/>
                  <a:gd name="connsiteX16" fmla="*/ 40833 w 85171"/>
                  <a:gd name="connsiteY16" fmla="*/ 17197 h 108970"/>
                  <a:gd name="connsiteX17" fmla="*/ 52733 w 85171"/>
                  <a:gd name="connsiteY17" fmla="*/ 21435 h 108970"/>
                  <a:gd name="connsiteX18" fmla="*/ 56889 w 85171"/>
                  <a:gd name="connsiteY18" fmla="*/ 32194 h 108970"/>
                  <a:gd name="connsiteX19" fmla="*/ 52733 w 85171"/>
                  <a:gd name="connsiteY19" fmla="*/ 42952 h 108970"/>
                  <a:gd name="connsiteX20" fmla="*/ 40670 w 85171"/>
                  <a:gd name="connsiteY20" fmla="*/ 46865 h 108970"/>
                  <a:gd name="connsiteX21" fmla="*/ 21109 w 85171"/>
                  <a:gd name="connsiteY21" fmla="*/ 46865 h 108970"/>
                  <a:gd name="connsiteX22" fmla="*/ 21109 w 85171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3"/>
                      <a:pt x="57460" y="61372"/>
                      <a:pt x="61128" y="59498"/>
                    </a:cubicBezTo>
                    <a:close/>
                    <a:moveTo>
                      <a:pt x="21109" y="17197"/>
                    </a:moveTo>
                    <a:lnTo>
                      <a:pt x="40833" y="17197"/>
                    </a:lnTo>
                    <a:cubicBezTo>
                      <a:pt x="45968" y="17197"/>
                      <a:pt x="49962" y="18583"/>
                      <a:pt x="52733" y="21435"/>
                    </a:cubicBezTo>
                    <a:cubicBezTo>
                      <a:pt x="55504" y="24288"/>
                      <a:pt x="56889" y="27874"/>
                      <a:pt x="56889" y="32194"/>
                    </a:cubicBezTo>
                    <a:cubicBezTo>
                      <a:pt x="56889" y="36514"/>
                      <a:pt x="55504" y="40344"/>
                      <a:pt x="52733" y="42952"/>
                    </a:cubicBezTo>
                    <a:cubicBezTo>
                      <a:pt x="49962" y="45560"/>
                      <a:pt x="45887" y="46865"/>
                      <a:pt x="40670" y="46865"/>
                    </a:cubicBezTo>
                    <a:lnTo>
                      <a:pt x="21109" y="46865"/>
                    </a:lnTo>
                    <a:lnTo>
                      <a:pt x="21109" y="1711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67CFBF18-1D32-F098-B463-48F529747798}"/>
                  </a:ext>
                </a:extLst>
              </p:cNvPr>
              <p:cNvSpPr/>
              <p:nvPr/>
            </p:nvSpPr>
            <p:spPr>
              <a:xfrm>
                <a:off x="9697969" y="3866592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30 w 53629"/>
                  <a:gd name="connsiteY1" fmla="*/ 0 h 18582"/>
                  <a:gd name="connsiteX2" fmla="*/ 53630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30" y="0"/>
                    </a:lnTo>
                    <a:lnTo>
                      <a:pt x="53630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BA93E569-9AC7-1618-C301-C427AAA059E6}"/>
                  </a:ext>
                </a:extLst>
              </p:cNvPr>
              <p:cNvSpPr/>
              <p:nvPr/>
            </p:nvSpPr>
            <p:spPr>
              <a:xfrm>
                <a:off x="9776375" y="3804812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2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3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1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6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9 w 110029"/>
                  <a:gd name="connsiteY23" fmla="*/ 112231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4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2" y="72212"/>
                      <a:pt x="85824" y="75065"/>
                      <a:pt x="84519" y="77592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7"/>
                      <a:pt x="38388" y="87861"/>
                    </a:cubicBezTo>
                    <a:cubicBezTo>
                      <a:pt x="33254" y="84845"/>
                      <a:pt x="29178" y="80526"/>
                      <a:pt x="26244" y="75065"/>
                    </a:cubicBezTo>
                    <a:cubicBezTo>
                      <a:pt x="23228" y="69604"/>
                      <a:pt x="21761" y="63165"/>
                      <a:pt x="21761" y="55830"/>
                    </a:cubicBezTo>
                    <a:cubicBezTo>
                      <a:pt x="21761" y="48495"/>
                      <a:pt x="23228" y="42382"/>
                      <a:pt x="26244" y="36921"/>
                    </a:cubicBezTo>
                    <a:cubicBezTo>
                      <a:pt x="29260" y="31461"/>
                      <a:pt x="33416" y="27141"/>
                      <a:pt x="38714" y="24125"/>
                    </a:cubicBezTo>
                    <a:cubicBezTo>
                      <a:pt x="44012" y="21110"/>
                      <a:pt x="50125" y="19561"/>
                      <a:pt x="57053" y="19561"/>
                    </a:cubicBezTo>
                    <a:cubicBezTo>
                      <a:pt x="63165" y="19561"/>
                      <a:pt x="68707" y="20784"/>
                      <a:pt x="73761" y="23147"/>
                    </a:cubicBezTo>
                    <a:cubicBezTo>
                      <a:pt x="78814" y="25511"/>
                      <a:pt x="82971" y="29016"/>
                      <a:pt x="86313" y="33498"/>
                    </a:cubicBezTo>
                    <a:lnTo>
                      <a:pt x="100738" y="19072"/>
                    </a:lnTo>
                    <a:cubicBezTo>
                      <a:pt x="95685" y="12959"/>
                      <a:pt x="89410" y="8314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6"/>
                      <a:pt x="34721" y="4157"/>
                    </a:cubicBezTo>
                    <a:cubicBezTo>
                      <a:pt x="27793" y="6928"/>
                      <a:pt x="21761" y="10922"/>
                      <a:pt x="16545" y="16056"/>
                    </a:cubicBezTo>
                    <a:cubicBezTo>
                      <a:pt x="11411" y="21191"/>
                      <a:pt x="7336" y="27141"/>
                      <a:pt x="4401" y="33906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5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764"/>
                      <a:pt x="48087" y="112231"/>
                      <a:pt x="55749" y="112231"/>
                    </a:cubicBezTo>
                    <a:cubicBezTo>
                      <a:pt x="66262" y="112231"/>
                      <a:pt x="75636" y="110030"/>
                      <a:pt x="83786" y="105629"/>
                    </a:cubicBezTo>
                    <a:cubicBezTo>
                      <a:pt x="91936" y="101228"/>
                      <a:pt x="98375" y="94626"/>
                      <a:pt x="103021" y="85824"/>
                    </a:cubicBezTo>
                    <a:cubicBezTo>
                      <a:pt x="107666" y="77021"/>
                      <a:pt x="110030" y="66100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14BE9598-2FE9-34EE-D65C-481B3C83F0C6}"/>
                  </a:ext>
                </a:extLst>
              </p:cNvPr>
              <p:cNvSpPr/>
              <p:nvPr/>
            </p:nvSpPr>
            <p:spPr>
              <a:xfrm>
                <a:off x="9897408" y="3806443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6 h 108970"/>
                  <a:gd name="connsiteX4" fmla="*/ 74821 w 104976"/>
                  <a:gd name="connsiteY4" fmla="*/ 88676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0990 h 108970"/>
                  <a:gd name="connsiteX10" fmla="*/ 52488 w 104976"/>
                  <a:gd name="connsiteY10" fmla="*/ 29830 h 108970"/>
                  <a:gd name="connsiteX11" fmla="*/ 68056 w 104976"/>
                  <a:gd name="connsiteY11" fmla="*/ 70990 h 108970"/>
                  <a:gd name="connsiteX12" fmla="*/ 36758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1" y="88676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0990"/>
                    </a:moveTo>
                    <a:lnTo>
                      <a:pt x="52488" y="29830"/>
                    </a:lnTo>
                    <a:lnTo>
                      <a:pt x="68056" y="70990"/>
                    </a:lnTo>
                    <a:lnTo>
                      <a:pt x="36758" y="7099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A16EB9FE-4757-5ED0-5510-E022C4BEAA0B}"/>
                  </a:ext>
                </a:extLst>
              </p:cNvPr>
              <p:cNvSpPr/>
              <p:nvPr/>
            </p:nvSpPr>
            <p:spPr>
              <a:xfrm>
                <a:off x="10002303" y="3806443"/>
                <a:ext cx="90713" cy="108970"/>
              </a:xfrm>
              <a:custGeom>
                <a:avLst/>
                <a:gdLst>
                  <a:gd name="connsiteX0" fmla="*/ 0 w 90713"/>
                  <a:gd name="connsiteY0" fmla="*/ 18746 h 108970"/>
                  <a:gd name="connsiteX1" fmla="*/ 34720 w 90713"/>
                  <a:gd name="connsiteY1" fmla="*/ 18746 h 108970"/>
                  <a:gd name="connsiteX2" fmla="*/ 34720 w 90713"/>
                  <a:gd name="connsiteY2" fmla="*/ 108970 h 108970"/>
                  <a:gd name="connsiteX3" fmla="*/ 55993 w 90713"/>
                  <a:gd name="connsiteY3" fmla="*/ 108970 h 108970"/>
                  <a:gd name="connsiteX4" fmla="*/ 55993 w 90713"/>
                  <a:gd name="connsiteY4" fmla="*/ 18746 h 108970"/>
                  <a:gd name="connsiteX5" fmla="*/ 90713 w 90713"/>
                  <a:gd name="connsiteY5" fmla="*/ 18746 h 108970"/>
                  <a:gd name="connsiteX6" fmla="*/ 90713 w 90713"/>
                  <a:gd name="connsiteY6" fmla="*/ 0 h 108970"/>
                  <a:gd name="connsiteX7" fmla="*/ 0 w 90713"/>
                  <a:gd name="connsiteY7" fmla="*/ 0 h 108970"/>
                  <a:gd name="connsiteX8" fmla="*/ 0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0" y="18746"/>
                    </a:moveTo>
                    <a:lnTo>
                      <a:pt x="34720" y="18746"/>
                    </a:lnTo>
                    <a:lnTo>
                      <a:pt x="34720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3" y="18746"/>
                    </a:lnTo>
                    <a:lnTo>
                      <a:pt x="90713" y="0"/>
                    </a:lnTo>
                    <a:lnTo>
                      <a:pt x="0" y="0"/>
                    </a:lnTo>
                    <a:lnTo>
                      <a:pt x="0" y="1874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A614AD6C-A974-90B5-430C-0ED14844764C}"/>
                  </a:ext>
                </a:extLst>
              </p:cNvPr>
              <p:cNvSpPr/>
              <p:nvPr/>
            </p:nvSpPr>
            <p:spPr>
              <a:xfrm>
                <a:off x="10115349" y="3806443"/>
                <a:ext cx="75798" cy="108970"/>
              </a:xfrm>
              <a:custGeom>
                <a:avLst/>
                <a:gdLst>
                  <a:gd name="connsiteX0" fmla="*/ 21109 w 75798"/>
                  <a:gd name="connsiteY0" fmla="*/ 90387 h 108970"/>
                  <a:gd name="connsiteX1" fmla="*/ 21109 w 75798"/>
                  <a:gd name="connsiteY1" fmla="*/ 62432 h 108970"/>
                  <a:gd name="connsiteX2" fmla="*/ 70500 w 75798"/>
                  <a:gd name="connsiteY2" fmla="*/ 62432 h 108970"/>
                  <a:gd name="connsiteX3" fmla="*/ 70500 w 75798"/>
                  <a:gd name="connsiteY3" fmla="*/ 44338 h 108970"/>
                  <a:gd name="connsiteX4" fmla="*/ 21109 w 75798"/>
                  <a:gd name="connsiteY4" fmla="*/ 44338 h 108970"/>
                  <a:gd name="connsiteX5" fmla="*/ 21109 w 75798"/>
                  <a:gd name="connsiteY5" fmla="*/ 18583 h 108970"/>
                  <a:gd name="connsiteX6" fmla="*/ 75064 w 75798"/>
                  <a:gd name="connsiteY6" fmla="*/ 18583 h 108970"/>
                  <a:gd name="connsiteX7" fmla="*/ 75064 w 75798"/>
                  <a:gd name="connsiteY7" fmla="*/ 0 h 108970"/>
                  <a:gd name="connsiteX8" fmla="*/ 21109 w 75798"/>
                  <a:gd name="connsiteY8" fmla="*/ 0 h 108970"/>
                  <a:gd name="connsiteX9" fmla="*/ 15485 w 75798"/>
                  <a:gd name="connsiteY9" fmla="*/ 0 h 108970"/>
                  <a:gd name="connsiteX10" fmla="*/ 0 w 75798"/>
                  <a:gd name="connsiteY10" fmla="*/ 0 h 108970"/>
                  <a:gd name="connsiteX11" fmla="*/ 0 w 75798"/>
                  <a:gd name="connsiteY11" fmla="*/ 108970 h 108970"/>
                  <a:gd name="connsiteX12" fmla="*/ 15485 w 75798"/>
                  <a:gd name="connsiteY12" fmla="*/ 108970 h 108970"/>
                  <a:gd name="connsiteX13" fmla="*/ 21109 w 75798"/>
                  <a:gd name="connsiteY13" fmla="*/ 108970 h 108970"/>
                  <a:gd name="connsiteX14" fmla="*/ 75798 w 75798"/>
                  <a:gd name="connsiteY14" fmla="*/ 108970 h 108970"/>
                  <a:gd name="connsiteX15" fmla="*/ 75798 w 75798"/>
                  <a:gd name="connsiteY15" fmla="*/ 90387 h 108970"/>
                  <a:gd name="connsiteX16" fmla="*/ 21109 w 75798"/>
                  <a:gd name="connsiteY16" fmla="*/ 9038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8970">
                    <a:moveTo>
                      <a:pt x="21109" y="90387"/>
                    </a:moveTo>
                    <a:lnTo>
                      <a:pt x="21109" y="62432"/>
                    </a:lnTo>
                    <a:lnTo>
                      <a:pt x="70500" y="62432"/>
                    </a:lnTo>
                    <a:lnTo>
                      <a:pt x="70500" y="44338"/>
                    </a:lnTo>
                    <a:lnTo>
                      <a:pt x="21109" y="44338"/>
                    </a:lnTo>
                    <a:lnTo>
                      <a:pt x="21109" y="18583"/>
                    </a:lnTo>
                    <a:lnTo>
                      <a:pt x="75064" y="18583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15485" y="108970"/>
                    </a:lnTo>
                    <a:lnTo>
                      <a:pt x="21109" y="108970"/>
                    </a:lnTo>
                    <a:lnTo>
                      <a:pt x="75798" y="108970"/>
                    </a:lnTo>
                    <a:lnTo>
                      <a:pt x="75798" y="90387"/>
                    </a:lnTo>
                    <a:lnTo>
                      <a:pt x="21109" y="9038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8979AE6D-317A-8998-D7B6-C067C2CC9119}"/>
                </a:ext>
              </a:extLst>
            </p:cNvPr>
            <p:cNvSpPr/>
            <p:nvPr/>
          </p:nvSpPr>
          <p:spPr>
            <a:xfrm>
              <a:off x="9296564" y="3976459"/>
              <a:ext cx="891486" cy="50369"/>
            </a:xfrm>
            <a:custGeom>
              <a:avLst/>
              <a:gdLst>
                <a:gd name="connsiteX0" fmla="*/ 0 w 891486"/>
                <a:gd name="connsiteY0" fmla="*/ 0 h 50369"/>
                <a:gd name="connsiteX1" fmla="*/ 891486 w 891486"/>
                <a:gd name="connsiteY1" fmla="*/ 0 h 50369"/>
                <a:gd name="connsiteX2" fmla="*/ 891486 w 891486"/>
                <a:gd name="connsiteY2" fmla="*/ 50369 h 50369"/>
                <a:gd name="connsiteX3" fmla="*/ 0 w 891486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1486" h="50369">
                  <a:moveTo>
                    <a:pt x="0" y="0"/>
                  </a:moveTo>
                  <a:lnTo>
                    <a:pt x="891486" y="0"/>
                  </a:lnTo>
                  <a:lnTo>
                    <a:pt x="891486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32" name="Graphic 2241">
            <a:extLst>
              <a:ext uri="{FF2B5EF4-FFF2-40B4-BE49-F238E27FC236}">
                <a16:creationId xmlns:a16="http://schemas.microsoft.com/office/drawing/2014/main" id="{01496013-4DBA-8579-52C2-C24A1419999B}"/>
              </a:ext>
            </a:extLst>
          </p:cNvPr>
          <p:cNvGrpSpPr/>
          <p:nvPr/>
        </p:nvGrpSpPr>
        <p:grpSpPr>
          <a:xfrm>
            <a:off x="2127372" y="4988803"/>
            <a:ext cx="452833" cy="222015"/>
            <a:chOff x="9515971" y="5010903"/>
            <a:chExt cx="452833" cy="222015"/>
          </a:xfrm>
        </p:grpSpPr>
        <p:grpSp>
          <p:nvGrpSpPr>
            <p:cNvPr id="333" name="Graphic 2241">
              <a:extLst>
                <a:ext uri="{FF2B5EF4-FFF2-40B4-BE49-F238E27FC236}">
                  <a16:creationId xmlns:a16="http://schemas.microsoft.com/office/drawing/2014/main" id="{AFCDEE3F-6B80-93AC-1D5C-979914A320C9}"/>
                </a:ext>
              </a:extLst>
            </p:cNvPr>
            <p:cNvGrpSpPr/>
            <p:nvPr/>
          </p:nvGrpSpPr>
          <p:grpSpPr>
            <a:xfrm>
              <a:off x="9516053" y="5010903"/>
              <a:ext cx="452752" cy="112230"/>
              <a:chOff x="9516053" y="5010903"/>
              <a:chExt cx="452752" cy="112230"/>
            </a:xfrm>
            <a:solidFill>
              <a:srgbClr val="FFFFFF"/>
            </a:solidFill>
          </p:grpSpPr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19EDBB9D-8CE7-EC5D-0DFB-91EB45E99D49}"/>
                  </a:ext>
                </a:extLst>
              </p:cNvPr>
              <p:cNvSpPr/>
              <p:nvPr/>
            </p:nvSpPr>
            <p:spPr>
              <a:xfrm>
                <a:off x="9516053" y="5012451"/>
                <a:ext cx="103264" cy="109051"/>
              </a:xfrm>
              <a:custGeom>
                <a:avLst/>
                <a:gdLst>
                  <a:gd name="connsiteX0" fmla="*/ 51755 w 103264"/>
                  <a:gd name="connsiteY0" fmla="*/ 76531 h 109051"/>
                  <a:gd name="connsiteX1" fmla="*/ 22984 w 103264"/>
                  <a:gd name="connsiteY1" fmla="*/ 0 h 109051"/>
                  <a:gd name="connsiteX2" fmla="*/ 0 w 103264"/>
                  <a:gd name="connsiteY2" fmla="*/ 0 h 109051"/>
                  <a:gd name="connsiteX3" fmla="*/ 43115 w 103264"/>
                  <a:gd name="connsiteY3" fmla="*/ 109051 h 109051"/>
                  <a:gd name="connsiteX4" fmla="*/ 59905 w 103264"/>
                  <a:gd name="connsiteY4" fmla="*/ 109051 h 109051"/>
                  <a:gd name="connsiteX5" fmla="*/ 103265 w 103264"/>
                  <a:gd name="connsiteY5" fmla="*/ 0 h 109051"/>
                  <a:gd name="connsiteX6" fmla="*/ 80770 w 103264"/>
                  <a:gd name="connsiteY6" fmla="*/ 0 h 109051"/>
                  <a:gd name="connsiteX7" fmla="*/ 51755 w 103264"/>
                  <a:gd name="connsiteY7" fmla="*/ 76531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264" h="109051">
                    <a:moveTo>
                      <a:pt x="51755" y="76531"/>
                    </a:moveTo>
                    <a:lnTo>
                      <a:pt x="22984" y="0"/>
                    </a:lnTo>
                    <a:lnTo>
                      <a:pt x="0" y="0"/>
                    </a:lnTo>
                    <a:lnTo>
                      <a:pt x="43115" y="109051"/>
                    </a:lnTo>
                    <a:lnTo>
                      <a:pt x="59905" y="109051"/>
                    </a:lnTo>
                    <a:lnTo>
                      <a:pt x="103265" y="0"/>
                    </a:lnTo>
                    <a:lnTo>
                      <a:pt x="80770" y="0"/>
                    </a:lnTo>
                    <a:lnTo>
                      <a:pt x="51755" y="7653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C916F56F-6C2C-273D-782F-16CC06ABE7B3}"/>
                  </a:ext>
                </a:extLst>
              </p:cNvPr>
              <p:cNvSpPr/>
              <p:nvPr/>
            </p:nvSpPr>
            <p:spPr>
              <a:xfrm>
                <a:off x="9641324" y="5012451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80815367-EDD4-7E79-7097-FE17D5DDF958}"/>
                  </a:ext>
                </a:extLst>
              </p:cNvPr>
              <p:cNvSpPr/>
              <p:nvPr/>
            </p:nvSpPr>
            <p:spPr>
              <a:xfrm>
                <a:off x="9686884" y="5010903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7 h 112230"/>
                  <a:gd name="connsiteX1" fmla="*/ 87453 w 110029"/>
                  <a:gd name="connsiteY1" fmla="*/ 69033 h 112230"/>
                  <a:gd name="connsiteX2" fmla="*/ 84519 w 110029"/>
                  <a:gd name="connsiteY2" fmla="*/ 77591 h 112230"/>
                  <a:gd name="connsiteX3" fmla="*/ 73353 w 110029"/>
                  <a:gd name="connsiteY3" fmla="*/ 88675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4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5 w 110029"/>
                  <a:gd name="connsiteY15" fmla="*/ 0 h 112230"/>
                  <a:gd name="connsiteX16" fmla="*/ 34721 w 110029"/>
                  <a:gd name="connsiteY16" fmla="*/ 4156 h 112230"/>
                  <a:gd name="connsiteX17" fmla="*/ 16545 w 110029"/>
                  <a:gd name="connsiteY17" fmla="*/ 16056 h 112230"/>
                  <a:gd name="connsiteX18" fmla="*/ 4401 w 110029"/>
                  <a:gd name="connsiteY18" fmla="*/ 33905 h 112230"/>
                  <a:gd name="connsiteX19" fmla="*/ 0 w 110029"/>
                  <a:gd name="connsiteY19" fmla="*/ 55830 h 112230"/>
                  <a:gd name="connsiteX20" fmla="*/ 4319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0 h 112230"/>
                  <a:gd name="connsiteX24" fmla="*/ 83785 w 110029"/>
                  <a:gd name="connsiteY24" fmla="*/ 105628 h 112230"/>
                  <a:gd name="connsiteX25" fmla="*/ 103020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7"/>
                    </a:moveTo>
                    <a:lnTo>
                      <a:pt x="87453" y="69033"/>
                    </a:lnTo>
                    <a:cubicBezTo>
                      <a:pt x="86801" y="72212"/>
                      <a:pt x="85823" y="75064"/>
                      <a:pt x="84519" y="77591"/>
                    </a:cubicBezTo>
                    <a:cubicBezTo>
                      <a:pt x="81911" y="82482"/>
                      <a:pt x="78243" y="86230"/>
                      <a:pt x="73353" y="88675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3" y="84845"/>
                      <a:pt x="29178" y="80525"/>
                      <a:pt x="26244" y="75064"/>
                    </a:cubicBezTo>
                    <a:cubicBezTo>
                      <a:pt x="23228" y="69604"/>
                      <a:pt x="21761" y="63165"/>
                      <a:pt x="21761" y="55830"/>
                    </a:cubicBezTo>
                    <a:cubicBezTo>
                      <a:pt x="21761" y="48494"/>
                      <a:pt x="23228" y="42381"/>
                      <a:pt x="26244" y="36921"/>
                    </a:cubicBezTo>
                    <a:cubicBezTo>
                      <a:pt x="29260" y="31460"/>
                      <a:pt x="33416" y="27222"/>
                      <a:pt x="38714" y="24125"/>
                    </a:cubicBezTo>
                    <a:cubicBezTo>
                      <a:pt x="44012" y="21109"/>
                      <a:pt x="50124" y="19561"/>
                      <a:pt x="57053" y="19561"/>
                    </a:cubicBezTo>
                    <a:cubicBezTo>
                      <a:pt x="63165" y="19561"/>
                      <a:pt x="68707" y="20783"/>
                      <a:pt x="73761" y="23147"/>
                    </a:cubicBezTo>
                    <a:cubicBezTo>
                      <a:pt x="78814" y="25510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3"/>
                      <a:pt x="81911" y="4972"/>
                    </a:cubicBezTo>
                    <a:cubicBezTo>
                      <a:pt x="74413" y="1630"/>
                      <a:pt x="66181" y="0"/>
                      <a:pt x="57215" y="0"/>
                    </a:cubicBezTo>
                    <a:cubicBezTo>
                      <a:pt x="49146" y="0"/>
                      <a:pt x="41648" y="1385"/>
                      <a:pt x="34721" y="4156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0" y="21191"/>
                      <a:pt x="7335" y="27140"/>
                      <a:pt x="4401" y="33905"/>
                    </a:cubicBezTo>
                    <a:cubicBezTo>
                      <a:pt x="1467" y="40670"/>
                      <a:pt x="0" y="48005"/>
                      <a:pt x="0" y="55830"/>
                    </a:cubicBezTo>
                    <a:cubicBezTo>
                      <a:pt x="0" y="63654"/>
                      <a:pt x="1467" y="70989"/>
                      <a:pt x="4319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4" y="110763"/>
                      <a:pt x="48168" y="112230"/>
                      <a:pt x="55748" y="112230"/>
                    </a:cubicBezTo>
                    <a:cubicBezTo>
                      <a:pt x="66262" y="112230"/>
                      <a:pt x="75635" y="110030"/>
                      <a:pt x="83785" y="105628"/>
                    </a:cubicBezTo>
                    <a:cubicBezTo>
                      <a:pt x="91936" y="101227"/>
                      <a:pt x="98375" y="94626"/>
                      <a:pt x="103020" y="85823"/>
                    </a:cubicBezTo>
                    <a:cubicBezTo>
                      <a:pt x="107666" y="77020"/>
                      <a:pt x="110030" y="66099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EA02FAF8-C370-3621-8D38-281B1F0D42F7}"/>
                  </a:ext>
                </a:extLst>
              </p:cNvPr>
              <p:cNvSpPr/>
              <p:nvPr/>
            </p:nvSpPr>
            <p:spPr>
              <a:xfrm>
                <a:off x="9820876" y="5012451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2207FD0A-23D3-075D-07EC-D55357DEA8AA}"/>
                  </a:ext>
                </a:extLst>
              </p:cNvPr>
              <p:cNvSpPr/>
              <p:nvPr/>
            </p:nvSpPr>
            <p:spPr>
              <a:xfrm>
                <a:off x="9863828" y="5012532"/>
                <a:ext cx="104976" cy="108970"/>
              </a:xfrm>
              <a:custGeom>
                <a:avLst/>
                <a:gdLst>
                  <a:gd name="connsiteX0" fmla="*/ 82482 w 104976"/>
                  <a:gd name="connsiteY0" fmla="*/ 108970 h 108970"/>
                  <a:gd name="connsiteX1" fmla="*/ 104977 w 104976"/>
                  <a:gd name="connsiteY1" fmla="*/ 108970 h 108970"/>
                  <a:gd name="connsiteX2" fmla="*/ 61372 w 104976"/>
                  <a:gd name="connsiteY2" fmla="*/ 0 h 108970"/>
                  <a:gd name="connsiteX3" fmla="*/ 44012 w 104976"/>
                  <a:gd name="connsiteY3" fmla="*/ 0 h 108970"/>
                  <a:gd name="connsiteX4" fmla="*/ 0 w 104976"/>
                  <a:gd name="connsiteY4" fmla="*/ 108970 h 108970"/>
                  <a:gd name="connsiteX5" fmla="*/ 22332 w 104976"/>
                  <a:gd name="connsiteY5" fmla="*/ 108970 h 108970"/>
                  <a:gd name="connsiteX6" fmla="*/ 30075 w 104976"/>
                  <a:gd name="connsiteY6" fmla="*/ 88676 h 108970"/>
                  <a:gd name="connsiteX7" fmla="*/ 74820 w 104976"/>
                  <a:gd name="connsiteY7" fmla="*/ 88676 h 108970"/>
                  <a:gd name="connsiteX8" fmla="*/ 82482 w 104976"/>
                  <a:gd name="connsiteY8" fmla="*/ 108970 h 108970"/>
                  <a:gd name="connsiteX9" fmla="*/ 36840 w 104976"/>
                  <a:gd name="connsiteY9" fmla="*/ 70990 h 108970"/>
                  <a:gd name="connsiteX10" fmla="*/ 52570 w 104976"/>
                  <a:gd name="connsiteY10" fmla="*/ 29831 h 108970"/>
                  <a:gd name="connsiteX11" fmla="*/ 68137 w 104976"/>
                  <a:gd name="connsiteY11" fmla="*/ 70990 h 108970"/>
                  <a:gd name="connsiteX12" fmla="*/ 36840 w 104976"/>
                  <a:gd name="connsiteY12" fmla="*/ 7099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82482" y="108970"/>
                    </a:move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6"/>
                    </a:lnTo>
                    <a:lnTo>
                      <a:pt x="74820" y="88676"/>
                    </a:lnTo>
                    <a:lnTo>
                      <a:pt x="82482" y="108970"/>
                    </a:lnTo>
                    <a:close/>
                    <a:moveTo>
                      <a:pt x="36840" y="70990"/>
                    </a:moveTo>
                    <a:lnTo>
                      <a:pt x="52570" y="29831"/>
                    </a:lnTo>
                    <a:lnTo>
                      <a:pt x="68137" y="70990"/>
                    </a:lnTo>
                    <a:lnTo>
                      <a:pt x="36840" y="7099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83698D0-8845-E7F2-3261-18FF822683F1}"/>
                </a:ext>
              </a:extLst>
            </p:cNvPr>
            <p:cNvSpPr/>
            <p:nvPr/>
          </p:nvSpPr>
          <p:spPr>
            <a:xfrm>
              <a:off x="9515971" y="5182549"/>
              <a:ext cx="449655" cy="50369"/>
            </a:xfrm>
            <a:custGeom>
              <a:avLst/>
              <a:gdLst>
                <a:gd name="connsiteX0" fmla="*/ 0 w 449655"/>
                <a:gd name="connsiteY0" fmla="*/ 0 h 50369"/>
                <a:gd name="connsiteX1" fmla="*/ 449655 w 449655"/>
                <a:gd name="connsiteY1" fmla="*/ 0 h 50369"/>
                <a:gd name="connsiteX2" fmla="*/ 449655 w 449655"/>
                <a:gd name="connsiteY2" fmla="*/ 50369 h 50369"/>
                <a:gd name="connsiteX3" fmla="*/ 0 w 449655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9655" h="50369">
                  <a:moveTo>
                    <a:pt x="0" y="0"/>
                  </a:moveTo>
                  <a:lnTo>
                    <a:pt x="449655" y="0"/>
                  </a:lnTo>
                  <a:lnTo>
                    <a:pt x="449655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0" name="Graphic 2241">
            <a:extLst>
              <a:ext uri="{FF2B5EF4-FFF2-40B4-BE49-F238E27FC236}">
                <a16:creationId xmlns:a16="http://schemas.microsoft.com/office/drawing/2014/main" id="{87A331C1-2D88-521B-3B15-A56091675E03}"/>
              </a:ext>
            </a:extLst>
          </p:cNvPr>
          <p:cNvGrpSpPr/>
          <p:nvPr/>
        </p:nvGrpSpPr>
        <p:grpSpPr>
          <a:xfrm>
            <a:off x="3552383" y="3924239"/>
            <a:ext cx="620486" cy="220467"/>
            <a:chOff x="6876885" y="3806361"/>
            <a:chExt cx="620486" cy="220467"/>
          </a:xfrm>
        </p:grpSpPr>
        <p:grpSp>
          <p:nvGrpSpPr>
            <p:cNvPr id="341" name="Graphic 2241">
              <a:extLst>
                <a:ext uri="{FF2B5EF4-FFF2-40B4-BE49-F238E27FC236}">
                  <a16:creationId xmlns:a16="http://schemas.microsoft.com/office/drawing/2014/main" id="{CDA89823-ECF3-2047-6888-433D2DA412E1}"/>
                </a:ext>
              </a:extLst>
            </p:cNvPr>
            <p:cNvGrpSpPr/>
            <p:nvPr/>
          </p:nvGrpSpPr>
          <p:grpSpPr>
            <a:xfrm>
              <a:off x="6876885" y="3806361"/>
              <a:ext cx="620486" cy="109051"/>
              <a:chOff x="6876885" y="3806361"/>
              <a:chExt cx="620486" cy="109051"/>
            </a:xfrm>
            <a:solidFill>
              <a:srgbClr val="FFFFFF"/>
            </a:solidFill>
          </p:grpSpPr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1761E9CE-E594-1132-A8FE-88D644E3011D}"/>
                  </a:ext>
                </a:extLst>
              </p:cNvPr>
              <p:cNvSpPr/>
              <p:nvPr/>
            </p:nvSpPr>
            <p:spPr>
              <a:xfrm>
                <a:off x="6876885" y="3806361"/>
                <a:ext cx="90387" cy="109051"/>
              </a:xfrm>
              <a:custGeom>
                <a:avLst/>
                <a:gdLst>
                  <a:gd name="connsiteX0" fmla="*/ 69278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2 h 109051"/>
                  <a:gd name="connsiteX4" fmla="*/ 21110 w 90387"/>
                  <a:gd name="connsiteY4" fmla="*/ 109052 h 109051"/>
                  <a:gd name="connsiteX5" fmla="*/ 21110 w 90387"/>
                  <a:gd name="connsiteY5" fmla="*/ 38877 h 109051"/>
                  <a:gd name="connsiteX6" fmla="*/ 75391 w 90387"/>
                  <a:gd name="connsiteY6" fmla="*/ 109052 h 109051"/>
                  <a:gd name="connsiteX7" fmla="*/ 90388 w 90387"/>
                  <a:gd name="connsiteY7" fmla="*/ 109052 h 109051"/>
                  <a:gd name="connsiteX8" fmla="*/ 90388 w 90387"/>
                  <a:gd name="connsiteY8" fmla="*/ 0 h 109051"/>
                  <a:gd name="connsiteX9" fmla="*/ 69278 w 90387"/>
                  <a:gd name="connsiteY9" fmla="*/ 0 h 109051"/>
                  <a:gd name="connsiteX10" fmla="*/ 69278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278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10" y="109052"/>
                    </a:lnTo>
                    <a:lnTo>
                      <a:pt x="21110" y="38877"/>
                    </a:lnTo>
                    <a:lnTo>
                      <a:pt x="75391" y="109052"/>
                    </a:lnTo>
                    <a:lnTo>
                      <a:pt x="90388" y="10905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41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8DC67ED8-0ADE-D905-BAEB-B02170E9BE2D}"/>
                  </a:ext>
                </a:extLst>
              </p:cNvPr>
              <p:cNvSpPr/>
              <p:nvPr/>
            </p:nvSpPr>
            <p:spPr>
              <a:xfrm>
                <a:off x="6997348" y="3806361"/>
                <a:ext cx="75798" cy="109051"/>
              </a:xfrm>
              <a:custGeom>
                <a:avLst/>
                <a:gdLst>
                  <a:gd name="connsiteX0" fmla="*/ 21109 w 75798"/>
                  <a:gd name="connsiteY0" fmla="*/ 62513 h 109051"/>
                  <a:gd name="connsiteX1" fmla="*/ 70582 w 75798"/>
                  <a:gd name="connsiteY1" fmla="*/ 62513 h 109051"/>
                  <a:gd name="connsiteX2" fmla="*/ 70582 w 75798"/>
                  <a:gd name="connsiteY2" fmla="*/ 44338 h 109051"/>
                  <a:gd name="connsiteX3" fmla="*/ 21109 w 75798"/>
                  <a:gd name="connsiteY3" fmla="*/ 44338 h 109051"/>
                  <a:gd name="connsiteX4" fmla="*/ 21109 w 75798"/>
                  <a:gd name="connsiteY4" fmla="*/ 18664 h 109051"/>
                  <a:gd name="connsiteX5" fmla="*/ 75064 w 75798"/>
                  <a:gd name="connsiteY5" fmla="*/ 18664 h 109051"/>
                  <a:gd name="connsiteX6" fmla="*/ 75064 w 75798"/>
                  <a:gd name="connsiteY6" fmla="*/ 0 h 109051"/>
                  <a:gd name="connsiteX7" fmla="*/ 21109 w 75798"/>
                  <a:gd name="connsiteY7" fmla="*/ 0 h 109051"/>
                  <a:gd name="connsiteX8" fmla="*/ 15485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2 h 109051"/>
                  <a:gd name="connsiteX11" fmla="*/ 15485 w 75798"/>
                  <a:gd name="connsiteY11" fmla="*/ 109052 h 109051"/>
                  <a:gd name="connsiteX12" fmla="*/ 21109 w 75798"/>
                  <a:gd name="connsiteY12" fmla="*/ 109052 h 109051"/>
                  <a:gd name="connsiteX13" fmla="*/ 75798 w 75798"/>
                  <a:gd name="connsiteY13" fmla="*/ 109052 h 109051"/>
                  <a:gd name="connsiteX14" fmla="*/ 75798 w 75798"/>
                  <a:gd name="connsiteY14" fmla="*/ 90388 h 109051"/>
                  <a:gd name="connsiteX15" fmla="*/ 21109 w 75798"/>
                  <a:gd name="connsiteY15" fmla="*/ 90388 h 109051"/>
                  <a:gd name="connsiteX16" fmla="*/ 21109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09" y="62513"/>
                    </a:moveTo>
                    <a:lnTo>
                      <a:pt x="70582" y="62513"/>
                    </a:lnTo>
                    <a:lnTo>
                      <a:pt x="70582" y="44338"/>
                    </a:lnTo>
                    <a:lnTo>
                      <a:pt x="21109" y="44338"/>
                    </a:lnTo>
                    <a:lnTo>
                      <a:pt x="21109" y="18664"/>
                    </a:lnTo>
                    <a:lnTo>
                      <a:pt x="75064" y="18664"/>
                    </a:lnTo>
                    <a:lnTo>
                      <a:pt x="75064" y="0"/>
                    </a:lnTo>
                    <a:lnTo>
                      <a:pt x="21109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109" y="109052"/>
                    </a:lnTo>
                    <a:lnTo>
                      <a:pt x="75798" y="109052"/>
                    </a:lnTo>
                    <a:lnTo>
                      <a:pt x="75798" y="90388"/>
                    </a:lnTo>
                    <a:lnTo>
                      <a:pt x="21109" y="90388"/>
                    </a:lnTo>
                    <a:lnTo>
                      <a:pt x="21109" y="6251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0A1E9ACC-9644-4C6E-AFA4-9F4A5546D376}"/>
                  </a:ext>
                </a:extLst>
              </p:cNvPr>
              <p:cNvSpPr/>
              <p:nvPr/>
            </p:nvSpPr>
            <p:spPr>
              <a:xfrm>
                <a:off x="7090262" y="3806361"/>
                <a:ext cx="103509" cy="109051"/>
              </a:xfrm>
              <a:custGeom>
                <a:avLst/>
                <a:gdLst>
                  <a:gd name="connsiteX0" fmla="*/ 101716 w 103509"/>
                  <a:gd name="connsiteY0" fmla="*/ 0 h 109051"/>
                  <a:gd name="connsiteX1" fmla="*/ 77673 w 103509"/>
                  <a:gd name="connsiteY1" fmla="*/ 0 h 109051"/>
                  <a:gd name="connsiteX2" fmla="*/ 52733 w 103509"/>
                  <a:gd name="connsiteY2" fmla="*/ 37655 h 109051"/>
                  <a:gd name="connsiteX3" fmla="*/ 27141 w 103509"/>
                  <a:gd name="connsiteY3" fmla="*/ 0 h 109051"/>
                  <a:gd name="connsiteX4" fmla="*/ 1956 w 103509"/>
                  <a:gd name="connsiteY4" fmla="*/ 0 h 109051"/>
                  <a:gd name="connsiteX5" fmla="*/ 39285 w 103509"/>
                  <a:gd name="connsiteY5" fmla="*/ 53059 h 109051"/>
                  <a:gd name="connsiteX6" fmla="*/ 0 w 103509"/>
                  <a:gd name="connsiteY6" fmla="*/ 109052 h 109051"/>
                  <a:gd name="connsiteX7" fmla="*/ 23880 w 103509"/>
                  <a:gd name="connsiteY7" fmla="*/ 109052 h 109051"/>
                  <a:gd name="connsiteX8" fmla="*/ 52081 w 103509"/>
                  <a:gd name="connsiteY8" fmla="*/ 67567 h 109051"/>
                  <a:gd name="connsiteX9" fmla="*/ 78733 w 103509"/>
                  <a:gd name="connsiteY9" fmla="*/ 109052 h 109051"/>
                  <a:gd name="connsiteX10" fmla="*/ 103510 w 103509"/>
                  <a:gd name="connsiteY10" fmla="*/ 109052 h 109051"/>
                  <a:gd name="connsiteX11" fmla="*/ 65692 w 103509"/>
                  <a:gd name="connsiteY11" fmla="*/ 52325 h 109051"/>
                  <a:gd name="connsiteX12" fmla="*/ 101716 w 103509"/>
                  <a:gd name="connsiteY12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3509" h="109051">
                    <a:moveTo>
                      <a:pt x="101716" y="0"/>
                    </a:moveTo>
                    <a:lnTo>
                      <a:pt x="77673" y="0"/>
                    </a:lnTo>
                    <a:lnTo>
                      <a:pt x="52733" y="37655"/>
                    </a:lnTo>
                    <a:lnTo>
                      <a:pt x="27141" y="0"/>
                    </a:lnTo>
                    <a:lnTo>
                      <a:pt x="1956" y="0"/>
                    </a:lnTo>
                    <a:lnTo>
                      <a:pt x="39285" y="53059"/>
                    </a:lnTo>
                    <a:lnTo>
                      <a:pt x="0" y="109052"/>
                    </a:lnTo>
                    <a:lnTo>
                      <a:pt x="23880" y="109052"/>
                    </a:lnTo>
                    <a:lnTo>
                      <a:pt x="52081" y="67567"/>
                    </a:lnTo>
                    <a:lnTo>
                      <a:pt x="78733" y="109052"/>
                    </a:lnTo>
                    <a:lnTo>
                      <a:pt x="103510" y="109052"/>
                    </a:lnTo>
                    <a:lnTo>
                      <a:pt x="65692" y="52325"/>
                    </a:lnTo>
                    <a:lnTo>
                      <a:pt x="1017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D1742C8D-188B-EC0F-5E32-FD00FAFE9D6C}"/>
                  </a:ext>
                </a:extLst>
              </p:cNvPr>
              <p:cNvSpPr/>
              <p:nvPr/>
            </p:nvSpPr>
            <p:spPr>
              <a:xfrm>
                <a:off x="7200780" y="3806361"/>
                <a:ext cx="100005" cy="109051"/>
              </a:xfrm>
              <a:custGeom>
                <a:avLst/>
                <a:gdLst>
                  <a:gd name="connsiteX0" fmla="*/ 75961 w 100005"/>
                  <a:gd name="connsiteY0" fmla="*/ 0 h 109051"/>
                  <a:gd name="connsiteX1" fmla="*/ 50206 w 100005"/>
                  <a:gd name="connsiteY1" fmla="*/ 42382 h 109051"/>
                  <a:gd name="connsiteX2" fmla="*/ 24533 w 100005"/>
                  <a:gd name="connsiteY2" fmla="*/ 0 h 109051"/>
                  <a:gd name="connsiteX3" fmla="*/ 0 w 100005"/>
                  <a:gd name="connsiteY3" fmla="*/ 0 h 109051"/>
                  <a:gd name="connsiteX4" fmla="*/ 39530 w 100005"/>
                  <a:gd name="connsiteY4" fmla="*/ 62839 h 109051"/>
                  <a:gd name="connsiteX5" fmla="*/ 39530 w 100005"/>
                  <a:gd name="connsiteY5" fmla="*/ 109052 h 109051"/>
                  <a:gd name="connsiteX6" fmla="*/ 60639 w 100005"/>
                  <a:gd name="connsiteY6" fmla="*/ 109052 h 109051"/>
                  <a:gd name="connsiteX7" fmla="*/ 60639 w 100005"/>
                  <a:gd name="connsiteY7" fmla="*/ 61861 h 109051"/>
                  <a:gd name="connsiteX8" fmla="*/ 100005 w 100005"/>
                  <a:gd name="connsiteY8" fmla="*/ 0 h 109051"/>
                  <a:gd name="connsiteX9" fmla="*/ 75961 w 100005"/>
                  <a:gd name="connsiteY9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0005" h="109051">
                    <a:moveTo>
                      <a:pt x="75961" y="0"/>
                    </a:moveTo>
                    <a:lnTo>
                      <a:pt x="50206" y="42382"/>
                    </a:lnTo>
                    <a:lnTo>
                      <a:pt x="24533" y="0"/>
                    </a:lnTo>
                    <a:lnTo>
                      <a:pt x="0" y="0"/>
                    </a:lnTo>
                    <a:lnTo>
                      <a:pt x="39530" y="62839"/>
                    </a:lnTo>
                    <a:lnTo>
                      <a:pt x="39530" y="109052"/>
                    </a:lnTo>
                    <a:lnTo>
                      <a:pt x="60639" y="109052"/>
                    </a:lnTo>
                    <a:lnTo>
                      <a:pt x="60639" y="61861"/>
                    </a:lnTo>
                    <a:lnTo>
                      <a:pt x="100005" y="0"/>
                    </a:lnTo>
                    <a:lnTo>
                      <a:pt x="759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8022155-9A3A-B155-27BD-7AA870167C10}"/>
                  </a:ext>
                </a:extLst>
              </p:cNvPr>
              <p:cNvSpPr/>
              <p:nvPr/>
            </p:nvSpPr>
            <p:spPr>
              <a:xfrm>
                <a:off x="7308528" y="3806361"/>
                <a:ext cx="90713" cy="109051"/>
              </a:xfrm>
              <a:custGeom>
                <a:avLst/>
                <a:gdLst>
                  <a:gd name="connsiteX0" fmla="*/ 0 w 90713"/>
                  <a:gd name="connsiteY0" fmla="*/ 18827 h 109051"/>
                  <a:gd name="connsiteX1" fmla="*/ 34721 w 90713"/>
                  <a:gd name="connsiteY1" fmla="*/ 18827 h 109051"/>
                  <a:gd name="connsiteX2" fmla="*/ 34721 w 90713"/>
                  <a:gd name="connsiteY2" fmla="*/ 109052 h 109051"/>
                  <a:gd name="connsiteX3" fmla="*/ 55993 w 90713"/>
                  <a:gd name="connsiteY3" fmla="*/ 109052 h 109051"/>
                  <a:gd name="connsiteX4" fmla="*/ 55993 w 90713"/>
                  <a:gd name="connsiteY4" fmla="*/ 18827 h 109051"/>
                  <a:gd name="connsiteX5" fmla="*/ 90714 w 90713"/>
                  <a:gd name="connsiteY5" fmla="*/ 18827 h 109051"/>
                  <a:gd name="connsiteX6" fmla="*/ 90714 w 90713"/>
                  <a:gd name="connsiteY6" fmla="*/ 0 h 109051"/>
                  <a:gd name="connsiteX7" fmla="*/ 0 w 90713"/>
                  <a:gd name="connsiteY7" fmla="*/ 0 h 109051"/>
                  <a:gd name="connsiteX8" fmla="*/ 0 w 90713"/>
                  <a:gd name="connsiteY8" fmla="*/ 18827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051">
                    <a:moveTo>
                      <a:pt x="0" y="18827"/>
                    </a:moveTo>
                    <a:lnTo>
                      <a:pt x="34721" y="18827"/>
                    </a:lnTo>
                    <a:lnTo>
                      <a:pt x="34721" y="109052"/>
                    </a:lnTo>
                    <a:lnTo>
                      <a:pt x="55993" y="109052"/>
                    </a:lnTo>
                    <a:lnTo>
                      <a:pt x="55993" y="18827"/>
                    </a:lnTo>
                    <a:lnTo>
                      <a:pt x="90714" y="18827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82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BBB93FDC-1074-BC39-49BA-3DEAC16FC98F}"/>
                  </a:ext>
                </a:extLst>
              </p:cNvPr>
              <p:cNvSpPr/>
              <p:nvPr/>
            </p:nvSpPr>
            <p:spPr>
              <a:xfrm>
                <a:off x="7421574" y="3806361"/>
                <a:ext cx="75798" cy="109051"/>
              </a:xfrm>
              <a:custGeom>
                <a:avLst/>
                <a:gdLst>
                  <a:gd name="connsiteX0" fmla="*/ 21028 w 75798"/>
                  <a:gd name="connsiteY0" fmla="*/ 90388 h 109051"/>
                  <a:gd name="connsiteX1" fmla="*/ 21028 w 75798"/>
                  <a:gd name="connsiteY1" fmla="*/ 62513 h 109051"/>
                  <a:gd name="connsiteX2" fmla="*/ 70500 w 75798"/>
                  <a:gd name="connsiteY2" fmla="*/ 62513 h 109051"/>
                  <a:gd name="connsiteX3" fmla="*/ 70500 w 75798"/>
                  <a:gd name="connsiteY3" fmla="*/ 44338 h 109051"/>
                  <a:gd name="connsiteX4" fmla="*/ 21028 w 75798"/>
                  <a:gd name="connsiteY4" fmla="*/ 44338 h 109051"/>
                  <a:gd name="connsiteX5" fmla="*/ 21028 w 75798"/>
                  <a:gd name="connsiteY5" fmla="*/ 18664 h 109051"/>
                  <a:gd name="connsiteX6" fmla="*/ 74983 w 75798"/>
                  <a:gd name="connsiteY6" fmla="*/ 18664 h 109051"/>
                  <a:gd name="connsiteX7" fmla="*/ 74983 w 75798"/>
                  <a:gd name="connsiteY7" fmla="*/ 0 h 109051"/>
                  <a:gd name="connsiteX8" fmla="*/ 21028 w 75798"/>
                  <a:gd name="connsiteY8" fmla="*/ 0 h 109051"/>
                  <a:gd name="connsiteX9" fmla="*/ 15485 w 75798"/>
                  <a:gd name="connsiteY9" fmla="*/ 0 h 109051"/>
                  <a:gd name="connsiteX10" fmla="*/ 0 w 75798"/>
                  <a:gd name="connsiteY10" fmla="*/ 0 h 109051"/>
                  <a:gd name="connsiteX11" fmla="*/ 0 w 75798"/>
                  <a:gd name="connsiteY11" fmla="*/ 109052 h 109051"/>
                  <a:gd name="connsiteX12" fmla="*/ 15485 w 75798"/>
                  <a:gd name="connsiteY12" fmla="*/ 109052 h 109051"/>
                  <a:gd name="connsiteX13" fmla="*/ 21028 w 75798"/>
                  <a:gd name="connsiteY13" fmla="*/ 109052 h 109051"/>
                  <a:gd name="connsiteX14" fmla="*/ 75798 w 75798"/>
                  <a:gd name="connsiteY14" fmla="*/ 109052 h 109051"/>
                  <a:gd name="connsiteX15" fmla="*/ 75798 w 75798"/>
                  <a:gd name="connsiteY15" fmla="*/ 90388 h 109051"/>
                  <a:gd name="connsiteX16" fmla="*/ 21028 w 75798"/>
                  <a:gd name="connsiteY16" fmla="*/ 90388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028" y="90388"/>
                    </a:moveTo>
                    <a:lnTo>
                      <a:pt x="21028" y="62513"/>
                    </a:lnTo>
                    <a:lnTo>
                      <a:pt x="70500" y="62513"/>
                    </a:lnTo>
                    <a:lnTo>
                      <a:pt x="70500" y="44338"/>
                    </a:lnTo>
                    <a:lnTo>
                      <a:pt x="21028" y="44338"/>
                    </a:lnTo>
                    <a:lnTo>
                      <a:pt x="21028" y="18664"/>
                    </a:lnTo>
                    <a:lnTo>
                      <a:pt x="74983" y="18664"/>
                    </a:lnTo>
                    <a:lnTo>
                      <a:pt x="74983" y="0"/>
                    </a:lnTo>
                    <a:lnTo>
                      <a:pt x="21028" y="0"/>
                    </a:lnTo>
                    <a:lnTo>
                      <a:pt x="15485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5" y="109052"/>
                    </a:lnTo>
                    <a:lnTo>
                      <a:pt x="21028" y="109052"/>
                    </a:lnTo>
                    <a:lnTo>
                      <a:pt x="75798" y="109052"/>
                    </a:lnTo>
                    <a:lnTo>
                      <a:pt x="75798" y="90388"/>
                    </a:lnTo>
                    <a:lnTo>
                      <a:pt x="21028" y="9038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3B85B73E-DB7B-B25D-8E14-063CB85EEEBE}"/>
                </a:ext>
              </a:extLst>
            </p:cNvPr>
            <p:cNvSpPr/>
            <p:nvPr/>
          </p:nvSpPr>
          <p:spPr>
            <a:xfrm>
              <a:off x="6876885" y="3976459"/>
              <a:ext cx="620160" cy="50369"/>
            </a:xfrm>
            <a:custGeom>
              <a:avLst/>
              <a:gdLst>
                <a:gd name="connsiteX0" fmla="*/ 0 w 620160"/>
                <a:gd name="connsiteY0" fmla="*/ 0 h 50369"/>
                <a:gd name="connsiteX1" fmla="*/ 620161 w 620160"/>
                <a:gd name="connsiteY1" fmla="*/ 0 h 50369"/>
                <a:gd name="connsiteX2" fmla="*/ 620161 w 620160"/>
                <a:gd name="connsiteY2" fmla="*/ 50369 h 50369"/>
                <a:gd name="connsiteX3" fmla="*/ 0 w 620160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0160" h="50369">
                  <a:moveTo>
                    <a:pt x="0" y="0"/>
                  </a:moveTo>
                  <a:lnTo>
                    <a:pt x="620161" y="0"/>
                  </a:lnTo>
                  <a:lnTo>
                    <a:pt x="62016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9" name="Graphic 2241">
            <a:extLst>
              <a:ext uri="{FF2B5EF4-FFF2-40B4-BE49-F238E27FC236}">
                <a16:creationId xmlns:a16="http://schemas.microsoft.com/office/drawing/2014/main" id="{F2356FA8-6B1E-AE4B-4B6E-41F1058E1092}"/>
              </a:ext>
            </a:extLst>
          </p:cNvPr>
          <p:cNvGrpSpPr/>
          <p:nvPr/>
        </p:nvGrpSpPr>
        <p:grpSpPr>
          <a:xfrm>
            <a:off x="3552383" y="4492206"/>
            <a:ext cx="469053" cy="222097"/>
            <a:chOff x="6952602" y="4408673"/>
            <a:chExt cx="469053" cy="222097"/>
          </a:xfrm>
        </p:grpSpPr>
        <p:grpSp>
          <p:nvGrpSpPr>
            <p:cNvPr id="350" name="Graphic 2241">
              <a:extLst>
                <a:ext uri="{FF2B5EF4-FFF2-40B4-BE49-F238E27FC236}">
                  <a16:creationId xmlns:a16="http://schemas.microsoft.com/office/drawing/2014/main" id="{C32C7ED1-EAEC-3A18-944F-EE864CCB55B8}"/>
                </a:ext>
              </a:extLst>
            </p:cNvPr>
            <p:cNvGrpSpPr/>
            <p:nvPr/>
          </p:nvGrpSpPr>
          <p:grpSpPr>
            <a:xfrm>
              <a:off x="6952602" y="4408673"/>
              <a:ext cx="468401" cy="112311"/>
              <a:chOff x="6952602" y="4408673"/>
              <a:chExt cx="468401" cy="112311"/>
            </a:xfrm>
            <a:solidFill>
              <a:srgbClr val="FFFFFF"/>
            </a:solidFill>
          </p:grpSpPr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39AC1BD0-7917-7203-BAE2-9A2C1BB62A7F}"/>
                  </a:ext>
                </a:extLst>
              </p:cNvPr>
              <p:cNvSpPr/>
              <p:nvPr/>
            </p:nvSpPr>
            <p:spPr>
              <a:xfrm>
                <a:off x="6952602" y="4408673"/>
                <a:ext cx="112964" cy="112311"/>
              </a:xfrm>
              <a:custGeom>
                <a:avLst/>
                <a:gdLst>
                  <a:gd name="connsiteX0" fmla="*/ 96664 w 112964"/>
                  <a:gd name="connsiteY0" fmla="*/ 16056 h 112311"/>
                  <a:gd name="connsiteX1" fmla="*/ 78733 w 112964"/>
                  <a:gd name="connsiteY1" fmla="*/ 4157 h 112311"/>
                  <a:gd name="connsiteX2" fmla="*/ 56401 w 112964"/>
                  <a:gd name="connsiteY2" fmla="*/ 0 h 112311"/>
                  <a:gd name="connsiteX3" fmla="*/ 34232 w 112964"/>
                  <a:gd name="connsiteY3" fmla="*/ 4157 h 112311"/>
                  <a:gd name="connsiteX4" fmla="*/ 16301 w 112964"/>
                  <a:gd name="connsiteY4" fmla="*/ 16056 h 112311"/>
                  <a:gd name="connsiteX5" fmla="*/ 4320 w 112964"/>
                  <a:gd name="connsiteY5" fmla="*/ 33987 h 112311"/>
                  <a:gd name="connsiteX6" fmla="*/ 0 w 112964"/>
                  <a:gd name="connsiteY6" fmla="*/ 55911 h 112311"/>
                  <a:gd name="connsiteX7" fmla="*/ 4320 w 112964"/>
                  <a:gd name="connsiteY7" fmla="*/ 77917 h 112311"/>
                  <a:gd name="connsiteX8" fmla="*/ 16382 w 112964"/>
                  <a:gd name="connsiteY8" fmla="*/ 95930 h 112311"/>
                  <a:gd name="connsiteX9" fmla="*/ 34476 w 112964"/>
                  <a:gd name="connsiteY9" fmla="*/ 107992 h 112311"/>
                  <a:gd name="connsiteX10" fmla="*/ 56727 w 112964"/>
                  <a:gd name="connsiteY10" fmla="*/ 112312 h 112311"/>
                  <a:gd name="connsiteX11" fmla="*/ 78814 w 112964"/>
                  <a:gd name="connsiteY11" fmla="*/ 108074 h 112311"/>
                  <a:gd name="connsiteX12" fmla="*/ 96745 w 112964"/>
                  <a:gd name="connsiteY12" fmla="*/ 96093 h 112311"/>
                  <a:gd name="connsiteX13" fmla="*/ 108644 w 112964"/>
                  <a:gd name="connsiteY13" fmla="*/ 78080 h 112311"/>
                  <a:gd name="connsiteX14" fmla="*/ 112964 w 112964"/>
                  <a:gd name="connsiteY14" fmla="*/ 56074 h 112311"/>
                  <a:gd name="connsiteX15" fmla="*/ 108644 w 112964"/>
                  <a:gd name="connsiteY15" fmla="*/ 34068 h 112311"/>
                  <a:gd name="connsiteX16" fmla="*/ 96664 w 112964"/>
                  <a:gd name="connsiteY16" fmla="*/ 16056 h 112311"/>
                  <a:gd name="connsiteX17" fmla="*/ 86802 w 112964"/>
                  <a:gd name="connsiteY17" fmla="*/ 75228 h 112311"/>
                  <a:gd name="connsiteX18" fmla="*/ 74658 w 112964"/>
                  <a:gd name="connsiteY18" fmla="*/ 88187 h 112311"/>
                  <a:gd name="connsiteX19" fmla="*/ 56482 w 112964"/>
                  <a:gd name="connsiteY19" fmla="*/ 92832 h 112311"/>
                  <a:gd name="connsiteX20" fmla="*/ 42464 w 112964"/>
                  <a:gd name="connsiteY20" fmla="*/ 90143 h 112311"/>
                  <a:gd name="connsiteX21" fmla="*/ 31461 w 112964"/>
                  <a:gd name="connsiteY21" fmla="*/ 82644 h 112311"/>
                  <a:gd name="connsiteX22" fmla="*/ 24370 w 112964"/>
                  <a:gd name="connsiteY22" fmla="*/ 70990 h 112311"/>
                  <a:gd name="connsiteX23" fmla="*/ 21924 w 112964"/>
                  <a:gd name="connsiteY23" fmla="*/ 55911 h 112311"/>
                  <a:gd name="connsiteX24" fmla="*/ 26326 w 112964"/>
                  <a:gd name="connsiteY24" fmla="*/ 36840 h 112311"/>
                  <a:gd name="connsiteX25" fmla="*/ 38470 w 112964"/>
                  <a:gd name="connsiteY25" fmla="*/ 24043 h 112311"/>
                  <a:gd name="connsiteX26" fmla="*/ 56482 w 112964"/>
                  <a:gd name="connsiteY26" fmla="*/ 19479 h 112311"/>
                  <a:gd name="connsiteX27" fmla="*/ 70664 w 112964"/>
                  <a:gd name="connsiteY27" fmla="*/ 22087 h 112311"/>
                  <a:gd name="connsiteX28" fmla="*/ 81585 w 112964"/>
                  <a:gd name="connsiteY28" fmla="*/ 29586 h 112311"/>
                  <a:gd name="connsiteX29" fmla="*/ 88758 w 112964"/>
                  <a:gd name="connsiteY29" fmla="*/ 41159 h 112311"/>
                  <a:gd name="connsiteX30" fmla="*/ 91203 w 112964"/>
                  <a:gd name="connsiteY30" fmla="*/ 55911 h 112311"/>
                  <a:gd name="connsiteX31" fmla="*/ 86883 w 112964"/>
                  <a:gd name="connsiteY31" fmla="*/ 75228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4" h="112311">
                    <a:moveTo>
                      <a:pt x="96664" y="16056"/>
                    </a:moveTo>
                    <a:cubicBezTo>
                      <a:pt x="91529" y="10921"/>
                      <a:pt x="85579" y="6928"/>
                      <a:pt x="78733" y="4157"/>
                    </a:cubicBezTo>
                    <a:cubicBezTo>
                      <a:pt x="71886" y="1385"/>
                      <a:pt x="64470" y="0"/>
                      <a:pt x="56401" y="0"/>
                    </a:cubicBezTo>
                    <a:cubicBezTo>
                      <a:pt x="48332" y="0"/>
                      <a:pt x="41078" y="1385"/>
                      <a:pt x="34232" y="4157"/>
                    </a:cubicBezTo>
                    <a:cubicBezTo>
                      <a:pt x="27386" y="6928"/>
                      <a:pt x="21435" y="10921"/>
                      <a:pt x="16301" y="16056"/>
                    </a:cubicBezTo>
                    <a:cubicBezTo>
                      <a:pt x="11166" y="21191"/>
                      <a:pt x="7172" y="27222"/>
                      <a:pt x="4320" y="33987"/>
                    </a:cubicBezTo>
                    <a:cubicBezTo>
                      <a:pt x="1386" y="40752"/>
                      <a:pt x="0" y="48087"/>
                      <a:pt x="0" y="55911"/>
                    </a:cubicBezTo>
                    <a:cubicBezTo>
                      <a:pt x="0" y="63736"/>
                      <a:pt x="1468" y="71071"/>
                      <a:pt x="4320" y="77917"/>
                    </a:cubicBezTo>
                    <a:cubicBezTo>
                      <a:pt x="7172" y="84764"/>
                      <a:pt x="11248" y="90713"/>
                      <a:pt x="16382" y="95930"/>
                    </a:cubicBezTo>
                    <a:cubicBezTo>
                      <a:pt x="21517" y="101064"/>
                      <a:pt x="27548" y="105140"/>
                      <a:pt x="34476" y="107992"/>
                    </a:cubicBezTo>
                    <a:cubicBezTo>
                      <a:pt x="41404" y="110845"/>
                      <a:pt x="48739" y="112312"/>
                      <a:pt x="56727" y="112312"/>
                    </a:cubicBezTo>
                    <a:cubicBezTo>
                      <a:pt x="64714" y="112312"/>
                      <a:pt x="71968" y="110926"/>
                      <a:pt x="78814" y="108074"/>
                    </a:cubicBezTo>
                    <a:cubicBezTo>
                      <a:pt x="85660" y="105221"/>
                      <a:pt x="91692" y="101227"/>
                      <a:pt x="96745" y="96093"/>
                    </a:cubicBezTo>
                    <a:cubicBezTo>
                      <a:pt x="101798" y="90958"/>
                      <a:pt x="105792" y="84927"/>
                      <a:pt x="108644" y="78080"/>
                    </a:cubicBezTo>
                    <a:cubicBezTo>
                      <a:pt x="111497" y="71234"/>
                      <a:pt x="112964" y="63899"/>
                      <a:pt x="112964" y="56074"/>
                    </a:cubicBezTo>
                    <a:cubicBezTo>
                      <a:pt x="112964" y="48250"/>
                      <a:pt x="111497" y="40915"/>
                      <a:pt x="108644" y="34068"/>
                    </a:cubicBezTo>
                    <a:cubicBezTo>
                      <a:pt x="105792" y="27222"/>
                      <a:pt x="101717" y="21272"/>
                      <a:pt x="96664" y="16056"/>
                    </a:cubicBezTo>
                    <a:close/>
                    <a:moveTo>
                      <a:pt x="86802" y="75228"/>
                    </a:moveTo>
                    <a:cubicBezTo>
                      <a:pt x="83949" y="80770"/>
                      <a:pt x="79874" y="85090"/>
                      <a:pt x="74658" y="88187"/>
                    </a:cubicBezTo>
                    <a:cubicBezTo>
                      <a:pt x="69441" y="91284"/>
                      <a:pt x="63328" y="92832"/>
                      <a:pt x="56482" y="92832"/>
                    </a:cubicBezTo>
                    <a:cubicBezTo>
                      <a:pt x="51429" y="92832"/>
                      <a:pt x="46702" y="91936"/>
                      <a:pt x="42464" y="90143"/>
                    </a:cubicBezTo>
                    <a:cubicBezTo>
                      <a:pt x="38144" y="88350"/>
                      <a:pt x="34476" y="85823"/>
                      <a:pt x="31461" y="82644"/>
                    </a:cubicBezTo>
                    <a:cubicBezTo>
                      <a:pt x="28445" y="79466"/>
                      <a:pt x="26081" y="75554"/>
                      <a:pt x="24370" y="70990"/>
                    </a:cubicBezTo>
                    <a:cubicBezTo>
                      <a:pt x="22740" y="66425"/>
                      <a:pt x="21924" y="61454"/>
                      <a:pt x="21924" y="55911"/>
                    </a:cubicBezTo>
                    <a:cubicBezTo>
                      <a:pt x="21924" y="48658"/>
                      <a:pt x="23391" y="42300"/>
                      <a:pt x="26326" y="36840"/>
                    </a:cubicBezTo>
                    <a:cubicBezTo>
                      <a:pt x="29260" y="31379"/>
                      <a:pt x="33335" y="27059"/>
                      <a:pt x="38470" y="24043"/>
                    </a:cubicBezTo>
                    <a:cubicBezTo>
                      <a:pt x="43605" y="21028"/>
                      <a:pt x="49636" y="19479"/>
                      <a:pt x="56482" y="19479"/>
                    </a:cubicBezTo>
                    <a:cubicBezTo>
                      <a:pt x="61780" y="19479"/>
                      <a:pt x="66507" y="20376"/>
                      <a:pt x="70664" y="22087"/>
                    </a:cubicBezTo>
                    <a:cubicBezTo>
                      <a:pt x="74821" y="23880"/>
                      <a:pt x="78488" y="26325"/>
                      <a:pt x="81585" y="29586"/>
                    </a:cubicBezTo>
                    <a:cubicBezTo>
                      <a:pt x="84682" y="32846"/>
                      <a:pt x="87046" y="36677"/>
                      <a:pt x="88758" y="41159"/>
                    </a:cubicBezTo>
                    <a:cubicBezTo>
                      <a:pt x="90388" y="45642"/>
                      <a:pt x="91203" y="50532"/>
                      <a:pt x="91203" y="55911"/>
                    </a:cubicBezTo>
                    <a:cubicBezTo>
                      <a:pt x="91203" y="63247"/>
                      <a:pt x="89736" y="69685"/>
                      <a:pt x="86883" y="752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76A45A3-8F30-2AD6-BC8A-6E71628FBC99}"/>
                  </a:ext>
                </a:extLst>
              </p:cNvPr>
              <p:cNvSpPr/>
              <p:nvPr/>
            </p:nvSpPr>
            <p:spPr>
              <a:xfrm>
                <a:off x="7090180" y="4410384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10 w 85171"/>
                  <a:gd name="connsiteY8" fmla="*/ 108970 h 108970"/>
                  <a:gd name="connsiteX9" fmla="*/ 21110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028 w 85171"/>
                  <a:gd name="connsiteY15" fmla="*/ 17116 h 108970"/>
                  <a:gd name="connsiteX16" fmla="*/ 40752 w 85171"/>
                  <a:gd name="connsiteY16" fmla="*/ 17116 h 108970"/>
                  <a:gd name="connsiteX17" fmla="*/ 52651 w 85171"/>
                  <a:gd name="connsiteY17" fmla="*/ 21354 h 108970"/>
                  <a:gd name="connsiteX18" fmla="*/ 56808 w 85171"/>
                  <a:gd name="connsiteY18" fmla="*/ 32112 h 108970"/>
                  <a:gd name="connsiteX19" fmla="*/ 52651 w 85171"/>
                  <a:gd name="connsiteY19" fmla="*/ 42871 h 108970"/>
                  <a:gd name="connsiteX20" fmla="*/ 40589 w 85171"/>
                  <a:gd name="connsiteY20" fmla="*/ 46783 h 108970"/>
                  <a:gd name="connsiteX21" fmla="*/ 21028 w 85171"/>
                  <a:gd name="connsiteY21" fmla="*/ 46783 h 108970"/>
                  <a:gd name="connsiteX22" fmla="*/ 21028 w 85171"/>
                  <a:gd name="connsiteY22" fmla="*/ 17034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6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10" y="108970"/>
                    </a:lnTo>
                    <a:lnTo>
                      <a:pt x="21110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4" y="62513"/>
                      <a:pt x="57460" y="61372"/>
                      <a:pt x="61128" y="59498"/>
                    </a:cubicBezTo>
                    <a:close/>
                    <a:moveTo>
                      <a:pt x="21028" y="17116"/>
                    </a:moveTo>
                    <a:lnTo>
                      <a:pt x="40752" y="17116"/>
                    </a:lnTo>
                    <a:cubicBezTo>
                      <a:pt x="45887" y="17116"/>
                      <a:pt x="49880" y="18501"/>
                      <a:pt x="52651" y="21354"/>
                    </a:cubicBezTo>
                    <a:cubicBezTo>
                      <a:pt x="55423" y="24207"/>
                      <a:pt x="56808" y="27793"/>
                      <a:pt x="56808" y="32112"/>
                    </a:cubicBezTo>
                    <a:cubicBezTo>
                      <a:pt x="56808" y="36432"/>
                      <a:pt x="55423" y="40263"/>
                      <a:pt x="52651" y="42871"/>
                    </a:cubicBezTo>
                    <a:cubicBezTo>
                      <a:pt x="49880" y="45479"/>
                      <a:pt x="45805" y="46783"/>
                      <a:pt x="40589" y="46783"/>
                    </a:cubicBezTo>
                    <a:lnTo>
                      <a:pt x="21028" y="46783"/>
                    </a:lnTo>
                    <a:lnTo>
                      <a:pt x="21028" y="17034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0E76128C-FF34-7C9A-F53D-AD6C466CFFB3}"/>
                  </a:ext>
                </a:extLst>
              </p:cNvPr>
              <p:cNvSpPr/>
              <p:nvPr/>
            </p:nvSpPr>
            <p:spPr>
              <a:xfrm>
                <a:off x="7194831" y="4410302"/>
                <a:ext cx="81258" cy="108970"/>
              </a:xfrm>
              <a:custGeom>
                <a:avLst/>
                <a:gdLst>
                  <a:gd name="connsiteX0" fmla="*/ 63736 w 81258"/>
                  <a:gd name="connsiteY0" fmla="*/ 50695 h 108970"/>
                  <a:gd name="connsiteX1" fmla="*/ 71479 w 81258"/>
                  <a:gd name="connsiteY1" fmla="*/ 44420 h 108970"/>
                  <a:gd name="connsiteX2" fmla="*/ 77103 w 81258"/>
                  <a:gd name="connsiteY2" fmla="*/ 28363 h 108970"/>
                  <a:gd name="connsiteX3" fmla="*/ 73272 w 81258"/>
                  <a:gd name="connsiteY3" fmla="*/ 14345 h 108970"/>
                  <a:gd name="connsiteX4" fmla="*/ 62187 w 81258"/>
                  <a:gd name="connsiteY4" fmla="*/ 3994 h 108970"/>
                  <a:gd name="connsiteX5" fmla="*/ 44175 w 81258"/>
                  <a:gd name="connsiteY5" fmla="*/ 0 h 108970"/>
                  <a:gd name="connsiteX6" fmla="*/ 0 w 81258"/>
                  <a:gd name="connsiteY6" fmla="*/ 0 h 108970"/>
                  <a:gd name="connsiteX7" fmla="*/ 0 w 81258"/>
                  <a:gd name="connsiteY7" fmla="*/ 108970 h 108970"/>
                  <a:gd name="connsiteX8" fmla="*/ 44827 w 81258"/>
                  <a:gd name="connsiteY8" fmla="*/ 108970 h 108970"/>
                  <a:gd name="connsiteX9" fmla="*/ 64469 w 81258"/>
                  <a:gd name="connsiteY9" fmla="*/ 104732 h 108970"/>
                  <a:gd name="connsiteX10" fmla="*/ 76939 w 81258"/>
                  <a:gd name="connsiteY10" fmla="*/ 93403 h 108970"/>
                  <a:gd name="connsiteX11" fmla="*/ 81259 w 81258"/>
                  <a:gd name="connsiteY11" fmla="*/ 77673 h 108970"/>
                  <a:gd name="connsiteX12" fmla="*/ 74575 w 81258"/>
                  <a:gd name="connsiteY12" fmla="*/ 58846 h 108970"/>
                  <a:gd name="connsiteX13" fmla="*/ 63654 w 81258"/>
                  <a:gd name="connsiteY13" fmla="*/ 50695 h 108970"/>
                  <a:gd name="connsiteX14" fmla="*/ 41648 w 81258"/>
                  <a:gd name="connsiteY14" fmla="*/ 17197 h 108970"/>
                  <a:gd name="connsiteX15" fmla="*/ 51918 w 81258"/>
                  <a:gd name="connsiteY15" fmla="*/ 20457 h 108970"/>
                  <a:gd name="connsiteX16" fmla="*/ 55830 w 81258"/>
                  <a:gd name="connsiteY16" fmla="*/ 30401 h 108970"/>
                  <a:gd name="connsiteX17" fmla="*/ 51918 w 81258"/>
                  <a:gd name="connsiteY17" fmla="*/ 40181 h 108970"/>
                  <a:gd name="connsiteX18" fmla="*/ 41404 w 81258"/>
                  <a:gd name="connsiteY18" fmla="*/ 43442 h 108970"/>
                  <a:gd name="connsiteX19" fmla="*/ 20946 w 81258"/>
                  <a:gd name="connsiteY19" fmla="*/ 43442 h 108970"/>
                  <a:gd name="connsiteX20" fmla="*/ 20946 w 81258"/>
                  <a:gd name="connsiteY20" fmla="*/ 17279 h 108970"/>
                  <a:gd name="connsiteX21" fmla="*/ 41567 w 81258"/>
                  <a:gd name="connsiteY21" fmla="*/ 17279 h 108970"/>
                  <a:gd name="connsiteX22" fmla="*/ 55830 w 81258"/>
                  <a:gd name="connsiteY22" fmla="*/ 87127 h 108970"/>
                  <a:gd name="connsiteX23" fmla="*/ 44093 w 81258"/>
                  <a:gd name="connsiteY23" fmla="*/ 91773 h 108970"/>
                  <a:gd name="connsiteX24" fmla="*/ 21028 w 81258"/>
                  <a:gd name="connsiteY24" fmla="*/ 91773 h 108970"/>
                  <a:gd name="connsiteX25" fmla="*/ 21028 w 81258"/>
                  <a:gd name="connsiteY25" fmla="*/ 60476 h 108970"/>
                  <a:gd name="connsiteX26" fmla="*/ 43849 w 81258"/>
                  <a:gd name="connsiteY26" fmla="*/ 60476 h 108970"/>
                  <a:gd name="connsiteX27" fmla="*/ 52651 w 81258"/>
                  <a:gd name="connsiteY27" fmla="*/ 62676 h 108970"/>
                  <a:gd name="connsiteX28" fmla="*/ 58275 w 81258"/>
                  <a:gd name="connsiteY28" fmla="*/ 68300 h 108970"/>
                  <a:gd name="connsiteX29" fmla="*/ 60150 w 81258"/>
                  <a:gd name="connsiteY29" fmla="*/ 76124 h 108970"/>
                  <a:gd name="connsiteX30" fmla="*/ 55911 w 81258"/>
                  <a:gd name="connsiteY30" fmla="*/ 87127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1258" h="108970">
                    <a:moveTo>
                      <a:pt x="63736" y="50695"/>
                    </a:moveTo>
                    <a:cubicBezTo>
                      <a:pt x="66833" y="48902"/>
                      <a:pt x="69441" y="46865"/>
                      <a:pt x="71479" y="44420"/>
                    </a:cubicBezTo>
                    <a:cubicBezTo>
                      <a:pt x="75228" y="39937"/>
                      <a:pt x="77103" y="34558"/>
                      <a:pt x="77103" y="28363"/>
                    </a:cubicBezTo>
                    <a:cubicBezTo>
                      <a:pt x="77103" y="23310"/>
                      <a:pt x="75798" y="18583"/>
                      <a:pt x="73272" y="14345"/>
                    </a:cubicBezTo>
                    <a:cubicBezTo>
                      <a:pt x="70745" y="10025"/>
                      <a:pt x="67077" y="6602"/>
                      <a:pt x="62187" y="3994"/>
                    </a:cubicBezTo>
                    <a:cubicBezTo>
                      <a:pt x="57297" y="1386"/>
                      <a:pt x="51347" y="0"/>
                      <a:pt x="44175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44827" y="108970"/>
                    </a:lnTo>
                    <a:cubicBezTo>
                      <a:pt x="52488" y="108970"/>
                      <a:pt x="59009" y="107585"/>
                      <a:pt x="64469" y="104732"/>
                    </a:cubicBezTo>
                    <a:cubicBezTo>
                      <a:pt x="69930" y="101879"/>
                      <a:pt x="74086" y="98130"/>
                      <a:pt x="76939" y="93403"/>
                    </a:cubicBezTo>
                    <a:cubicBezTo>
                      <a:pt x="79792" y="88676"/>
                      <a:pt x="81259" y="83460"/>
                      <a:pt x="81259" y="77673"/>
                    </a:cubicBezTo>
                    <a:cubicBezTo>
                      <a:pt x="81259" y="70338"/>
                      <a:pt x="79059" y="64062"/>
                      <a:pt x="74575" y="58846"/>
                    </a:cubicBezTo>
                    <a:cubicBezTo>
                      <a:pt x="71723" y="55504"/>
                      <a:pt x="68055" y="52814"/>
                      <a:pt x="63654" y="50695"/>
                    </a:cubicBezTo>
                    <a:close/>
                    <a:moveTo>
                      <a:pt x="41648" y="17197"/>
                    </a:moveTo>
                    <a:cubicBezTo>
                      <a:pt x="45887" y="17197"/>
                      <a:pt x="49310" y="18257"/>
                      <a:pt x="51918" y="20457"/>
                    </a:cubicBezTo>
                    <a:cubicBezTo>
                      <a:pt x="54526" y="22658"/>
                      <a:pt x="55830" y="25918"/>
                      <a:pt x="55830" y="30401"/>
                    </a:cubicBezTo>
                    <a:cubicBezTo>
                      <a:pt x="55830" y="34884"/>
                      <a:pt x="54526" y="37981"/>
                      <a:pt x="51918" y="40181"/>
                    </a:cubicBezTo>
                    <a:cubicBezTo>
                      <a:pt x="49310" y="42382"/>
                      <a:pt x="45805" y="43442"/>
                      <a:pt x="41404" y="43442"/>
                    </a:cubicBezTo>
                    <a:lnTo>
                      <a:pt x="20946" y="43442"/>
                    </a:lnTo>
                    <a:lnTo>
                      <a:pt x="20946" y="17279"/>
                    </a:lnTo>
                    <a:lnTo>
                      <a:pt x="41567" y="17279"/>
                    </a:lnTo>
                    <a:close/>
                    <a:moveTo>
                      <a:pt x="55830" y="87127"/>
                    </a:moveTo>
                    <a:cubicBezTo>
                      <a:pt x="52977" y="90225"/>
                      <a:pt x="49065" y="91773"/>
                      <a:pt x="44093" y="91773"/>
                    </a:cubicBezTo>
                    <a:lnTo>
                      <a:pt x="21028" y="91773"/>
                    </a:lnTo>
                    <a:lnTo>
                      <a:pt x="21028" y="60476"/>
                    </a:lnTo>
                    <a:lnTo>
                      <a:pt x="43849" y="60476"/>
                    </a:lnTo>
                    <a:cubicBezTo>
                      <a:pt x="47272" y="60476"/>
                      <a:pt x="50206" y="61209"/>
                      <a:pt x="52651" y="62676"/>
                    </a:cubicBezTo>
                    <a:cubicBezTo>
                      <a:pt x="55097" y="64143"/>
                      <a:pt x="56971" y="66018"/>
                      <a:pt x="58275" y="68300"/>
                    </a:cubicBezTo>
                    <a:cubicBezTo>
                      <a:pt x="59498" y="70664"/>
                      <a:pt x="60150" y="73272"/>
                      <a:pt x="60150" y="76124"/>
                    </a:cubicBezTo>
                    <a:cubicBezTo>
                      <a:pt x="60150" y="80363"/>
                      <a:pt x="58764" y="84030"/>
                      <a:pt x="55911" y="871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0DB15F-D6CE-B4FF-C628-933F5CF17869}"/>
                  </a:ext>
                </a:extLst>
              </p:cNvPr>
              <p:cNvSpPr/>
              <p:nvPr/>
            </p:nvSpPr>
            <p:spPr>
              <a:xfrm>
                <a:off x="7300541" y="4410303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957CA399-8D58-B569-2319-3747D6255998}"/>
                  </a:ext>
                </a:extLst>
              </p:cNvPr>
              <p:cNvSpPr/>
              <p:nvPr/>
            </p:nvSpPr>
            <p:spPr>
              <a:xfrm>
                <a:off x="7341537" y="4408754"/>
                <a:ext cx="79465" cy="112230"/>
              </a:xfrm>
              <a:custGeom>
                <a:avLst/>
                <a:gdLst>
                  <a:gd name="connsiteX0" fmla="*/ 76776 w 79465"/>
                  <a:gd name="connsiteY0" fmla="*/ 65203 h 112230"/>
                  <a:gd name="connsiteX1" fmla="*/ 69441 w 79465"/>
                  <a:gd name="connsiteY1" fmla="*/ 55748 h 112230"/>
                  <a:gd name="connsiteX2" fmla="*/ 59416 w 79465"/>
                  <a:gd name="connsiteY2" fmla="*/ 49717 h 112230"/>
                  <a:gd name="connsiteX3" fmla="*/ 48413 w 79465"/>
                  <a:gd name="connsiteY3" fmla="*/ 45479 h 112230"/>
                  <a:gd name="connsiteX4" fmla="*/ 38225 w 79465"/>
                  <a:gd name="connsiteY4" fmla="*/ 41567 h 112230"/>
                  <a:gd name="connsiteX5" fmla="*/ 30890 w 79465"/>
                  <a:gd name="connsiteY5" fmla="*/ 36758 h 112230"/>
                  <a:gd name="connsiteX6" fmla="*/ 28119 w 79465"/>
                  <a:gd name="connsiteY6" fmla="*/ 29586 h 112230"/>
                  <a:gd name="connsiteX7" fmla="*/ 32276 w 79465"/>
                  <a:gd name="connsiteY7" fmla="*/ 21598 h 112230"/>
                  <a:gd name="connsiteX8" fmla="*/ 43767 w 79465"/>
                  <a:gd name="connsiteY8" fmla="*/ 18746 h 112230"/>
                  <a:gd name="connsiteX9" fmla="*/ 55178 w 79465"/>
                  <a:gd name="connsiteY9" fmla="*/ 21191 h 112230"/>
                  <a:gd name="connsiteX10" fmla="*/ 65040 w 79465"/>
                  <a:gd name="connsiteY10" fmla="*/ 28934 h 112230"/>
                  <a:gd name="connsiteX11" fmla="*/ 78977 w 79465"/>
                  <a:gd name="connsiteY11" fmla="*/ 14997 h 112230"/>
                  <a:gd name="connsiteX12" fmla="*/ 64306 w 79465"/>
                  <a:gd name="connsiteY12" fmla="*/ 4157 h 112230"/>
                  <a:gd name="connsiteX13" fmla="*/ 44093 w 79465"/>
                  <a:gd name="connsiteY13" fmla="*/ 0 h 112230"/>
                  <a:gd name="connsiteX14" fmla="*/ 25184 w 79465"/>
                  <a:gd name="connsiteY14" fmla="*/ 3749 h 112230"/>
                  <a:gd name="connsiteX15" fmla="*/ 11981 w 79465"/>
                  <a:gd name="connsiteY15" fmla="*/ 14426 h 112230"/>
                  <a:gd name="connsiteX16" fmla="*/ 7172 w 79465"/>
                  <a:gd name="connsiteY16" fmla="*/ 31297 h 112230"/>
                  <a:gd name="connsiteX17" fmla="*/ 9862 w 79465"/>
                  <a:gd name="connsiteY17" fmla="*/ 45235 h 112230"/>
                  <a:gd name="connsiteX18" fmla="*/ 17197 w 79465"/>
                  <a:gd name="connsiteY18" fmla="*/ 54200 h 112230"/>
                  <a:gd name="connsiteX19" fmla="*/ 27304 w 79465"/>
                  <a:gd name="connsiteY19" fmla="*/ 60068 h 112230"/>
                  <a:gd name="connsiteX20" fmla="*/ 38225 w 79465"/>
                  <a:gd name="connsiteY20" fmla="*/ 64143 h 112230"/>
                  <a:gd name="connsiteX21" fmla="*/ 48332 w 79465"/>
                  <a:gd name="connsiteY21" fmla="*/ 68056 h 112230"/>
                  <a:gd name="connsiteX22" fmla="*/ 55667 w 79465"/>
                  <a:gd name="connsiteY22" fmla="*/ 73272 h 112230"/>
                  <a:gd name="connsiteX23" fmla="*/ 58438 w 79465"/>
                  <a:gd name="connsiteY23" fmla="*/ 81341 h 112230"/>
                  <a:gd name="connsiteX24" fmla="*/ 53629 w 79465"/>
                  <a:gd name="connsiteY24" fmla="*/ 90306 h 112230"/>
                  <a:gd name="connsiteX25" fmla="*/ 40589 w 79465"/>
                  <a:gd name="connsiteY25" fmla="*/ 93566 h 112230"/>
                  <a:gd name="connsiteX26" fmla="*/ 25184 w 79465"/>
                  <a:gd name="connsiteY26" fmla="*/ 90062 h 112230"/>
                  <a:gd name="connsiteX27" fmla="*/ 13937 w 79465"/>
                  <a:gd name="connsiteY27" fmla="*/ 80199 h 112230"/>
                  <a:gd name="connsiteX28" fmla="*/ 0 w 79465"/>
                  <a:gd name="connsiteY28" fmla="*/ 94137 h 112230"/>
                  <a:gd name="connsiteX29" fmla="*/ 16953 w 79465"/>
                  <a:gd name="connsiteY29" fmla="*/ 107748 h 112230"/>
                  <a:gd name="connsiteX30" fmla="*/ 39366 w 79465"/>
                  <a:gd name="connsiteY30" fmla="*/ 112231 h 112230"/>
                  <a:gd name="connsiteX31" fmla="*/ 68789 w 79465"/>
                  <a:gd name="connsiteY31" fmla="*/ 103510 h 112230"/>
                  <a:gd name="connsiteX32" fmla="*/ 79466 w 79465"/>
                  <a:gd name="connsiteY32" fmla="*/ 79548 h 112230"/>
                  <a:gd name="connsiteX33" fmla="*/ 76695 w 79465"/>
                  <a:gd name="connsiteY33" fmla="*/ 65203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76776" y="65203"/>
                    </a:moveTo>
                    <a:cubicBezTo>
                      <a:pt x="74902" y="61291"/>
                      <a:pt x="72457" y="58194"/>
                      <a:pt x="69441" y="55748"/>
                    </a:cubicBezTo>
                    <a:cubicBezTo>
                      <a:pt x="66425" y="53303"/>
                      <a:pt x="63084" y="51266"/>
                      <a:pt x="59416" y="49717"/>
                    </a:cubicBezTo>
                    <a:cubicBezTo>
                      <a:pt x="55830" y="48087"/>
                      <a:pt x="52162" y="46702"/>
                      <a:pt x="48413" y="45479"/>
                    </a:cubicBezTo>
                    <a:cubicBezTo>
                      <a:pt x="44664" y="44257"/>
                      <a:pt x="41322" y="42953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97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6" y="21598"/>
                    </a:cubicBezTo>
                    <a:cubicBezTo>
                      <a:pt x="35046" y="19642"/>
                      <a:pt x="38877" y="18746"/>
                      <a:pt x="43767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4" y="3749"/>
                    </a:cubicBezTo>
                    <a:cubicBezTo>
                      <a:pt x="19561" y="6194"/>
                      <a:pt x="15241" y="9781"/>
                      <a:pt x="11981" y="14426"/>
                    </a:cubicBezTo>
                    <a:cubicBezTo>
                      <a:pt x="8803" y="19072"/>
                      <a:pt x="7172" y="24696"/>
                      <a:pt x="7172" y="31297"/>
                    </a:cubicBezTo>
                    <a:cubicBezTo>
                      <a:pt x="7172" y="37003"/>
                      <a:pt x="8069" y="41648"/>
                      <a:pt x="9862" y="45235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7" y="63002"/>
                      <a:pt x="38225" y="64143"/>
                    </a:cubicBezTo>
                    <a:cubicBezTo>
                      <a:pt x="41893" y="65366"/>
                      <a:pt x="45234" y="66589"/>
                      <a:pt x="48332" y="68056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49" y="93566"/>
                      <a:pt x="40589" y="93566"/>
                    </a:cubicBezTo>
                    <a:cubicBezTo>
                      <a:pt x="34476" y="93566"/>
                      <a:pt x="29341" y="92425"/>
                      <a:pt x="25184" y="90062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50"/>
                      <a:pt x="10759" y="104814"/>
                      <a:pt x="16953" y="107748"/>
                    </a:cubicBezTo>
                    <a:cubicBezTo>
                      <a:pt x="23228" y="110763"/>
                      <a:pt x="30645" y="112231"/>
                      <a:pt x="39366" y="112231"/>
                    </a:cubicBezTo>
                    <a:cubicBezTo>
                      <a:pt x="51836" y="112231"/>
                      <a:pt x="61698" y="109296"/>
                      <a:pt x="68789" y="103510"/>
                    </a:cubicBezTo>
                    <a:cubicBezTo>
                      <a:pt x="75880" y="97723"/>
                      <a:pt x="79466" y="89654"/>
                      <a:pt x="79466" y="79548"/>
                    </a:cubicBezTo>
                    <a:cubicBezTo>
                      <a:pt x="79466" y="73842"/>
                      <a:pt x="78570" y="69115"/>
                      <a:pt x="76695" y="652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F6ED7C44-4E91-332F-04E6-1416603A24B5}"/>
                </a:ext>
              </a:extLst>
            </p:cNvPr>
            <p:cNvSpPr/>
            <p:nvPr/>
          </p:nvSpPr>
          <p:spPr>
            <a:xfrm>
              <a:off x="6952684" y="4580400"/>
              <a:ext cx="468971" cy="50369"/>
            </a:xfrm>
            <a:custGeom>
              <a:avLst/>
              <a:gdLst>
                <a:gd name="connsiteX0" fmla="*/ 0 w 468971"/>
                <a:gd name="connsiteY0" fmla="*/ 0 h 50369"/>
                <a:gd name="connsiteX1" fmla="*/ 468971 w 468971"/>
                <a:gd name="connsiteY1" fmla="*/ 0 h 50369"/>
                <a:gd name="connsiteX2" fmla="*/ 468971 w 468971"/>
                <a:gd name="connsiteY2" fmla="*/ 50369 h 50369"/>
                <a:gd name="connsiteX3" fmla="*/ 0 w 46897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8971" h="50369">
                  <a:moveTo>
                    <a:pt x="0" y="0"/>
                  </a:moveTo>
                  <a:lnTo>
                    <a:pt x="468971" y="0"/>
                  </a:lnTo>
                  <a:lnTo>
                    <a:pt x="46897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7" name="Graphic 2241">
            <a:extLst>
              <a:ext uri="{FF2B5EF4-FFF2-40B4-BE49-F238E27FC236}">
                <a16:creationId xmlns:a16="http://schemas.microsoft.com/office/drawing/2014/main" id="{0247870E-B99A-EA72-C992-6F5C7918A9B5}"/>
              </a:ext>
            </a:extLst>
          </p:cNvPr>
          <p:cNvGrpSpPr/>
          <p:nvPr/>
        </p:nvGrpSpPr>
        <p:grpSpPr>
          <a:xfrm>
            <a:off x="4692329" y="4492206"/>
            <a:ext cx="697426" cy="222260"/>
            <a:chOff x="9393634" y="4407694"/>
            <a:chExt cx="697426" cy="222260"/>
          </a:xfrm>
        </p:grpSpPr>
        <p:grpSp>
          <p:nvGrpSpPr>
            <p:cNvPr id="358" name="Graphic 2241">
              <a:extLst>
                <a:ext uri="{FF2B5EF4-FFF2-40B4-BE49-F238E27FC236}">
                  <a16:creationId xmlns:a16="http://schemas.microsoft.com/office/drawing/2014/main" id="{088C9A37-6F81-BC64-FAE3-DD0B24A8C8B5}"/>
                </a:ext>
              </a:extLst>
            </p:cNvPr>
            <p:cNvGrpSpPr/>
            <p:nvPr/>
          </p:nvGrpSpPr>
          <p:grpSpPr>
            <a:xfrm>
              <a:off x="9395183" y="4407694"/>
              <a:ext cx="695877" cy="112475"/>
              <a:chOff x="9395183" y="4407694"/>
              <a:chExt cx="695877" cy="112475"/>
            </a:xfrm>
            <a:solidFill>
              <a:srgbClr val="FFFFFF"/>
            </a:solidFill>
          </p:grpSpPr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043A9466-DD83-1520-2925-CAEF575529D3}"/>
                  </a:ext>
                </a:extLst>
              </p:cNvPr>
              <p:cNvSpPr/>
              <p:nvPr/>
            </p:nvSpPr>
            <p:spPr>
              <a:xfrm>
                <a:off x="9395183" y="4409487"/>
                <a:ext cx="89409" cy="108970"/>
              </a:xfrm>
              <a:custGeom>
                <a:avLst/>
                <a:gdLst>
                  <a:gd name="connsiteX0" fmla="*/ 68382 w 89409"/>
                  <a:gd name="connsiteY0" fmla="*/ 43442 h 108970"/>
                  <a:gd name="connsiteX1" fmla="*/ 21028 w 89409"/>
                  <a:gd name="connsiteY1" fmla="*/ 43442 h 108970"/>
                  <a:gd name="connsiteX2" fmla="*/ 21028 w 89409"/>
                  <a:gd name="connsiteY2" fmla="*/ 0 h 108970"/>
                  <a:gd name="connsiteX3" fmla="*/ 0 w 89409"/>
                  <a:gd name="connsiteY3" fmla="*/ 0 h 108970"/>
                  <a:gd name="connsiteX4" fmla="*/ 0 w 89409"/>
                  <a:gd name="connsiteY4" fmla="*/ 108970 h 108970"/>
                  <a:gd name="connsiteX5" fmla="*/ 21028 w 89409"/>
                  <a:gd name="connsiteY5" fmla="*/ 108970 h 108970"/>
                  <a:gd name="connsiteX6" fmla="*/ 21028 w 89409"/>
                  <a:gd name="connsiteY6" fmla="*/ 62024 h 108970"/>
                  <a:gd name="connsiteX7" fmla="*/ 68382 w 89409"/>
                  <a:gd name="connsiteY7" fmla="*/ 62024 h 108970"/>
                  <a:gd name="connsiteX8" fmla="*/ 68382 w 89409"/>
                  <a:gd name="connsiteY8" fmla="*/ 108970 h 108970"/>
                  <a:gd name="connsiteX9" fmla="*/ 89410 w 89409"/>
                  <a:gd name="connsiteY9" fmla="*/ 108970 h 108970"/>
                  <a:gd name="connsiteX10" fmla="*/ 89410 w 89409"/>
                  <a:gd name="connsiteY10" fmla="*/ 0 h 108970"/>
                  <a:gd name="connsiteX11" fmla="*/ 68382 w 89409"/>
                  <a:gd name="connsiteY11" fmla="*/ 0 h 108970"/>
                  <a:gd name="connsiteX12" fmla="*/ 68382 w 89409"/>
                  <a:gd name="connsiteY12" fmla="*/ 43442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09" h="108970">
                    <a:moveTo>
                      <a:pt x="68382" y="43442"/>
                    </a:moveTo>
                    <a:lnTo>
                      <a:pt x="21028" y="43442"/>
                    </a:lnTo>
                    <a:lnTo>
                      <a:pt x="21028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028" y="108970"/>
                    </a:lnTo>
                    <a:lnTo>
                      <a:pt x="21028" y="62024"/>
                    </a:lnTo>
                    <a:lnTo>
                      <a:pt x="68382" y="62024"/>
                    </a:lnTo>
                    <a:lnTo>
                      <a:pt x="68382" y="108970"/>
                    </a:lnTo>
                    <a:lnTo>
                      <a:pt x="89410" y="108970"/>
                    </a:lnTo>
                    <a:lnTo>
                      <a:pt x="89410" y="0"/>
                    </a:lnTo>
                    <a:lnTo>
                      <a:pt x="68382" y="0"/>
                    </a:lnTo>
                    <a:lnTo>
                      <a:pt x="68382" y="43442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56DE466D-4272-4C92-7E87-0BCE6EB50056}"/>
                  </a:ext>
                </a:extLst>
              </p:cNvPr>
              <p:cNvSpPr/>
              <p:nvPr/>
            </p:nvSpPr>
            <p:spPr>
              <a:xfrm>
                <a:off x="9513119" y="4409406"/>
                <a:ext cx="88675" cy="110681"/>
              </a:xfrm>
              <a:custGeom>
                <a:avLst/>
                <a:gdLst>
                  <a:gd name="connsiteX0" fmla="*/ 67485 w 88675"/>
                  <a:gd name="connsiteY0" fmla="*/ 67648 h 110681"/>
                  <a:gd name="connsiteX1" fmla="*/ 64469 w 88675"/>
                  <a:gd name="connsiteY1" fmla="*/ 80036 h 110681"/>
                  <a:gd name="connsiteX2" fmla="*/ 56400 w 88675"/>
                  <a:gd name="connsiteY2" fmla="*/ 88187 h 110681"/>
                  <a:gd name="connsiteX3" fmla="*/ 44664 w 88675"/>
                  <a:gd name="connsiteY3" fmla="*/ 91039 h 110681"/>
                  <a:gd name="connsiteX4" fmla="*/ 32765 w 88675"/>
                  <a:gd name="connsiteY4" fmla="*/ 88187 h 110681"/>
                  <a:gd name="connsiteX5" fmla="*/ 24369 w 88675"/>
                  <a:gd name="connsiteY5" fmla="*/ 80036 h 110681"/>
                  <a:gd name="connsiteX6" fmla="*/ 21272 w 88675"/>
                  <a:gd name="connsiteY6" fmla="*/ 67485 h 110681"/>
                  <a:gd name="connsiteX7" fmla="*/ 21272 w 88675"/>
                  <a:gd name="connsiteY7" fmla="*/ 0 h 110681"/>
                  <a:gd name="connsiteX8" fmla="*/ 0 w 88675"/>
                  <a:gd name="connsiteY8" fmla="*/ 0 h 110681"/>
                  <a:gd name="connsiteX9" fmla="*/ 0 w 88675"/>
                  <a:gd name="connsiteY9" fmla="*/ 66833 h 110681"/>
                  <a:gd name="connsiteX10" fmla="*/ 5786 w 88675"/>
                  <a:gd name="connsiteY10" fmla="*/ 89328 h 110681"/>
                  <a:gd name="connsiteX11" fmla="*/ 21680 w 88675"/>
                  <a:gd name="connsiteY11" fmla="*/ 104977 h 110681"/>
                  <a:gd name="connsiteX12" fmla="*/ 44664 w 88675"/>
                  <a:gd name="connsiteY12" fmla="*/ 110682 h 110681"/>
                  <a:gd name="connsiteX13" fmla="*/ 67485 w 88675"/>
                  <a:gd name="connsiteY13" fmla="*/ 104977 h 110681"/>
                  <a:gd name="connsiteX14" fmla="*/ 83052 w 88675"/>
                  <a:gd name="connsiteY14" fmla="*/ 89409 h 110681"/>
                  <a:gd name="connsiteX15" fmla="*/ 88676 w 88675"/>
                  <a:gd name="connsiteY15" fmla="*/ 66996 h 110681"/>
                  <a:gd name="connsiteX16" fmla="*/ 88676 w 88675"/>
                  <a:gd name="connsiteY16" fmla="*/ 0 h 110681"/>
                  <a:gd name="connsiteX17" fmla="*/ 67404 w 88675"/>
                  <a:gd name="connsiteY17" fmla="*/ 0 h 110681"/>
                  <a:gd name="connsiteX18" fmla="*/ 67404 w 88675"/>
                  <a:gd name="connsiteY18" fmla="*/ 67566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8675" h="110681">
                    <a:moveTo>
                      <a:pt x="67485" y="67648"/>
                    </a:moveTo>
                    <a:cubicBezTo>
                      <a:pt x="67485" y="72375"/>
                      <a:pt x="66507" y="76532"/>
                      <a:pt x="64469" y="80036"/>
                    </a:cubicBezTo>
                    <a:cubicBezTo>
                      <a:pt x="62432" y="83541"/>
                      <a:pt x="59742" y="86231"/>
                      <a:pt x="56400" y="88187"/>
                    </a:cubicBezTo>
                    <a:cubicBezTo>
                      <a:pt x="53059" y="90061"/>
                      <a:pt x="49146" y="91039"/>
                      <a:pt x="44664" y="91039"/>
                    </a:cubicBezTo>
                    <a:cubicBezTo>
                      <a:pt x="40181" y="91039"/>
                      <a:pt x="36269" y="90061"/>
                      <a:pt x="32765" y="88187"/>
                    </a:cubicBezTo>
                    <a:cubicBezTo>
                      <a:pt x="29260" y="86312"/>
                      <a:pt x="26489" y="83541"/>
                      <a:pt x="24369" y="80036"/>
                    </a:cubicBezTo>
                    <a:cubicBezTo>
                      <a:pt x="22332" y="76532"/>
                      <a:pt x="21272" y="72375"/>
                      <a:pt x="21272" y="67485"/>
                    </a:cubicBezTo>
                    <a:lnTo>
                      <a:pt x="21272" y="0"/>
                    </a:lnTo>
                    <a:lnTo>
                      <a:pt x="0" y="0"/>
                    </a:lnTo>
                    <a:lnTo>
                      <a:pt x="0" y="66833"/>
                    </a:lnTo>
                    <a:cubicBezTo>
                      <a:pt x="0" y="75228"/>
                      <a:pt x="1956" y="82726"/>
                      <a:pt x="5786" y="89328"/>
                    </a:cubicBezTo>
                    <a:cubicBezTo>
                      <a:pt x="9699" y="95930"/>
                      <a:pt x="14915" y="101146"/>
                      <a:pt x="21680" y="104977"/>
                    </a:cubicBezTo>
                    <a:cubicBezTo>
                      <a:pt x="28363" y="108807"/>
                      <a:pt x="36024" y="110682"/>
                      <a:pt x="44664" y="110682"/>
                    </a:cubicBezTo>
                    <a:cubicBezTo>
                      <a:pt x="53303" y="110682"/>
                      <a:pt x="60801" y="108807"/>
                      <a:pt x="67485" y="104977"/>
                    </a:cubicBezTo>
                    <a:cubicBezTo>
                      <a:pt x="74086" y="101146"/>
                      <a:pt x="79303" y="95930"/>
                      <a:pt x="83052" y="89409"/>
                    </a:cubicBezTo>
                    <a:cubicBezTo>
                      <a:pt x="86801" y="82808"/>
                      <a:pt x="88676" y="75391"/>
                      <a:pt x="88676" y="66996"/>
                    </a:cubicBezTo>
                    <a:lnTo>
                      <a:pt x="88676" y="0"/>
                    </a:lnTo>
                    <a:lnTo>
                      <a:pt x="67404" y="0"/>
                    </a:lnTo>
                    <a:lnTo>
                      <a:pt x="67404" y="6756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9B446EB1-30FF-96AB-BAA4-719FBF098E0D}"/>
                  </a:ext>
                </a:extLst>
              </p:cNvPr>
              <p:cNvSpPr/>
              <p:nvPr/>
            </p:nvSpPr>
            <p:spPr>
              <a:xfrm>
                <a:off x="9630321" y="4409487"/>
                <a:ext cx="90387" cy="108970"/>
              </a:xfrm>
              <a:custGeom>
                <a:avLst/>
                <a:gdLst>
                  <a:gd name="connsiteX0" fmla="*/ 69360 w 90387"/>
                  <a:gd name="connsiteY0" fmla="*/ 70338 h 108970"/>
                  <a:gd name="connsiteX1" fmla="*/ 14752 w 90387"/>
                  <a:gd name="connsiteY1" fmla="*/ 0 h 108970"/>
                  <a:gd name="connsiteX2" fmla="*/ 0 w 90387"/>
                  <a:gd name="connsiteY2" fmla="*/ 0 h 108970"/>
                  <a:gd name="connsiteX3" fmla="*/ 0 w 90387"/>
                  <a:gd name="connsiteY3" fmla="*/ 108970 h 108970"/>
                  <a:gd name="connsiteX4" fmla="*/ 21109 w 90387"/>
                  <a:gd name="connsiteY4" fmla="*/ 108970 h 108970"/>
                  <a:gd name="connsiteX5" fmla="*/ 21109 w 90387"/>
                  <a:gd name="connsiteY5" fmla="*/ 38877 h 108970"/>
                  <a:gd name="connsiteX6" fmla="*/ 75391 w 90387"/>
                  <a:gd name="connsiteY6" fmla="*/ 108970 h 108970"/>
                  <a:gd name="connsiteX7" fmla="*/ 90387 w 90387"/>
                  <a:gd name="connsiteY7" fmla="*/ 108970 h 108970"/>
                  <a:gd name="connsiteX8" fmla="*/ 90387 w 90387"/>
                  <a:gd name="connsiteY8" fmla="*/ 0 h 108970"/>
                  <a:gd name="connsiteX9" fmla="*/ 69360 w 90387"/>
                  <a:gd name="connsiteY9" fmla="*/ 0 h 108970"/>
                  <a:gd name="connsiteX10" fmla="*/ 69360 w 90387"/>
                  <a:gd name="connsiteY10" fmla="*/ 70338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360" y="70338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38877"/>
                    </a:lnTo>
                    <a:lnTo>
                      <a:pt x="75391" y="108970"/>
                    </a:lnTo>
                    <a:lnTo>
                      <a:pt x="90387" y="108970"/>
                    </a:lnTo>
                    <a:lnTo>
                      <a:pt x="90387" y="0"/>
                    </a:lnTo>
                    <a:lnTo>
                      <a:pt x="69360" y="0"/>
                    </a:lnTo>
                    <a:lnTo>
                      <a:pt x="69360" y="7033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28E73766-4526-98C1-976D-AB075A5BA9E2}"/>
                  </a:ext>
                </a:extLst>
              </p:cNvPr>
              <p:cNvSpPr/>
              <p:nvPr/>
            </p:nvSpPr>
            <p:spPr>
              <a:xfrm>
                <a:off x="9743040" y="4409487"/>
                <a:ext cx="90713" cy="108970"/>
              </a:xfrm>
              <a:custGeom>
                <a:avLst/>
                <a:gdLst>
                  <a:gd name="connsiteX0" fmla="*/ 0 w 90713"/>
                  <a:gd name="connsiteY0" fmla="*/ 18746 h 108970"/>
                  <a:gd name="connsiteX1" fmla="*/ 34721 w 90713"/>
                  <a:gd name="connsiteY1" fmla="*/ 18746 h 108970"/>
                  <a:gd name="connsiteX2" fmla="*/ 34721 w 90713"/>
                  <a:gd name="connsiteY2" fmla="*/ 108970 h 108970"/>
                  <a:gd name="connsiteX3" fmla="*/ 55993 w 90713"/>
                  <a:gd name="connsiteY3" fmla="*/ 108970 h 108970"/>
                  <a:gd name="connsiteX4" fmla="*/ 55993 w 90713"/>
                  <a:gd name="connsiteY4" fmla="*/ 18746 h 108970"/>
                  <a:gd name="connsiteX5" fmla="*/ 90714 w 90713"/>
                  <a:gd name="connsiteY5" fmla="*/ 18746 h 108970"/>
                  <a:gd name="connsiteX6" fmla="*/ 90714 w 90713"/>
                  <a:gd name="connsiteY6" fmla="*/ 0 h 108970"/>
                  <a:gd name="connsiteX7" fmla="*/ 0 w 90713"/>
                  <a:gd name="connsiteY7" fmla="*/ 0 h 108970"/>
                  <a:gd name="connsiteX8" fmla="*/ 0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0" y="18746"/>
                    </a:moveTo>
                    <a:lnTo>
                      <a:pt x="34721" y="18746"/>
                    </a:lnTo>
                    <a:lnTo>
                      <a:pt x="34721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4" y="18746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74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53E5F0B9-0853-7A23-2016-CC3651E16A88}"/>
                  </a:ext>
                </a:extLst>
              </p:cNvPr>
              <p:cNvSpPr/>
              <p:nvPr/>
            </p:nvSpPr>
            <p:spPr>
              <a:xfrm>
                <a:off x="9856086" y="440948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10 w 21109"/>
                  <a:gd name="connsiteY1" fmla="*/ 0 h 108970"/>
                  <a:gd name="connsiteX2" fmla="*/ 21110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10" y="0"/>
                    </a:lnTo>
                    <a:lnTo>
                      <a:pt x="21110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41CF5AEE-DBCB-571A-0379-A6A0CE6843E2}"/>
                  </a:ext>
                </a:extLst>
              </p:cNvPr>
              <p:cNvSpPr/>
              <p:nvPr/>
            </p:nvSpPr>
            <p:spPr>
              <a:xfrm>
                <a:off x="9901646" y="4407694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07 w 97396"/>
                  <a:gd name="connsiteY4" fmla="*/ 71153 h 112311"/>
                  <a:gd name="connsiteX5" fmla="*/ 21761 w 97396"/>
                  <a:gd name="connsiteY5" fmla="*/ 56156 h 112311"/>
                  <a:gd name="connsiteX6" fmla="*/ 24207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1 h 112311"/>
                  <a:gd name="connsiteX9" fmla="*/ 55993 w 97396"/>
                  <a:gd name="connsiteY9" fmla="*/ 19724 h 112311"/>
                  <a:gd name="connsiteX10" fmla="*/ 71152 w 97396"/>
                  <a:gd name="connsiteY10" fmla="*/ 22495 h 112311"/>
                  <a:gd name="connsiteX11" fmla="*/ 82156 w 97396"/>
                  <a:gd name="connsiteY11" fmla="*/ 30238 h 112311"/>
                  <a:gd name="connsiteX12" fmla="*/ 96582 w 97396"/>
                  <a:gd name="connsiteY12" fmla="*/ 15812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20 h 112311"/>
                  <a:gd name="connsiteX16" fmla="*/ 15975 w 97396"/>
                  <a:gd name="connsiteY16" fmla="*/ 16219 h 112311"/>
                  <a:gd name="connsiteX17" fmla="*/ 4157 w 97396"/>
                  <a:gd name="connsiteY17" fmla="*/ 34069 h 112311"/>
                  <a:gd name="connsiteX18" fmla="*/ 0 w 97396"/>
                  <a:gd name="connsiteY18" fmla="*/ 56074 h 112311"/>
                  <a:gd name="connsiteX19" fmla="*/ 4157 w 97396"/>
                  <a:gd name="connsiteY19" fmla="*/ 78081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7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6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773"/>
                      <a:pt x="62269" y="92751"/>
                      <a:pt x="56156" y="92751"/>
                    </a:cubicBezTo>
                    <a:cubicBezTo>
                      <a:pt x="51103" y="92751"/>
                      <a:pt x="46457" y="91855"/>
                      <a:pt x="42300" y="90143"/>
                    </a:cubicBezTo>
                    <a:cubicBezTo>
                      <a:pt x="38144" y="88350"/>
                      <a:pt x="34476" y="85905"/>
                      <a:pt x="31379" y="82726"/>
                    </a:cubicBezTo>
                    <a:cubicBezTo>
                      <a:pt x="28282" y="79548"/>
                      <a:pt x="25918" y="75635"/>
                      <a:pt x="24207" y="71153"/>
                    </a:cubicBezTo>
                    <a:cubicBezTo>
                      <a:pt x="22495" y="66670"/>
                      <a:pt x="21761" y="61698"/>
                      <a:pt x="21761" y="56156"/>
                    </a:cubicBezTo>
                    <a:cubicBezTo>
                      <a:pt x="21761" y="50614"/>
                      <a:pt x="22577" y="45805"/>
                      <a:pt x="24207" y="41322"/>
                    </a:cubicBezTo>
                    <a:cubicBezTo>
                      <a:pt x="25836" y="36840"/>
                      <a:pt x="28282" y="32928"/>
                      <a:pt x="31379" y="29667"/>
                    </a:cubicBezTo>
                    <a:cubicBezTo>
                      <a:pt x="34476" y="26407"/>
                      <a:pt x="38144" y="23962"/>
                      <a:pt x="42300" y="22251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2" y="22495"/>
                    </a:cubicBezTo>
                    <a:cubicBezTo>
                      <a:pt x="75472" y="24370"/>
                      <a:pt x="79140" y="26978"/>
                      <a:pt x="82156" y="30238"/>
                    </a:cubicBezTo>
                    <a:lnTo>
                      <a:pt x="96582" y="15812"/>
                    </a:lnTo>
                    <a:cubicBezTo>
                      <a:pt x="91528" y="10922"/>
                      <a:pt x="85742" y="7091"/>
                      <a:pt x="79140" y="4238"/>
                    </a:cubicBezTo>
                    <a:cubicBezTo>
                      <a:pt x="72538" y="1386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2" y="21273"/>
                      <a:pt x="7009" y="27222"/>
                      <a:pt x="4157" y="34069"/>
                    </a:cubicBezTo>
                    <a:cubicBezTo>
                      <a:pt x="1385" y="40915"/>
                      <a:pt x="0" y="48250"/>
                      <a:pt x="0" y="56074"/>
                    </a:cubicBezTo>
                    <a:cubicBezTo>
                      <a:pt x="0" y="63899"/>
                      <a:pt x="1385" y="71234"/>
                      <a:pt x="4157" y="78081"/>
                    </a:cubicBezTo>
                    <a:cubicBezTo>
                      <a:pt x="6928" y="84927"/>
                      <a:pt x="10922" y="90877"/>
                      <a:pt x="16056" y="96011"/>
                    </a:cubicBezTo>
                    <a:cubicBezTo>
                      <a:pt x="21191" y="101146"/>
                      <a:pt x="27141" y="105140"/>
                      <a:pt x="33987" y="107992"/>
                    </a:cubicBezTo>
                    <a:cubicBezTo>
                      <a:pt x="40833" y="110845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ubicBezTo>
                      <a:pt x="79873" y="85253"/>
                      <a:pt x="76125" y="87861"/>
                      <a:pt x="71805" y="897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EAD631F6-A86F-5E3C-0D47-E392ACE51B15}"/>
                  </a:ext>
                </a:extLst>
              </p:cNvPr>
              <p:cNvSpPr/>
              <p:nvPr/>
            </p:nvSpPr>
            <p:spPr>
              <a:xfrm>
                <a:off x="10011594" y="4407939"/>
                <a:ext cx="79465" cy="112230"/>
              </a:xfrm>
              <a:custGeom>
                <a:avLst/>
                <a:gdLst>
                  <a:gd name="connsiteX0" fmla="*/ 76777 w 79465"/>
                  <a:gd name="connsiteY0" fmla="*/ 65203 h 112230"/>
                  <a:gd name="connsiteX1" fmla="*/ 69441 w 79465"/>
                  <a:gd name="connsiteY1" fmla="*/ 55749 h 112230"/>
                  <a:gd name="connsiteX2" fmla="*/ 59416 w 79465"/>
                  <a:gd name="connsiteY2" fmla="*/ 49717 h 112230"/>
                  <a:gd name="connsiteX3" fmla="*/ 48413 w 79465"/>
                  <a:gd name="connsiteY3" fmla="*/ 45479 h 112230"/>
                  <a:gd name="connsiteX4" fmla="*/ 38225 w 79465"/>
                  <a:gd name="connsiteY4" fmla="*/ 41567 h 112230"/>
                  <a:gd name="connsiteX5" fmla="*/ 30890 w 79465"/>
                  <a:gd name="connsiteY5" fmla="*/ 36758 h 112230"/>
                  <a:gd name="connsiteX6" fmla="*/ 28119 w 79465"/>
                  <a:gd name="connsiteY6" fmla="*/ 29586 h 112230"/>
                  <a:gd name="connsiteX7" fmla="*/ 32276 w 79465"/>
                  <a:gd name="connsiteY7" fmla="*/ 21599 h 112230"/>
                  <a:gd name="connsiteX8" fmla="*/ 43767 w 79465"/>
                  <a:gd name="connsiteY8" fmla="*/ 18746 h 112230"/>
                  <a:gd name="connsiteX9" fmla="*/ 55178 w 79465"/>
                  <a:gd name="connsiteY9" fmla="*/ 21191 h 112230"/>
                  <a:gd name="connsiteX10" fmla="*/ 65040 w 79465"/>
                  <a:gd name="connsiteY10" fmla="*/ 28934 h 112230"/>
                  <a:gd name="connsiteX11" fmla="*/ 78977 w 79465"/>
                  <a:gd name="connsiteY11" fmla="*/ 14997 h 112230"/>
                  <a:gd name="connsiteX12" fmla="*/ 64306 w 79465"/>
                  <a:gd name="connsiteY12" fmla="*/ 4157 h 112230"/>
                  <a:gd name="connsiteX13" fmla="*/ 44094 w 79465"/>
                  <a:gd name="connsiteY13" fmla="*/ 0 h 112230"/>
                  <a:gd name="connsiteX14" fmla="*/ 25185 w 79465"/>
                  <a:gd name="connsiteY14" fmla="*/ 3749 h 112230"/>
                  <a:gd name="connsiteX15" fmla="*/ 11981 w 79465"/>
                  <a:gd name="connsiteY15" fmla="*/ 14426 h 112230"/>
                  <a:gd name="connsiteX16" fmla="*/ 7172 w 79465"/>
                  <a:gd name="connsiteY16" fmla="*/ 31298 h 112230"/>
                  <a:gd name="connsiteX17" fmla="*/ 9862 w 79465"/>
                  <a:gd name="connsiteY17" fmla="*/ 45235 h 112230"/>
                  <a:gd name="connsiteX18" fmla="*/ 17198 w 79465"/>
                  <a:gd name="connsiteY18" fmla="*/ 54200 h 112230"/>
                  <a:gd name="connsiteX19" fmla="*/ 27304 w 79465"/>
                  <a:gd name="connsiteY19" fmla="*/ 60068 h 112230"/>
                  <a:gd name="connsiteX20" fmla="*/ 38225 w 79465"/>
                  <a:gd name="connsiteY20" fmla="*/ 64144 h 112230"/>
                  <a:gd name="connsiteX21" fmla="*/ 48332 w 79465"/>
                  <a:gd name="connsiteY21" fmla="*/ 68056 h 112230"/>
                  <a:gd name="connsiteX22" fmla="*/ 55667 w 79465"/>
                  <a:gd name="connsiteY22" fmla="*/ 73272 h 112230"/>
                  <a:gd name="connsiteX23" fmla="*/ 58438 w 79465"/>
                  <a:gd name="connsiteY23" fmla="*/ 81341 h 112230"/>
                  <a:gd name="connsiteX24" fmla="*/ 53629 w 79465"/>
                  <a:gd name="connsiteY24" fmla="*/ 90306 h 112230"/>
                  <a:gd name="connsiteX25" fmla="*/ 40589 w 79465"/>
                  <a:gd name="connsiteY25" fmla="*/ 93566 h 112230"/>
                  <a:gd name="connsiteX26" fmla="*/ 25185 w 79465"/>
                  <a:gd name="connsiteY26" fmla="*/ 90062 h 112230"/>
                  <a:gd name="connsiteX27" fmla="*/ 13937 w 79465"/>
                  <a:gd name="connsiteY27" fmla="*/ 80200 h 112230"/>
                  <a:gd name="connsiteX28" fmla="*/ 0 w 79465"/>
                  <a:gd name="connsiteY28" fmla="*/ 94137 h 112230"/>
                  <a:gd name="connsiteX29" fmla="*/ 16953 w 79465"/>
                  <a:gd name="connsiteY29" fmla="*/ 107748 h 112230"/>
                  <a:gd name="connsiteX30" fmla="*/ 39366 w 79465"/>
                  <a:gd name="connsiteY30" fmla="*/ 112231 h 112230"/>
                  <a:gd name="connsiteX31" fmla="*/ 68789 w 79465"/>
                  <a:gd name="connsiteY31" fmla="*/ 103510 h 112230"/>
                  <a:gd name="connsiteX32" fmla="*/ 79466 w 79465"/>
                  <a:gd name="connsiteY32" fmla="*/ 79548 h 112230"/>
                  <a:gd name="connsiteX33" fmla="*/ 76695 w 79465"/>
                  <a:gd name="connsiteY33" fmla="*/ 65203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76777" y="65203"/>
                    </a:moveTo>
                    <a:cubicBezTo>
                      <a:pt x="74902" y="61291"/>
                      <a:pt x="72457" y="58194"/>
                      <a:pt x="69441" y="55749"/>
                    </a:cubicBezTo>
                    <a:cubicBezTo>
                      <a:pt x="66426" y="53303"/>
                      <a:pt x="63084" y="51266"/>
                      <a:pt x="59416" y="49717"/>
                    </a:cubicBezTo>
                    <a:cubicBezTo>
                      <a:pt x="55830" y="48087"/>
                      <a:pt x="52162" y="46702"/>
                      <a:pt x="48413" y="45479"/>
                    </a:cubicBezTo>
                    <a:cubicBezTo>
                      <a:pt x="44664" y="44257"/>
                      <a:pt x="41322" y="42953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6" y="21599"/>
                    </a:cubicBezTo>
                    <a:cubicBezTo>
                      <a:pt x="35046" y="19724"/>
                      <a:pt x="38877" y="18746"/>
                      <a:pt x="43767" y="18746"/>
                    </a:cubicBezTo>
                    <a:cubicBezTo>
                      <a:pt x="48006" y="18746"/>
                      <a:pt x="51837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6"/>
                      <a:pt x="51510" y="0"/>
                      <a:pt x="44094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3" y="6194"/>
                      <a:pt x="15241" y="9781"/>
                      <a:pt x="11981" y="14426"/>
                    </a:cubicBezTo>
                    <a:cubicBezTo>
                      <a:pt x="8721" y="19072"/>
                      <a:pt x="7172" y="24696"/>
                      <a:pt x="7172" y="31298"/>
                    </a:cubicBezTo>
                    <a:cubicBezTo>
                      <a:pt x="7172" y="37003"/>
                      <a:pt x="8069" y="41648"/>
                      <a:pt x="9862" y="45235"/>
                    </a:cubicBezTo>
                    <a:cubicBezTo>
                      <a:pt x="11655" y="48821"/>
                      <a:pt x="14100" y="51836"/>
                      <a:pt x="17198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7" y="63002"/>
                      <a:pt x="38225" y="64144"/>
                    </a:cubicBezTo>
                    <a:cubicBezTo>
                      <a:pt x="41893" y="65366"/>
                      <a:pt x="45234" y="66589"/>
                      <a:pt x="48332" y="68056"/>
                    </a:cubicBezTo>
                    <a:cubicBezTo>
                      <a:pt x="51347" y="69441"/>
                      <a:pt x="53874" y="71153"/>
                      <a:pt x="55667" y="73272"/>
                    </a:cubicBezTo>
                    <a:cubicBezTo>
                      <a:pt x="57542" y="75309"/>
                      <a:pt x="58438" y="77999"/>
                      <a:pt x="58438" y="81341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50" y="93566"/>
                      <a:pt x="40589" y="93566"/>
                    </a:cubicBezTo>
                    <a:cubicBezTo>
                      <a:pt x="34476" y="93566"/>
                      <a:pt x="29342" y="92425"/>
                      <a:pt x="25185" y="90062"/>
                    </a:cubicBezTo>
                    <a:cubicBezTo>
                      <a:pt x="21028" y="87698"/>
                      <a:pt x="17279" y="84438"/>
                      <a:pt x="13937" y="80200"/>
                    </a:cubicBezTo>
                    <a:lnTo>
                      <a:pt x="0" y="94137"/>
                    </a:lnTo>
                    <a:cubicBezTo>
                      <a:pt x="5053" y="100250"/>
                      <a:pt x="10759" y="104814"/>
                      <a:pt x="16953" y="107748"/>
                    </a:cubicBezTo>
                    <a:cubicBezTo>
                      <a:pt x="23147" y="110682"/>
                      <a:pt x="30645" y="112231"/>
                      <a:pt x="39366" y="112231"/>
                    </a:cubicBezTo>
                    <a:cubicBezTo>
                      <a:pt x="51837" y="112231"/>
                      <a:pt x="61698" y="109296"/>
                      <a:pt x="68789" y="103510"/>
                    </a:cubicBezTo>
                    <a:cubicBezTo>
                      <a:pt x="75961" y="97641"/>
                      <a:pt x="79466" y="89654"/>
                      <a:pt x="79466" y="79548"/>
                    </a:cubicBezTo>
                    <a:cubicBezTo>
                      <a:pt x="79466" y="73842"/>
                      <a:pt x="78570" y="69115"/>
                      <a:pt x="76695" y="652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E8BCD3BA-72E9-FAB6-5FA8-931B9657407D}"/>
                </a:ext>
              </a:extLst>
            </p:cNvPr>
            <p:cNvSpPr/>
            <p:nvPr/>
          </p:nvSpPr>
          <p:spPr>
            <a:xfrm>
              <a:off x="9393634" y="4579585"/>
              <a:ext cx="693839" cy="50369"/>
            </a:xfrm>
            <a:custGeom>
              <a:avLst/>
              <a:gdLst>
                <a:gd name="connsiteX0" fmla="*/ 0 w 693839"/>
                <a:gd name="connsiteY0" fmla="*/ 0 h 50369"/>
                <a:gd name="connsiteX1" fmla="*/ 693840 w 693839"/>
                <a:gd name="connsiteY1" fmla="*/ 0 h 50369"/>
                <a:gd name="connsiteX2" fmla="*/ 693840 w 693839"/>
                <a:gd name="connsiteY2" fmla="*/ 50370 h 50369"/>
                <a:gd name="connsiteX3" fmla="*/ 0 w 693839"/>
                <a:gd name="connsiteY3" fmla="*/ 50370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3839" h="50369">
                  <a:moveTo>
                    <a:pt x="0" y="0"/>
                  </a:moveTo>
                  <a:lnTo>
                    <a:pt x="693840" y="0"/>
                  </a:lnTo>
                  <a:lnTo>
                    <a:pt x="693840" y="50370"/>
                  </a:lnTo>
                  <a:lnTo>
                    <a:pt x="0" y="50370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7" name="Graphic 2241">
            <a:extLst>
              <a:ext uri="{FF2B5EF4-FFF2-40B4-BE49-F238E27FC236}">
                <a16:creationId xmlns:a16="http://schemas.microsoft.com/office/drawing/2014/main" id="{2674749E-8ACC-099C-5021-0751980AB101}"/>
              </a:ext>
            </a:extLst>
          </p:cNvPr>
          <p:cNvGrpSpPr/>
          <p:nvPr/>
        </p:nvGrpSpPr>
        <p:grpSpPr>
          <a:xfrm>
            <a:off x="5898485" y="5520618"/>
            <a:ext cx="364321" cy="220467"/>
            <a:chOff x="3866551" y="5009680"/>
            <a:chExt cx="364321" cy="220467"/>
          </a:xfrm>
        </p:grpSpPr>
        <p:grpSp>
          <p:nvGrpSpPr>
            <p:cNvPr id="368" name="Graphic 2241">
              <a:extLst>
                <a:ext uri="{FF2B5EF4-FFF2-40B4-BE49-F238E27FC236}">
                  <a16:creationId xmlns:a16="http://schemas.microsoft.com/office/drawing/2014/main" id="{B8D22E74-257E-882F-1088-3CA7FC726139}"/>
                </a:ext>
              </a:extLst>
            </p:cNvPr>
            <p:cNvGrpSpPr/>
            <p:nvPr/>
          </p:nvGrpSpPr>
          <p:grpSpPr>
            <a:xfrm>
              <a:off x="3867121" y="5009680"/>
              <a:ext cx="363587" cy="109051"/>
              <a:chOff x="3867121" y="5009680"/>
              <a:chExt cx="363587" cy="109051"/>
            </a:xfrm>
            <a:solidFill>
              <a:srgbClr val="FFFFFF"/>
            </a:solidFill>
          </p:grpSpPr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6D0D9A21-74A0-F817-23D6-AB8BDE9365DA}"/>
                  </a:ext>
                </a:extLst>
              </p:cNvPr>
              <p:cNvSpPr/>
              <p:nvPr/>
            </p:nvSpPr>
            <p:spPr>
              <a:xfrm>
                <a:off x="3867121" y="5009680"/>
                <a:ext cx="89490" cy="109051"/>
              </a:xfrm>
              <a:custGeom>
                <a:avLst/>
                <a:gdLst>
                  <a:gd name="connsiteX0" fmla="*/ 68382 w 89490"/>
                  <a:gd name="connsiteY0" fmla="*/ 43442 h 109051"/>
                  <a:gd name="connsiteX1" fmla="*/ 21109 w 89490"/>
                  <a:gd name="connsiteY1" fmla="*/ 43442 h 109051"/>
                  <a:gd name="connsiteX2" fmla="*/ 21109 w 89490"/>
                  <a:gd name="connsiteY2" fmla="*/ 0 h 109051"/>
                  <a:gd name="connsiteX3" fmla="*/ 0 w 89490"/>
                  <a:gd name="connsiteY3" fmla="*/ 0 h 109051"/>
                  <a:gd name="connsiteX4" fmla="*/ 0 w 89490"/>
                  <a:gd name="connsiteY4" fmla="*/ 109052 h 109051"/>
                  <a:gd name="connsiteX5" fmla="*/ 21109 w 89490"/>
                  <a:gd name="connsiteY5" fmla="*/ 109052 h 109051"/>
                  <a:gd name="connsiteX6" fmla="*/ 21109 w 89490"/>
                  <a:gd name="connsiteY6" fmla="*/ 62024 h 109051"/>
                  <a:gd name="connsiteX7" fmla="*/ 68382 w 89490"/>
                  <a:gd name="connsiteY7" fmla="*/ 62024 h 109051"/>
                  <a:gd name="connsiteX8" fmla="*/ 68382 w 89490"/>
                  <a:gd name="connsiteY8" fmla="*/ 109052 h 109051"/>
                  <a:gd name="connsiteX9" fmla="*/ 89491 w 89490"/>
                  <a:gd name="connsiteY9" fmla="*/ 109052 h 109051"/>
                  <a:gd name="connsiteX10" fmla="*/ 89491 w 89490"/>
                  <a:gd name="connsiteY10" fmla="*/ 0 h 109051"/>
                  <a:gd name="connsiteX11" fmla="*/ 68382 w 89490"/>
                  <a:gd name="connsiteY11" fmla="*/ 0 h 109051"/>
                  <a:gd name="connsiteX12" fmla="*/ 68382 w 89490"/>
                  <a:gd name="connsiteY12" fmla="*/ 4344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90" h="109051">
                    <a:moveTo>
                      <a:pt x="68382" y="43442"/>
                    </a:moveTo>
                    <a:lnTo>
                      <a:pt x="21109" y="43442"/>
                    </a:lnTo>
                    <a:lnTo>
                      <a:pt x="21109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62024"/>
                    </a:lnTo>
                    <a:lnTo>
                      <a:pt x="68382" y="62024"/>
                    </a:lnTo>
                    <a:lnTo>
                      <a:pt x="68382" y="109052"/>
                    </a:lnTo>
                    <a:lnTo>
                      <a:pt x="89491" y="109052"/>
                    </a:lnTo>
                    <a:lnTo>
                      <a:pt x="89491" y="0"/>
                    </a:lnTo>
                    <a:lnTo>
                      <a:pt x="68382" y="0"/>
                    </a:lnTo>
                    <a:lnTo>
                      <a:pt x="68382" y="43442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B79CDB78-31B7-DF22-4216-548943A1CA9E}"/>
                  </a:ext>
                </a:extLst>
              </p:cNvPr>
              <p:cNvSpPr/>
              <p:nvPr/>
            </p:nvSpPr>
            <p:spPr>
              <a:xfrm>
                <a:off x="3986687" y="5009680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25C444E1-78C1-747C-8C95-C9B84259111D}"/>
                  </a:ext>
                </a:extLst>
              </p:cNvPr>
              <p:cNvSpPr/>
              <p:nvPr/>
            </p:nvSpPr>
            <p:spPr>
              <a:xfrm>
                <a:off x="4029558" y="5009680"/>
                <a:ext cx="103265" cy="109051"/>
              </a:xfrm>
              <a:custGeom>
                <a:avLst/>
                <a:gdLst>
                  <a:gd name="connsiteX0" fmla="*/ 51755 w 103265"/>
                  <a:gd name="connsiteY0" fmla="*/ 76532 h 109051"/>
                  <a:gd name="connsiteX1" fmla="*/ 22984 w 103265"/>
                  <a:gd name="connsiteY1" fmla="*/ 0 h 109051"/>
                  <a:gd name="connsiteX2" fmla="*/ 0 w 103265"/>
                  <a:gd name="connsiteY2" fmla="*/ 0 h 109051"/>
                  <a:gd name="connsiteX3" fmla="*/ 43115 w 103265"/>
                  <a:gd name="connsiteY3" fmla="*/ 109052 h 109051"/>
                  <a:gd name="connsiteX4" fmla="*/ 59905 w 103265"/>
                  <a:gd name="connsiteY4" fmla="*/ 109052 h 109051"/>
                  <a:gd name="connsiteX5" fmla="*/ 103265 w 103265"/>
                  <a:gd name="connsiteY5" fmla="*/ 0 h 109051"/>
                  <a:gd name="connsiteX6" fmla="*/ 80852 w 103265"/>
                  <a:gd name="connsiteY6" fmla="*/ 0 h 109051"/>
                  <a:gd name="connsiteX7" fmla="*/ 51755 w 103265"/>
                  <a:gd name="connsiteY7" fmla="*/ 76532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265" h="109051">
                    <a:moveTo>
                      <a:pt x="51755" y="76532"/>
                    </a:moveTo>
                    <a:lnTo>
                      <a:pt x="22984" y="0"/>
                    </a:lnTo>
                    <a:lnTo>
                      <a:pt x="0" y="0"/>
                    </a:lnTo>
                    <a:lnTo>
                      <a:pt x="43115" y="109052"/>
                    </a:lnTo>
                    <a:lnTo>
                      <a:pt x="59905" y="109052"/>
                    </a:lnTo>
                    <a:lnTo>
                      <a:pt x="103265" y="0"/>
                    </a:lnTo>
                    <a:lnTo>
                      <a:pt x="80852" y="0"/>
                    </a:lnTo>
                    <a:lnTo>
                      <a:pt x="51755" y="76532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76C275FB-9305-0BBA-1017-7A9C6D4847AF}"/>
                  </a:ext>
                </a:extLst>
              </p:cNvPr>
              <p:cNvSpPr/>
              <p:nvPr/>
            </p:nvSpPr>
            <p:spPr>
              <a:xfrm>
                <a:off x="4154910" y="5009680"/>
                <a:ext cx="75798" cy="109051"/>
              </a:xfrm>
              <a:custGeom>
                <a:avLst/>
                <a:gdLst>
                  <a:gd name="connsiteX0" fmla="*/ 21028 w 75798"/>
                  <a:gd name="connsiteY0" fmla="*/ 90388 h 109051"/>
                  <a:gd name="connsiteX1" fmla="*/ 21028 w 75798"/>
                  <a:gd name="connsiteY1" fmla="*/ 62513 h 109051"/>
                  <a:gd name="connsiteX2" fmla="*/ 70501 w 75798"/>
                  <a:gd name="connsiteY2" fmla="*/ 62513 h 109051"/>
                  <a:gd name="connsiteX3" fmla="*/ 70501 w 75798"/>
                  <a:gd name="connsiteY3" fmla="*/ 44338 h 109051"/>
                  <a:gd name="connsiteX4" fmla="*/ 21028 w 75798"/>
                  <a:gd name="connsiteY4" fmla="*/ 44338 h 109051"/>
                  <a:gd name="connsiteX5" fmla="*/ 21028 w 75798"/>
                  <a:gd name="connsiteY5" fmla="*/ 18664 h 109051"/>
                  <a:gd name="connsiteX6" fmla="*/ 74983 w 75798"/>
                  <a:gd name="connsiteY6" fmla="*/ 18664 h 109051"/>
                  <a:gd name="connsiteX7" fmla="*/ 74983 w 75798"/>
                  <a:gd name="connsiteY7" fmla="*/ 0 h 109051"/>
                  <a:gd name="connsiteX8" fmla="*/ 21028 w 75798"/>
                  <a:gd name="connsiteY8" fmla="*/ 0 h 109051"/>
                  <a:gd name="connsiteX9" fmla="*/ 15486 w 75798"/>
                  <a:gd name="connsiteY9" fmla="*/ 0 h 109051"/>
                  <a:gd name="connsiteX10" fmla="*/ 0 w 75798"/>
                  <a:gd name="connsiteY10" fmla="*/ 0 h 109051"/>
                  <a:gd name="connsiteX11" fmla="*/ 0 w 75798"/>
                  <a:gd name="connsiteY11" fmla="*/ 109052 h 109051"/>
                  <a:gd name="connsiteX12" fmla="*/ 15486 w 75798"/>
                  <a:gd name="connsiteY12" fmla="*/ 109052 h 109051"/>
                  <a:gd name="connsiteX13" fmla="*/ 21028 w 75798"/>
                  <a:gd name="connsiteY13" fmla="*/ 109052 h 109051"/>
                  <a:gd name="connsiteX14" fmla="*/ 75798 w 75798"/>
                  <a:gd name="connsiteY14" fmla="*/ 109052 h 109051"/>
                  <a:gd name="connsiteX15" fmla="*/ 75798 w 75798"/>
                  <a:gd name="connsiteY15" fmla="*/ 90388 h 109051"/>
                  <a:gd name="connsiteX16" fmla="*/ 21028 w 75798"/>
                  <a:gd name="connsiteY16" fmla="*/ 90388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028" y="90388"/>
                    </a:moveTo>
                    <a:lnTo>
                      <a:pt x="21028" y="62513"/>
                    </a:lnTo>
                    <a:lnTo>
                      <a:pt x="70501" y="62513"/>
                    </a:lnTo>
                    <a:lnTo>
                      <a:pt x="70501" y="44338"/>
                    </a:lnTo>
                    <a:lnTo>
                      <a:pt x="21028" y="44338"/>
                    </a:lnTo>
                    <a:lnTo>
                      <a:pt x="21028" y="18664"/>
                    </a:lnTo>
                    <a:lnTo>
                      <a:pt x="74983" y="18664"/>
                    </a:lnTo>
                    <a:lnTo>
                      <a:pt x="74983" y="0"/>
                    </a:lnTo>
                    <a:lnTo>
                      <a:pt x="21028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15486" y="109052"/>
                    </a:lnTo>
                    <a:lnTo>
                      <a:pt x="21028" y="109052"/>
                    </a:lnTo>
                    <a:lnTo>
                      <a:pt x="75798" y="109052"/>
                    </a:lnTo>
                    <a:lnTo>
                      <a:pt x="75798" y="90388"/>
                    </a:lnTo>
                    <a:lnTo>
                      <a:pt x="21028" y="9038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1A9D903A-68E5-09AB-AA57-E24BCEE58A90}"/>
                </a:ext>
              </a:extLst>
            </p:cNvPr>
            <p:cNvSpPr/>
            <p:nvPr/>
          </p:nvSpPr>
          <p:spPr>
            <a:xfrm>
              <a:off x="3866551" y="5179778"/>
              <a:ext cx="364321" cy="50369"/>
            </a:xfrm>
            <a:custGeom>
              <a:avLst/>
              <a:gdLst>
                <a:gd name="connsiteX0" fmla="*/ 0 w 364321"/>
                <a:gd name="connsiteY0" fmla="*/ 0 h 50369"/>
                <a:gd name="connsiteX1" fmla="*/ 364321 w 364321"/>
                <a:gd name="connsiteY1" fmla="*/ 0 h 50369"/>
                <a:gd name="connsiteX2" fmla="*/ 364321 w 364321"/>
                <a:gd name="connsiteY2" fmla="*/ 50369 h 50369"/>
                <a:gd name="connsiteX3" fmla="*/ 0 w 36432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321" h="50369">
                  <a:moveTo>
                    <a:pt x="0" y="0"/>
                  </a:moveTo>
                  <a:lnTo>
                    <a:pt x="364321" y="0"/>
                  </a:lnTo>
                  <a:lnTo>
                    <a:pt x="364321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74" name="Graphic 2241">
            <a:extLst>
              <a:ext uri="{FF2B5EF4-FFF2-40B4-BE49-F238E27FC236}">
                <a16:creationId xmlns:a16="http://schemas.microsoft.com/office/drawing/2014/main" id="{8AAA5B68-3AFB-A99D-796B-9912E20F72BA}"/>
              </a:ext>
            </a:extLst>
          </p:cNvPr>
          <p:cNvGrpSpPr/>
          <p:nvPr/>
        </p:nvGrpSpPr>
        <p:grpSpPr>
          <a:xfrm>
            <a:off x="6811849" y="3924239"/>
            <a:ext cx="657244" cy="222097"/>
            <a:chOff x="5134013" y="4404597"/>
            <a:chExt cx="657244" cy="222097"/>
          </a:xfrm>
        </p:grpSpPr>
        <p:grpSp>
          <p:nvGrpSpPr>
            <p:cNvPr id="375" name="Graphic 2241">
              <a:extLst>
                <a:ext uri="{FF2B5EF4-FFF2-40B4-BE49-F238E27FC236}">
                  <a16:creationId xmlns:a16="http://schemas.microsoft.com/office/drawing/2014/main" id="{AC700FFC-959A-ADAE-8BB8-7BFA91A1F97A}"/>
                </a:ext>
              </a:extLst>
            </p:cNvPr>
            <p:cNvGrpSpPr/>
            <p:nvPr/>
          </p:nvGrpSpPr>
          <p:grpSpPr>
            <a:xfrm>
              <a:off x="5134013" y="4404597"/>
              <a:ext cx="657244" cy="112311"/>
              <a:chOff x="5134013" y="4404597"/>
              <a:chExt cx="657244" cy="112311"/>
            </a:xfrm>
            <a:solidFill>
              <a:srgbClr val="FFFFFF"/>
            </a:solidFill>
          </p:grpSpPr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51323BC7-4BCC-8BF5-7ACC-68EB3F9F359C}"/>
                  </a:ext>
                </a:extLst>
              </p:cNvPr>
              <p:cNvSpPr/>
              <p:nvPr/>
            </p:nvSpPr>
            <p:spPr>
              <a:xfrm>
                <a:off x="5134013" y="4406309"/>
                <a:ext cx="89491" cy="108970"/>
              </a:xfrm>
              <a:custGeom>
                <a:avLst/>
                <a:gdLst>
                  <a:gd name="connsiteX0" fmla="*/ 68381 w 89491"/>
                  <a:gd name="connsiteY0" fmla="*/ 43360 h 108970"/>
                  <a:gd name="connsiteX1" fmla="*/ 21109 w 89491"/>
                  <a:gd name="connsiteY1" fmla="*/ 43360 h 108970"/>
                  <a:gd name="connsiteX2" fmla="*/ 21109 w 89491"/>
                  <a:gd name="connsiteY2" fmla="*/ 0 h 108970"/>
                  <a:gd name="connsiteX3" fmla="*/ 0 w 89491"/>
                  <a:gd name="connsiteY3" fmla="*/ 0 h 108970"/>
                  <a:gd name="connsiteX4" fmla="*/ 0 w 89491"/>
                  <a:gd name="connsiteY4" fmla="*/ 108970 h 108970"/>
                  <a:gd name="connsiteX5" fmla="*/ 21109 w 89491"/>
                  <a:gd name="connsiteY5" fmla="*/ 108970 h 108970"/>
                  <a:gd name="connsiteX6" fmla="*/ 21109 w 89491"/>
                  <a:gd name="connsiteY6" fmla="*/ 61943 h 108970"/>
                  <a:gd name="connsiteX7" fmla="*/ 68381 w 89491"/>
                  <a:gd name="connsiteY7" fmla="*/ 61943 h 108970"/>
                  <a:gd name="connsiteX8" fmla="*/ 68381 w 89491"/>
                  <a:gd name="connsiteY8" fmla="*/ 108970 h 108970"/>
                  <a:gd name="connsiteX9" fmla="*/ 89491 w 89491"/>
                  <a:gd name="connsiteY9" fmla="*/ 108970 h 108970"/>
                  <a:gd name="connsiteX10" fmla="*/ 89491 w 89491"/>
                  <a:gd name="connsiteY10" fmla="*/ 0 h 108970"/>
                  <a:gd name="connsiteX11" fmla="*/ 68381 w 89491"/>
                  <a:gd name="connsiteY11" fmla="*/ 0 h 108970"/>
                  <a:gd name="connsiteX12" fmla="*/ 68381 w 89491"/>
                  <a:gd name="connsiteY12" fmla="*/ 4336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91" h="108970">
                    <a:moveTo>
                      <a:pt x="68381" y="43360"/>
                    </a:moveTo>
                    <a:lnTo>
                      <a:pt x="21109" y="43360"/>
                    </a:lnTo>
                    <a:lnTo>
                      <a:pt x="21109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1943"/>
                    </a:lnTo>
                    <a:lnTo>
                      <a:pt x="68381" y="61943"/>
                    </a:lnTo>
                    <a:lnTo>
                      <a:pt x="68381" y="108970"/>
                    </a:lnTo>
                    <a:lnTo>
                      <a:pt x="89491" y="108970"/>
                    </a:lnTo>
                    <a:lnTo>
                      <a:pt x="89491" y="0"/>
                    </a:lnTo>
                    <a:lnTo>
                      <a:pt x="68381" y="0"/>
                    </a:lnTo>
                    <a:lnTo>
                      <a:pt x="68381" y="4336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7191AB8-562C-FFE0-52CD-5D0622097C88}"/>
                  </a:ext>
                </a:extLst>
              </p:cNvPr>
              <p:cNvSpPr/>
              <p:nvPr/>
            </p:nvSpPr>
            <p:spPr>
              <a:xfrm>
                <a:off x="5247873" y="4404597"/>
                <a:ext cx="112963" cy="112311"/>
              </a:xfrm>
              <a:custGeom>
                <a:avLst/>
                <a:gdLst>
                  <a:gd name="connsiteX0" fmla="*/ 96663 w 112963"/>
                  <a:gd name="connsiteY0" fmla="*/ 16056 h 112311"/>
                  <a:gd name="connsiteX1" fmla="*/ 78732 w 112963"/>
                  <a:gd name="connsiteY1" fmla="*/ 4157 h 112311"/>
                  <a:gd name="connsiteX2" fmla="*/ 56400 w 112963"/>
                  <a:gd name="connsiteY2" fmla="*/ 0 h 112311"/>
                  <a:gd name="connsiteX3" fmla="*/ 34232 w 112963"/>
                  <a:gd name="connsiteY3" fmla="*/ 4157 h 112311"/>
                  <a:gd name="connsiteX4" fmla="*/ 16301 w 112963"/>
                  <a:gd name="connsiteY4" fmla="*/ 16056 h 112311"/>
                  <a:gd name="connsiteX5" fmla="*/ 4320 w 112963"/>
                  <a:gd name="connsiteY5" fmla="*/ 33987 h 112311"/>
                  <a:gd name="connsiteX6" fmla="*/ 0 w 112963"/>
                  <a:gd name="connsiteY6" fmla="*/ 55911 h 112311"/>
                  <a:gd name="connsiteX7" fmla="*/ 4320 w 112963"/>
                  <a:gd name="connsiteY7" fmla="*/ 77917 h 112311"/>
                  <a:gd name="connsiteX8" fmla="*/ 16382 w 112963"/>
                  <a:gd name="connsiteY8" fmla="*/ 95930 h 112311"/>
                  <a:gd name="connsiteX9" fmla="*/ 34476 w 112963"/>
                  <a:gd name="connsiteY9" fmla="*/ 107992 h 112311"/>
                  <a:gd name="connsiteX10" fmla="*/ 56726 w 112963"/>
                  <a:gd name="connsiteY10" fmla="*/ 112312 h 112311"/>
                  <a:gd name="connsiteX11" fmla="*/ 78814 w 112963"/>
                  <a:gd name="connsiteY11" fmla="*/ 108074 h 112311"/>
                  <a:gd name="connsiteX12" fmla="*/ 96745 w 112963"/>
                  <a:gd name="connsiteY12" fmla="*/ 96093 h 112311"/>
                  <a:gd name="connsiteX13" fmla="*/ 108644 w 112963"/>
                  <a:gd name="connsiteY13" fmla="*/ 78080 h 112311"/>
                  <a:gd name="connsiteX14" fmla="*/ 112964 w 112963"/>
                  <a:gd name="connsiteY14" fmla="*/ 56074 h 112311"/>
                  <a:gd name="connsiteX15" fmla="*/ 108644 w 112963"/>
                  <a:gd name="connsiteY15" fmla="*/ 34068 h 112311"/>
                  <a:gd name="connsiteX16" fmla="*/ 96663 w 112963"/>
                  <a:gd name="connsiteY16" fmla="*/ 16056 h 112311"/>
                  <a:gd name="connsiteX17" fmla="*/ 86801 w 112963"/>
                  <a:gd name="connsiteY17" fmla="*/ 75228 h 112311"/>
                  <a:gd name="connsiteX18" fmla="*/ 74657 w 112963"/>
                  <a:gd name="connsiteY18" fmla="*/ 88187 h 112311"/>
                  <a:gd name="connsiteX19" fmla="*/ 56400 w 112963"/>
                  <a:gd name="connsiteY19" fmla="*/ 92832 h 112311"/>
                  <a:gd name="connsiteX20" fmla="*/ 42382 w 112963"/>
                  <a:gd name="connsiteY20" fmla="*/ 90143 h 112311"/>
                  <a:gd name="connsiteX21" fmla="*/ 31379 w 112963"/>
                  <a:gd name="connsiteY21" fmla="*/ 82644 h 112311"/>
                  <a:gd name="connsiteX22" fmla="*/ 24288 w 112963"/>
                  <a:gd name="connsiteY22" fmla="*/ 70990 h 112311"/>
                  <a:gd name="connsiteX23" fmla="*/ 21843 w 112963"/>
                  <a:gd name="connsiteY23" fmla="*/ 55911 h 112311"/>
                  <a:gd name="connsiteX24" fmla="*/ 26244 w 112963"/>
                  <a:gd name="connsiteY24" fmla="*/ 36840 h 112311"/>
                  <a:gd name="connsiteX25" fmla="*/ 38388 w 112963"/>
                  <a:gd name="connsiteY25" fmla="*/ 24043 h 112311"/>
                  <a:gd name="connsiteX26" fmla="*/ 56400 w 112963"/>
                  <a:gd name="connsiteY26" fmla="*/ 19479 h 112311"/>
                  <a:gd name="connsiteX27" fmla="*/ 70582 w 112963"/>
                  <a:gd name="connsiteY27" fmla="*/ 22087 h 112311"/>
                  <a:gd name="connsiteX28" fmla="*/ 81504 w 112963"/>
                  <a:gd name="connsiteY28" fmla="*/ 29586 h 112311"/>
                  <a:gd name="connsiteX29" fmla="*/ 88676 w 112963"/>
                  <a:gd name="connsiteY29" fmla="*/ 41159 h 112311"/>
                  <a:gd name="connsiteX30" fmla="*/ 91121 w 112963"/>
                  <a:gd name="connsiteY30" fmla="*/ 55911 h 112311"/>
                  <a:gd name="connsiteX31" fmla="*/ 86801 w 112963"/>
                  <a:gd name="connsiteY31" fmla="*/ 75228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3" h="112311">
                    <a:moveTo>
                      <a:pt x="96663" y="16056"/>
                    </a:moveTo>
                    <a:cubicBezTo>
                      <a:pt x="91529" y="10921"/>
                      <a:pt x="85579" y="6928"/>
                      <a:pt x="78732" y="4157"/>
                    </a:cubicBezTo>
                    <a:cubicBezTo>
                      <a:pt x="71886" y="1385"/>
                      <a:pt x="64469" y="0"/>
                      <a:pt x="56400" y="0"/>
                    </a:cubicBezTo>
                    <a:cubicBezTo>
                      <a:pt x="48332" y="0"/>
                      <a:pt x="41078" y="1385"/>
                      <a:pt x="34232" y="4157"/>
                    </a:cubicBezTo>
                    <a:cubicBezTo>
                      <a:pt x="27385" y="6928"/>
                      <a:pt x="21435" y="10921"/>
                      <a:pt x="16301" y="16056"/>
                    </a:cubicBezTo>
                    <a:cubicBezTo>
                      <a:pt x="11166" y="21191"/>
                      <a:pt x="7172" y="27222"/>
                      <a:pt x="4320" y="33987"/>
                    </a:cubicBezTo>
                    <a:cubicBezTo>
                      <a:pt x="1385" y="40752"/>
                      <a:pt x="0" y="48087"/>
                      <a:pt x="0" y="55911"/>
                    </a:cubicBezTo>
                    <a:cubicBezTo>
                      <a:pt x="0" y="63736"/>
                      <a:pt x="1467" y="71071"/>
                      <a:pt x="4320" y="77917"/>
                    </a:cubicBezTo>
                    <a:cubicBezTo>
                      <a:pt x="7172" y="84764"/>
                      <a:pt x="11248" y="90713"/>
                      <a:pt x="16382" y="95930"/>
                    </a:cubicBezTo>
                    <a:cubicBezTo>
                      <a:pt x="21517" y="101064"/>
                      <a:pt x="27548" y="105140"/>
                      <a:pt x="34476" y="107992"/>
                    </a:cubicBezTo>
                    <a:cubicBezTo>
                      <a:pt x="41322" y="110845"/>
                      <a:pt x="48739" y="112312"/>
                      <a:pt x="56726" y="112312"/>
                    </a:cubicBezTo>
                    <a:cubicBezTo>
                      <a:pt x="64714" y="112312"/>
                      <a:pt x="71968" y="110926"/>
                      <a:pt x="78814" y="108074"/>
                    </a:cubicBezTo>
                    <a:cubicBezTo>
                      <a:pt x="85660" y="105221"/>
                      <a:pt x="91692" y="101227"/>
                      <a:pt x="96745" y="96093"/>
                    </a:cubicBezTo>
                    <a:cubicBezTo>
                      <a:pt x="101798" y="90958"/>
                      <a:pt x="105792" y="84927"/>
                      <a:pt x="108644" y="78080"/>
                    </a:cubicBezTo>
                    <a:cubicBezTo>
                      <a:pt x="111497" y="71234"/>
                      <a:pt x="112964" y="63899"/>
                      <a:pt x="112964" y="56074"/>
                    </a:cubicBezTo>
                    <a:cubicBezTo>
                      <a:pt x="112964" y="48250"/>
                      <a:pt x="111497" y="40915"/>
                      <a:pt x="108644" y="34068"/>
                    </a:cubicBezTo>
                    <a:cubicBezTo>
                      <a:pt x="105710" y="27222"/>
                      <a:pt x="101717" y="21272"/>
                      <a:pt x="96663" y="16056"/>
                    </a:cubicBezTo>
                    <a:close/>
                    <a:moveTo>
                      <a:pt x="86801" y="75228"/>
                    </a:moveTo>
                    <a:cubicBezTo>
                      <a:pt x="83949" y="80770"/>
                      <a:pt x="79873" y="85090"/>
                      <a:pt x="74657" y="88187"/>
                    </a:cubicBezTo>
                    <a:cubicBezTo>
                      <a:pt x="69441" y="91284"/>
                      <a:pt x="63328" y="92832"/>
                      <a:pt x="56400" y="92832"/>
                    </a:cubicBezTo>
                    <a:cubicBezTo>
                      <a:pt x="51347" y="92832"/>
                      <a:pt x="46620" y="91936"/>
                      <a:pt x="42382" y="90143"/>
                    </a:cubicBezTo>
                    <a:cubicBezTo>
                      <a:pt x="38062" y="88350"/>
                      <a:pt x="34395" y="85823"/>
                      <a:pt x="31379" y="82644"/>
                    </a:cubicBezTo>
                    <a:cubicBezTo>
                      <a:pt x="28363" y="79466"/>
                      <a:pt x="26000" y="75554"/>
                      <a:pt x="24288" y="70990"/>
                    </a:cubicBezTo>
                    <a:cubicBezTo>
                      <a:pt x="22658" y="66425"/>
                      <a:pt x="21843" y="61454"/>
                      <a:pt x="21843" y="55911"/>
                    </a:cubicBezTo>
                    <a:cubicBezTo>
                      <a:pt x="21843" y="48658"/>
                      <a:pt x="23310" y="42300"/>
                      <a:pt x="26244" y="36840"/>
                    </a:cubicBezTo>
                    <a:cubicBezTo>
                      <a:pt x="29178" y="31379"/>
                      <a:pt x="33253" y="27059"/>
                      <a:pt x="38388" y="24043"/>
                    </a:cubicBezTo>
                    <a:cubicBezTo>
                      <a:pt x="43523" y="21028"/>
                      <a:pt x="49554" y="19479"/>
                      <a:pt x="56400" y="19479"/>
                    </a:cubicBezTo>
                    <a:cubicBezTo>
                      <a:pt x="61698" y="19479"/>
                      <a:pt x="66425" y="20376"/>
                      <a:pt x="70582" y="22087"/>
                    </a:cubicBezTo>
                    <a:cubicBezTo>
                      <a:pt x="74739" y="23880"/>
                      <a:pt x="78406" y="26325"/>
                      <a:pt x="81504" y="29586"/>
                    </a:cubicBezTo>
                    <a:cubicBezTo>
                      <a:pt x="84601" y="32846"/>
                      <a:pt x="86964" y="36677"/>
                      <a:pt x="88676" y="41159"/>
                    </a:cubicBezTo>
                    <a:cubicBezTo>
                      <a:pt x="90306" y="45642"/>
                      <a:pt x="91121" y="50532"/>
                      <a:pt x="91121" y="55911"/>
                    </a:cubicBezTo>
                    <a:cubicBezTo>
                      <a:pt x="91121" y="63247"/>
                      <a:pt x="89654" y="69685"/>
                      <a:pt x="86801" y="752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71FD77FC-4A48-D1D0-FE2B-8E0E722F78DC}"/>
                  </a:ext>
                </a:extLst>
              </p:cNvPr>
              <p:cNvSpPr/>
              <p:nvPr/>
            </p:nvSpPr>
            <p:spPr>
              <a:xfrm>
                <a:off x="5385370" y="4406309"/>
                <a:ext cx="85171" cy="108970"/>
              </a:xfrm>
              <a:custGeom>
                <a:avLst/>
                <a:gdLst>
                  <a:gd name="connsiteX0" fmla="*/ 61046 w 85171"/>
                  <a:gd name="connsiteY0" fmla="*/ 59498 h 108970"/>
                  <a:gd name="connsiteX1" fmla="*/ 73516 w 85171"/>
                  <a:gd name="connsiteY1" fmla="*/ 48413 h 108970"/>
                  <a:gd name="connsiteX2" fmla="*/ 77917 w 85171"/>
                  <a:gd name="connsiteY2" fmla="*/ 31786 h 108970"/>
                  <a:gd name="connsiteX3" fmla="*/ 73516 w 85171"/>
                  <a:gd name="connsiteY3" fmla="*/ 15323 h 108970"/>
                  <a:gd name="connsiteX4" fmla="*/ 61128 w 85171"/>
                  <a:gd name="connsiteY4" fmla="*/ 4075 h 108970"/>
                  <a:gd name="connsiteX5" fmla="*/ 42789 w 85171"/>
                  <a:gd name="connsiteY5" fmla="*/ 0 h 108970"/>
                  <a:gd name="connsiteX6" fmla="*/ 0 w 85171"/>
                  <a:gd name="connsiteY6" fmla="*/ 0 h 108970"/>
                  <a:gd name="connsiteX7" fmla="*/ 0 w 85171"/>
                  <a:gd name="connsiteY7" fmla="*/ 108970 h 108970"/>
                  <a:gd name="connsiteX8" fmla="*/ 21109 w 85171"/>
                  <a:gd name="connsiteY8" fmla="*/ 108970 h 108970"/>
                  <a:gd name="connsiteX9" fmla="*/ 21109 w 85171"/>
                  <a:gd name="connsiteY9" fmla="*/ 63573 h 108970"/>
                  <a:gd name="connsiteX10" fmla="*/ 24777 w 85171"/>
                  <a:gd name="connsiteY10" fmla="*/ 63573 h 108970"/>
                  <a:gd name="connsiteX11" fmla="*/ 59579 w 85171"/>
                  <a:gd name="connsiteY11" fmla="*/ 108970 h 108970"/>
                  <a:gd name="connsiteX12" fmla="*/ 85171 w 85171"/>
                  <a:gd name="connsiteY12" fmla="*/ 108970 h 108970"/>
                  <a:gd name="connsiteX13" fmla="*/ 48821 w 85171"/>
                  <a:gd name="connsiteY13" fmla="*/ 63084 h 108970"/>
                  <a:gd name="connsiteX14" fmla="*/ 61128 w 85171"/>
                  <a:gd name="connsiteY14" fmla="*/ 59498 h 108970"/>
                  <a:gd name="connsiteX15" fmla="*/ 21109 w 85171"/>
                  <a:gd name="connsiteY15" fmla="*/ 17197 h 108970"/>
                  <a:gd name="connsiteX16" fmla="*/ 40833 w 85171"/>
                  <a:gd name="connsiteY16" fmla="*/ 17197 h 108970"/>
                  <a:gd name="connsiteX17" fmla="*/ 52733 w 85171"/>
                  <a:gd name="connsiteY17" fmla="*/ 21435 h 108970"/>
                  <a:gd name="connsiteX18" fmla="*/ 56890 w 85171"/>
                  <a:gd name="connsiteY18" fmla="*/ 32194 h 108970"/>
                  <a:gd name="connsiteX19" fmla="*/ 52733 w 85171"/>
                  <a:gd name="connsiteY19" fmla="*/ 42952 h 108970"/>
                  <a:gd name="connsiteX20" fmla="*/ 40670 w 85171"/>
                  <a:gd name="connsiteY20" fmla="*/ 46865 h 108970"/>
                  <a:gd name="connsiteX21" fmla="*/ 21109 w 85171"/>
                  <a:gd name="connsiteY21" fmla="*/ 46865 h 108970"/>
                  <a:gd name="connsiteX22" fmla="*/ 21109 w 85171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171" h="108970">
                    <a:moveTo>
                      <a:pt x="61046" y="59498"/>
                    </a:moveTo>
                    <a:cubicBezTo>
                      <a:pt x="66425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6"/>
                    </a:cubicBezTo>
                    <a:cubicBezTo>
                      <a:pt x="77917" y="25429"/>
                      <a:pt x="76450" y="20131"/>
                      <a:pt x="73516" y="15323"/>
                    </a:cubicBezTo>
                    <a:cubicBezTo>
                      <a:pt x="70582" y="10595"/>
                      <a:pt x="66425" y="6846"/>
                      <a:pt x="61128" y="4075"/>
                    </a:cubicBezTo>
                    <a:cubicBezTo>
                      <a:pt x="55830" y="1304"/>
                      <a:pt x="49717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lnTo>
                      <a:pt x="85171" y="108970"/>
                    </a:lnTo>
                    <a:lnTo>
                      <a:pt x="48821" y="63084"/>
                    </a:lnTo>
                    <a:cubicBezTo>
                      <a:pt x="53303" y="62513"/>
                      <a:pt x="57460" y="61372"/>
                      <a:pt x="61128" y="59498"/>
                    </a:cubicBezTo>
                    <a:close/>
                    <a:moveTo>
                      <a:pt x="21109" y="17197"/>
                    </a:moveTo>
                    <a:lnTo>
                      <a:pt x="40833" y="17197"/>
                    </a:lnTo>
                    <a:cubicBezTo>
                      <a:pt x="45968" y="17197"/>
                      <a:pt x="49962" y="18583"/>
                      <a:pt x="52733" y="21435"/>
                    </a:cubicBezTo>
                    <a:cubicBezTo>
                      <a:pt x="55504" y="24288"/>
                      <a:pt x="56890" y="27874"/>
                      <a:pt x="56890" y="32194"/>
                    </a:cubicBezTo>
                    <a:cubicBezTo>
                      <a:pt x="56890" y="36514"/>
                      <a:pt x="55504" y="40344"/>
                      <a:pt x="52733" y="42952"/>
                    </a:cubicBezTo>
                    <a:cubicBezTo>
                      <a:pt x="49962" y="45560"/>
                      <a:pt x="45887" y="46865"/>
                      <a:pt x="40670" y="46865"/>
                    </a:cubicBezTo>
                    <a:lnTo>
                      <a:pt x="21109" y="46865"/>
                    </a:lnTo>
                    <a:lnTo>
                      <a:pt x="21109" y="1711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CEB03B62-A767-69D5-7993-587729474930}"/>
                  </a:ext>
                </a:extLst>
              </p:cNvPr>
              <p:cNvSpPr/>
              <p:nvPr/>
            </p:nvSpPr>
            <p:spPr>
              <a:xfrm>
                <a:off x="5490183" y="4406309"/>
                <a:ext cx="90387" cy="108970"/>
              </a:xfrm>
              <a:custGeom>
                <a:avLst/>
                <a:gdLst>
                  <a:gd name="connsiteX0" fmla="*/ 69278 w 90387"/>
                  <a:gd name="connsiteY0" fmla="*/ 70338 h 108970"/>
                  <a:gd name="connsiteX1" fmla="*/ 14752 w 90387"/>
                  <a:gd name="connsiteY1" fmla="*/ 0 h 108970"/>
                  <a:gd name="connsiteX2" fmla="*/ 0 w 90387"/>
                  <a:gd name="connsiteY2" fmla="*/ 0 h 108970"/>
                  <a:gd name="connsiteX3" fmla="*/ 0 w 90387"/>
                  <a:gd name="connsiteY3" fmla="*/ 108970 h 108970"/>
                  <a:gd name="connsiteX4" fmla="*/ 21109 w 90387"/>
                  <a:gd name="connsiteY4" fmla="*/ 108970 h 108970"/>
                  <a:gd name="connsiteX5" fmla="*/ 21109 w 90387"/>
                  <a:gd name="connsiteY5" fmla="*/ 38796 h 108970"/>
                  <a:gd name="connsiteX6" fmla="*/ 75309 w 90387"/>
                  <a:gd name="connsiteY6" fmla="*/ 108970 h 108970"/>
                  <a:gd name="connsiteX7" fmla="*/ 90387 w 90387"/>
                  <a:gd name="connsiteY7" fmla="*/ 108970 h 108970"/>
                  <a:gd name="connsiteX8" fmla="*/ 90387 w 90387"/>
                  <a:gd name="connsiteY8" fmla="*/ 0 h 108970"/>
                  <a:gd name="connsiteX9" fmla="*/ 69278 w 90387"/>
                  <a:gd name="connsiteY9" fmla="*/ 0 h 108970"/>
                  <a:gd name="connsiteX10" fmla="*/ 69278 w 90387"/>
                  <a:gd name="connsiteY10" fmla="*/ 70338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8970">
                    <a:moveTo>
                      <a:pt x="69278" y="70338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38796"/>
                    </a:lnTo>
                    <a:lnTo>
                      <a:pt x="75309" y="108970"/>
                    </a:lnTo>
                    <a:lnTo>
                      <a:pt x="90387" y="108970"/>
                    </a:lnTo>
                    <a:lnTo>
                      <a:pt x="90387" y="0"/>
                    </a:lnTo>
                    <a:lnTo>
                      <a:pt x="69278" y="0"/>
                    </a:lnTo>
                    <a:lnTo>
                      <a:pt x="69278" y="70338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985131D5-1AEB-8D4B-D9DC-4DFECF9A7885}"/>
                  </a:ext>
                </a:extLst>
              </p:cNvPr>
              <p:cNvSpPr/>
              <p:nvPr/>
            </p:nvSpPr>
            <p:spPr>
              <a:xfrm>
                <a:off x="5610646" y="4406309"/>
                <a:ext cx="75798" cy="108970"/>
              </a:xfrm>
              <a:custGeom>
                <a:avLst/>
                <a:gdLst>
                  <a:gd name="connsiteX0" fmla="*/ 21109 w 75798"/>
                  <a:gd name="connsiteY0" fmla="*/ 62432 h 108970"/>
                  <a:gd name="connsiteX1" fmla="*/ 70501 w 75798"/>
                  <a:gd name="connsiteY1" fmla="*/ 62432 h 108970"/>
                  <a:gd name="connsiteX2" fmla="*/ 70501 w 75798"/>
                  <a:gd name="connsiteY2" fmla="*/ 44338 h 108970"/>
                  <a:gd name="connsiteX3" fmla="*/ 21109 w 75798"/>
                  <a:gd name="connsiteY3" fmla="*/ 44338 h 108970"/>
                  <a:gd name="connsiteX4" fmla="*/ 21109 w 75798"/>
                  <a:gd name="connsiteY4" fmla="*/ 18583 h 108970"/>
                  <a:gd name="connsiteX5" fmla="*/ 75065 w 75798"/>
                  <a:gd name="connsiteY5" fmla="*/ 18583 h 108970"/>
                  <a:gd name="connsiteX6" fmla="*/ 75065 w 75798"/>
                  <a:gd name="connsiteY6" fmla="*/ 0 h 108970"/>
                  <a:gd name="connsiteX7" fmla="*/ 21109 w 75798"/>
                  <a:gd name="connsiteY7" fmla="*/ 0 h 108970"/>
                  <a:gd name="connsiteX8" fmla="*/ 15486 w 75798"/>
                  <a:gd name="connsiteY8" fmla="*/ 0 h 108970"/>
                  <a:gd name="connsiteX9" fmla="*/ 0 w 75798"/>
                  <a:gd name="connsiteY9" fmla="*/ 0 h 108970"/>
                  <a:gd name="connsiteX10" fmla="*/ 0 w 75798"/>
                  <a:gd name="connsiteY10" fmla="*/ 108970 h 108970"/>
                  <a:gd name="connsiteX11" fmla="*/ 15486 w 75798"/>
                  <a:gd name="connsiteY11" fmla="*/ 108970 h 108970"/>
                  <a:gd name="connsiteX12" fmla="*/ 21109 w 75798"/>
                  <a:gd name="connsiteY12" fmla="*/ 108970 h 108970"/>
                  <a:gd name="connsiteX13" fmla="*/ 75798 w 75798"/>
                  <a:gd name="connsiteY13" fmla="*/ 108970 h 108970"/>
                  <a:gd name="connsiteX14" fmla="*/ 75798 w 75798"/>
                  <a:gd name="connsiteY14" fmla="*/ 90387 h 108970"/>
                  <a:gd name="connsiteX15" fmla="*/ 21109 w 75798"/>
                  <a:gd name="connsiteY15" fmla="*/ 90387 h 108970"/>
                  <a:gd name="connsiteX16" fmla="*/ 21109 w 75798"/>
                  <a:gd name="connsiteY16" fmla="*/ 62432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8970">
                    <a:moveTo>
                      <a:pt x="21109" y="62432"/>
                    </a:moveTo>
                    <a:lnTo>
                      <a:pt x="70501" y="62432"/>
                    </a:lnTo>
                    <a:lnTo>
                      <a:pt x="70501" y="44338"/>
                    </a:lnTo>
                    <a:lnTo>
                      <a:pt x="21109" y="44338"/>
                    </a:lnTo>
                    <a:lnTo>
                      <a:pt x="21109" y="18583"/>
                    </a:lnTo>
                    <a:lnTo>
                      <a:pt x="75065" y="18583"/>
                    </a:lnTo>
                    <a:lnTo>
                      <a:pt x="75065" y="0"/>
                    </a:lnTo>
                    <a:lnTo>
                      <a:pt x="21109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8970"/>
                    </a:lnTo>
                    <a:lnTo>
                      <a:pt x="15486" y="108970"/>
                    </a:lnTo>
                    <a:lnTo>
                      <a:pt x="21109" y="108970"/>
                    </a:lnTo>
                    <a:lnTo>
                      <a:pt x="75798" y="108970"/>
                    </a:lnTo>
                    <a:lnTo>
                      <a:pt x="75798" y="90387"/>
                    </a:lnTo>
                    <a:lnTo>
                      <a:pt x="21109" y="90387"/>
                    </a:lnTo>
                    <a:lnTo>
                      <a:pt x="21109" y="62432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9B516EA2-8C74-F93A-E96E-60A6B37230D3}"/>
                  </a:ext>
                </a:extLst>
              </p:cNvPr>
              <p:cNvSpPr/>
              <p:nvPr/>
            </p:nvSpPr>
            <p:spPr>
              <a:xfrm>
                <a:off x="5700544" y="4406309"/>
                <a:ext cx="90713" cy="108970"/>
              </a:xfrm>
              <a:custGeom>
                <a:avLst/>
                <a:gdLst>
                  <a:gd name="connsiteX0" fmla="*/ 90713 w 90713"/>
                  <a:gd name="connsiteY0" fmla="*/ 0 h 108970"/>
                  <a:gd name="connsiteX1" fmla="*/ 0 w 90713"/>
                  <a:gd name="connsiteY1" fmla="*/ 0 h 108970"/>
                  <a:gd name="connsiteX2" fmla="*/ 0 w 90713"/>
                  <a:gd name="connsiteY2" fmla="*/ 18746 h 108970"/>
                  <a:gd name="connsiteX3" fmla="*/ 34720 w 90713"/>
                  <a:gd name="connsiteY3" fmla="*/ 18746 h 108970"/>
                  <a:gd name="connsiteX4" fmla="*/ 34720 w 90713"/>
                  <a:gd name="connsiteY4" fmla="*/ 108970 h 108970"/>
                  <a:gd name="connsiteX5" fmla="*/ 55993 w 90713"/>
                  <a:gd name="connsiteY5" fmla="*/ 108970 h 108970"/>
                  <a:gd name="connsiteX6" fmla="*/ 55993 w 90713"/>
                  <a:gd name="connsiteY6" fmla="*/ 18746 h 108970"/>
                  <a:gd name="connsiteX7" fmla="*/ 90713 w 90713"/>
                  <a:gd name="connsiteY7" fmla="*/ 18746 h 108970"/>
                  <a:gd name="connsiteX8" fmla="*/ 90713 w 90713"/>
                  <a:gd name="connsiteY8" fmla="*/ 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90713" y="0"/>
                    </a:moveTo>
                    <a:lnTo>
                      <a:pt x="0" y="0"/>
                    </a:lnTo>
                    <a:lnTo>
                      <a:pt x="0" y="18746"/>
                    </a:lnTo>
                    <a:lnTo>
                      <a:pt x="34720" y="18746"/>
                    </a:lnTo>
                    <a:lnTo>
                      <a:pt x="34720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3" y="18746"/>
                    </a:lnTo>
                    <a:lnTo>
                      <a:pt x="90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BEB30B60-1415-0CC3-C6B3-81B21152FBEE}"/>
                </a:ext>
              </a:extLst>
            </p:cNvPr>
            <p:cNvSpPr/>
            <p:nvPr/>
          </p:nvSpPr>
          <p:spPr>
            <a:xfrm>
              <a:off x="5135398" y="4576325"/>
              <a:ext cx="647301" cy="50369"/>
            </a:xfrm>
            <a:custGeom>
              <a:avLst/>
              <a:gdLst>
                <a:gd name="connsiteX0" fmla="*/ 0 w 647301"/>
                <a:gd name="connsiteY0" fmla="*/ 0 h 50369"/>
                <a:gd name="connsiteX1" fmla="*/ 647302 w 647301"/>
                <a:gd name="connsiteY1" fmla="*/ 0 h 50369"/>
                <a:gd name="connsiteX2" fmla="*/ 647302 w 647301"/>
                <a:gd name="connsiteY2" fmla="*/ 50369 h 50369"/>
                <a:gd name="connsiteX3" fmla="*/ 0 w 647301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301" h="50369">
                  <a:moveTo>
                    <a:pt x="0" y="0"/>
                  </a:moveTo>
                  <a:lnTo>
                    <a:pt x="647302" y="0"/>
                  </a:lnTo>
                  <a:lnTo>
                    <a:pt x="647302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3" name="Graphic 2241">
            <a:extLst>
              <a:ext uri="{FF2B5EF4-FFF2-40B4-BE49-F238E27FC236}">
                <a16:creationId xmlns:a16="http://schemas.microsoft.com/office/drawing/2014/main" id="{6F476D78-699C-A70C-4723-B141E7D6959E}"/>
              </a:ext>
            </a:extLst>
          </p:cNvPr>
          <p:cNvGrpSpPr/>
          <p:nvPr/>
        </p:nvGrpSpPr>
        <p:grpSpPr>
          <a:xfrm>
            <a:off x="6811849" y="4492206"/>
            <a:ext cx="1126216" cy="222097"/>
            <a:chOff x="3485603" y="5613947"/>
            <a:chExt cx="1126216" cy="222097"/>
          </a:xfrm>
        </p:grpSpPr>
        <p:grpSp>
          <p:nvGrpSpPr>
            <p:cNvPr id="384" name="Graphic 2241">
              <a:extLst>
                <a:ext uri="{FF2B5EF4-FFF2-40B4-BE49-F238E27FC236}">
                  <a16:creationId xmlns:a16="http://schemas.microsoft.com/office/drawing/2014/main" id="{B8507C90-1BDA-490F-FE65-ABD3623438DA}"/>
                </a:ext>
              </a:extLst>
            </p:cNvPr>
            <p:cNvGrpSpPr/>
            <p:nvPr/>
          </p:nvGrpSpPr>
          <p:grpSpPr>
            <a:xfrm>
              <a:off x="3485603" y="5613947"/>
              <a:ext cx="1124423" cy="112311"/>
              <a:chOff x="3485603" y="5613947"/>
              <a:chExt cx="1124423" cy="112311"/>
            </a:xfrm>
            <a:solidFill>
              <a:srgbClr val="FFFFFF"/>
            </a:solidFill>
          </p:grpSpPr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6EF004F0-17F9-2DCB-B786-209DD8FFFB87}"/>
                  </a:ext>
                </a:extLst>
              </p:cNvPr>
              <p:cNvSpPr/>
              <p:nvPr/>
            </p:nvSpPr>
            <p:spPr>
              <a:xfrm>
                <a:off x="3485603" y="5615578"/>
                <a:ext cx="90387" cy="109051"/>
              </a:xfrm>
              <a:custGeom>
                <a:avLst/>
                <a:gdLst>
                  <a:gd name="connsiteX0" fmla="*/ 69360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1 h 109051"/>
                  <a:gd name="connsiteX4" fmla="*/ 21109 w 90387"/>
                  <a:gd name="connsiteY4" fmla="*/ 109051 h 109051"/>
                  <a:gd name="connsiteX5" fmla="*/ 21109 w 90387"/>
                  <a:gd name="connsiteY5" fmla="*/ 38877 h 109051"/>
                  <a:gd name="connsiteX6" fmla="*/ 75391 w 90387"/>
                  <a:gd name="connsiteY6" fmla="*/ 109051 h 109051"/>
                  <a:gd name="connsiteX7" fmla="*/ 90387 w 90387"/>
                  <a:gd name="connsiteY7" fmla="*/ 109051 h 109051"/>
                  <a:gd name="connsiteX8" fmla="*/ 90387 w 90387"/>
                  <a:gd name="connsiteY8" fmla="*/ 0 h 109051"/>
                  <a:gd name="connsiteX9" fmla="*/ 69360 w 90387"/>
                  <a:gd name="connsiteY9" fmla="*/ 0 h 109051"/>
                  <a:gd name="connsiteX10" fmla="*/ 69360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360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21109" y="109051"/>
                    </a:lnTo>
                    <a:lnTo>
                      <a:pt x="21109" y="38877"/>
                    </a:lnTo>
                    <a:lnTo>
                      <a:pt x="75391" y="109051"/>
                    </a:lnTo>
                    <a:lnTo>
                      <a:pt x="90387" y="109051"/>
                    </a:lnTo>
                    <a:lnTo>
                      <a:pt x="90387" y="0"/>
                    </a:lnTo>
                    <a:lnTo>
                      <a:pt x="69360" y="0"/>
                    </a:lnTo>
                    <a:lnTo>
                      <a:pt x="69360" y="7041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465DC352-994E-BD28-CBC7-0B4FCC52D0AD}"/>
                  </a:ext>
                </a:extLst>
              </p:cNvPr>
              <p:cNvSpPr/>
              <p:nvPr/>
            </p:nvSpPr>
            <p:spPr>
              <a:xfrm>
                <a:off x="3597915" y="5615578"/>
                <a:ext cx="104976" cy="108970"/>
              </a:xfrm>
              <a:custGeom>
                <a:avLst/>
                <a:gdLst>
                  <a:gd name="connsiteX0" fmla="*/ 44012 w 104976"/>
                  <a:gd name="connsiteY0" fmla="*/ 0 h 108970"/>
                  <a:gd name="connsiteX1" fmla="*/ 0 w 104976"/>
                  <a:gd name="connsiteY1" fmla="*/ 108970 h 108970"/>
                  <a:gd name="connsiteX2" fmla="*/ 22332 w 104976"/>
                  <a:gd name="connsiteY2" fmla="*/ 108970 h 108970"/>
                  <a:gd name="connsiteX3" fmla="*/ 30075 w 104976"/>
                  <a:gd name="connsiteY3" fmla="*/ 88675 h 108970"/>
                  <a:gd name="connsiteX4" fmla="*/ 74820 w 104976"/>
                  <a:gd name="connsiteY4" fmla="*/ 88675 h 108970"/>
                  <a:gd name="connsiteX5" fmla="*/ 82482 w 104976"/>
                  <a:gd name="connsiteY5" fmla="*/ 108970 h 108970"/>
                  <a:gd name="connsiteX6" fmla="*/ 104977 w 104976"/>
                  <a:gd name="connsiteY6" fmla="*/ 108970 h 108970"/>
                  <a:gd name="connsiteX7" fmla="*/ 61372 w 104976"/>
                  <a:gd name="connsiteY7" fmla="*/ 0 h 108970"/>
                  <a:gd name="connsiteX8" fmla="*/ 44012 w 104976"/>
                  <a:gd name="connsiteY8" fmla="*/ 0 h 108970"/>
                  <a:gd name="connsiteX9" fmla="*/ 36758 w 104976"/>
                  <a:gd name="connsiteY9" fmla="*/ 71071 h 108970"/>
                  <a:gd name="connsiteX10" fmla="*/ 52488 w 104976"/>
                  <a:gd name="connsiteY10" fmla="*/ 29912 h 108970"/>
                  <a:gd name="connsiteX11" fmla="*/ 68056 w 104976"/>
                  <a:gd name="connsiteY11" fmla="*/ 71071 h 108970"/>
                  <a:gd name="connsiteX12" fmla="*/ 36758 w 104976"/>
                  <a:gd name="connsiteY12" fmla="*/ 7107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8970">
                    <a:moveTo>
                      <a:pt x="44012" y="0"/>
                    </a:moveTo>
                    <a:lnTo>
                      <a:pt x="0" y="108970"/>
                    </a:lnTo>
                    <a:lnTo>
                      <a:pt x="22332" y="108970"/>
                    </a:lnTo>
                    <a:lnTo>
                      <a:pt x="30075" y="88675"/>
                    </a:lnTo>
                    <a:lnTo>
                      <a:pt x="74820" y="88675"/>
                    </a:lnTo>
                    <a:lnTo>
                      <a:pt x="82482" y="108970"/>
                    </a:lnTo>
                    <a:lnTo>
                      <a:pt x="104977" y="108970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758" y="71071"/>
                    </a:moveTo>
                    <a:lnTo>
                      <a:pt x="52488" y="29912"/>
                    </a:lnTo>
                    <a:lnTo>
                      <a:pt x="68056" y="71071"/>
                    </a:lnTo>
                    <a:lnTo>
                      <a:pt x="36758" y="7107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9AD6B5A8-2DA8-86EF-290D-E49C8658EFB8}"/>
                  </a:ext>
                </a:extLst>
              </p:cNvPr>
              <p:cNvSpPr/>
              <p:nvPr/>
            </p:nvSpPr>
            <p:spPr>
              <a:xfrm>
                <a:off x="3723430" y="5615578"/>
                <a:ext cx="90387" cy="109051"/>
              </a:xfrm>
              <a:custGeom>
                <a:avLst/>
                <a:gdLst>
                  <a:gd name="connsiteX0" fmla="*/ 69360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1 h 109051"/>
                  <a:gd name="connsiteX4" fmla="*/ 21110 w 90387"/>
                  <a:gd name="connsiteY4" fmla="*/ 109051 h 109051"/>
                  <a:gd name="connsiteX5" fmla="*/ 21110 w 90387"/>
                  <a:gd name="connsiteY5" fmla="*/ 38877 h 109051"/>
                  <a:gd name="connsiteX6" fmla="*/ 75391 w 90387"/>
                  <a:gd name="connsiteY6" fmla="*/ 109051 h 109051"/>
                  <a:gd name="connsiteX7" fmla="*/ 90388 w 90387"/>
                  <a:gd name="connsiteY7" fmla="*/ 109051 h 109051"/>
                  <a:gd name="connsiteX8" fmla="*/ 90388 w 90387"/>
                  <a:gd name="connsiteY8" fmla="*/ 0 h 109051"/>
                  <a:gd name="connsiteX9" fmla="*/ 69360 w 90387"/>
                  <a:gd name="connsiteY9" fmla="*/ 0 h 109051"/>
                  <a:gd name="connsiteX10" fmla="*/ 69360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360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21110" y="109051"/>
                    </a:lnTo>
                    <a:lnTo>
                      <a:pt x="21110" y="38877"/>
                    </a:lnTo>
                    <a:lnTo>
                      <a:pt x="75391" y="109051"/>
                    </a:lnTo>
                    <a:lnTo>
                      <a:pt x="90388" y="109051"/>
                    </a:lnTo>
                    <a:lnTo>
                      <a:pt x="90388" y="0"/>
                    </a:lnTo>
                    <a:lnTo>
                      <a:pt x="69360" y="0"/>
                    </a:lnTo>
                    <a:lnTo>
                      <a:pt x="69360" y="7041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1A86C21C-F76F-F969-D7F6-9EA601AFD139}"/>
                  </a:ext>
                </a:extLst>
              </p:cNvPr>
              <p:cNvSpPr/>
              <p:nvPr/>
            </p:nvSpPr>
            <p:spPr>
              <a:xfrm>
                <a:off x="3838187" y="5613947"/>
                <a:ext cx="112963" cy="112311"/>
              </a:xfrm>
              <a:custGeom>
                <a:avLst/>
                <a:gdLst>
                  <a:gd name="connsiteX0" fmla="*/ 96663 w 112963"/>
                  <a:gd name="connsiteY0" fmla="*/ 16056 h 112311"/>
                  <a:gd name="connsiteX1" fmla="*/ 78732 w 112963"/>
                  <a:gd name="connsiteY1" fmla="*/ 4157 h 112311"/>
                  <a:gd name="connsiteX2" fmla="*/ 56400 w 112963"/>
                  <a:gd name="connsiteY2" fmla="*/ 0 h 112311"/>
                  <a:gd name="connsiteX3" fmla="*/ 34231 w 112963"/>
                  <a:gd name="connsiteY3" fmla="*/ 4157 h 112311"/>
                  <a:gd name="connsiteX4" fmla="*/ 16301 w 112963"/>
                  <a:gd name="connsiteY4" fmla="*/ 16056 h 112311"/>
                  <a:gd name="connsiteX5" fmla="*/ 4320 w 112963"/>
                  <a:gd name="connsiteY5" fmla="*/ 33987 h 112311"/>
                  <a:gd name="connsiteX6" fmla="*/ 0 w 112963"/>
                  <a:gd name="connsiteY6" fmla="*/ 55911 h 112311"/>
                  <a:gd name="connsiteX7" fmla="*/ 4320 w 112963"/>
                  <a:gd name="connsiteY7" fmla="*/ 77917 h 112311"/>
                  <a:gd name="connsiteX8" fmla="*/ 16382 w 112963"/>
                  <a:gd name="connsiteY8" fmla="*/ 95929 h 112311"/>
                  <a:gd name="connsiteX9" fmla="*/ 34476 w 112963"/>
                  <a:gd name="connsiteY9" fmla="*/ 107992 h 112311"/>
                  <a:gd name="connsiteX10" fmla="*/ 56727 w 112963"/>
                  <a:gd name="connsiteY10" fmla="*/ 112312 h 112311"/>
                  <a:gd name="connsiteX11" fmla="*/ 78814 w 112963"/>
                  <a:gd name="connsiteY11" fmla="*/ 108074 h 112311"/>
                  <a:gd name="connsiteX12" fmla="*/ 96745 w 112963"/>
                  <a:gd name="connsiteY12" fmla="*/ 96093 h 112311"/>
                  <a:gd name="connsiteX13" fmla="*/ 108644 w 112963"/>
                  <a:gd name="connsiteY13" fmla="*/ 78080 h 112311"/>
                  <a:gd name="connsiteX14" fmla="*/ 112964 w 112963"/>
                  <a:gd name="connsiteY14" fmla="*/ 56074 h 112311"/>
                  <a:gd name="connsiteX15" fmla="*/ 108644 w 112963"/>
                  <a:gd name="connsiteY15" fmla="*/ 34068 h 112311"/>
                  <a:gd name="connsiteX16" fmla="*/ 96663 w 112963"/>
                  <a:gd name="connsiteY16" fmla="*/ 16056 h 112311"/>
                  <a:gd name="connsiteX17" fmla="*/ 86801 w 112963"/>
                  <a:gd name="connsiteY17" fmla="*/ 75228 h 112311"/>
                  <a:gd name="connsiteX18" fmla="*/ 74657 w 112963"/>
                  <a:gd name="connsiteY18" fmla="*/ 88187 h 112311"/>
                  <a:gd name="connsiteX19" fmla="*/ 56400 w 112963"/>
                  <a:gd name="connsiteY19" fmla="*/ 92832 h 112311"/>
                  <a:gd name="connsiteX20" fmla="*/ 42382 w 112963"/>
                  <a:gd name="connsiteY20" fmla="*/ 90143 h 112311"/>
                  <a:gd name="connsiteX21" fmla="*/ 31379 w 112963"/>
                  <a:gd name="connsiteY21" fmla="*/ 82644 h 112311"/>
                  <a:gd name="connsiteX22" fmla="*/ 24288 w 112963"/>
                  <a:gd name="connsiteY22" fmla="*/ 70989 h 112311"/>
                  <a:gd name="connsiteX23" fmla="*/ 21843 w 112963"/>
                  <a:gd name="connsiteY23" fmla="*/ 55911 h 112311"/>
                  <a:gd name="connsiteX24" fmla="*/ 26244 w 112963"/>
                  <a:gd name="connsiteY24" fmla="*/ 36839 h 112311"/>
                  <a:gd name="connsiteX25" fmla="*/ 38388 w 112963"/>
                  <a:gd name="connsiteY25" fmla="*/ 24044 h 112311"/>
                  <a:gd name="connsiteX26" fmla="*/ 56400 w 112963"/>
                  <a:gd name="connsiteY26" fmla="*/ 19479 h 112311"/>
                  <a:gd name="connsiteX27" fmla="*/ 70582 w 112963"/>
                  <a:gd name="connsiteY27" fmla="*/ 22087 h 112311"/>
                  <a:gd name="connsiteX28" fmla="*/ 81504 w 112963"/>
                  <a:gd name="connsiteY28" fmla="*/ 29586 h 112311"/>
                  <a:gd name="connsiteX29" fmla="*/ 88676 w 112963"/>
                  <a:gd name="connsiteY29" fmla="*/ 41159 h 112311"/>
                  <a:gd name="connsiteX30" fmla="*/ 91121 w 112963"/>
                  <a:gd name="connsiteY30" fmla="*/ 55911 h 112311"/>
                  <a:gd name="connsiteX31" fmla="*/ 86801 w 112963"/>
                  <a:gd name="connsiteY31" fmla="*/ 75228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3" h="112311">
                    <a:moveTo>
                      <a:pt x="96663" y="16056"/>
                    </a:moveTo>
                    <a:cubicBezTo>
                      <a:pt x="91529" y="10921"/>
                      <a:pt x="85579" y="6928"/>
                      <a:pt x="78732" y="4157"/>
                    </a:cubicBezTo>
                    <a:cubicBezTo>
                      <a:pt x="71886" y="1385"/>
                      <a:pt x="64469" y="0"/>
                      <a:pt x="56400" y="0"/>
                    </a:cubicBezTo>
                    <a:cubicBezTo>
                      <a:pt x="48332" y="0"/>
                      <a:pt x="41078" y="1385"/>
                      <a:pt x="34231" y="4157"/>
                    </a:cubicBezTo>
                    <a:cubicBezTo>
                      <a:pt x="27385" y="6928"/>
                      <a:pt x="21435" y="10921"/>
                      <a:pt x="16301" y="16056"/>
                    </a:cubicBezTo>
                    <a:cubicBezTo>
                      <a:pt x="11166" y="21191"/>
                      <a:pt x="7172" y="27222"/>
                      <a:pt x="4320" y="33987"/>
                    </a:cubicBezTo>
                    <a:cubicBezTo>
                      <a:pt x="1386" y="40752"/>
                      <a:pt x="0" y="48087"/>
                      <a:pt x="0" y="55911"/>
                    </a:cubicBezTo>
                    <a:cubicBezTo>
                      <a:pt x="0" y="63736"/>
                      <a:pt x="1467" y="71071"/>
                      <a:pt x="4320" y="77917"/>
                    </a:cubicBezTo>
                    <a:cubicBezTo>
                      <a:pt x="7172" y="84763"/>
                      <a:pt x="11248" y="90714"/>
                      <a:pt x="16382" y="95929"/>
                    </a:cubicBezTo>
                    <a:cubicBezTo>
                      <a:pt x="21517" y="101064"/>
                      <a:pt x="27548" y="105139"/>
                      <a:pt x="34476" y="107992"/>
                    </a:cubicBezTo>
                    <a:cubicBezTo>
                      <a:pt x="41322" y="110845"/>
                      <a:pt x="48739" y="112312"/>
                      <a:pt x="56727" y="112312"/>
                    </a:cubicBezTo>
                    <a:cubicBezTo>
                      <a:pt x="64714" y="112312"/>
                      <a:pt x="71968" y="110926"/>
                      <a:pt x="78814" y="108074"/>
                    </a:cubicBezTo>
                    <a:cubicBezTo>
                      <a:pt x="85660" y="105221"/>
                      <a:pt x="91692" y="101227"/>
                      <a:pt x="96745" y="96093"/>
                    </a:cubicBezTo>
                    <a:cubicBezTo>
                      <a:pt x="101798" y="90958"/>
                      <a:pt x="105792" y="84927"/>
                      <a:pt x="108644" y="78080"/>
                    </a:cubicBezTo>
                    <a:cubicBezTo>
                      <a:pt x="111497" y="71234"/>
                      <a:pt x="112964" y="63899"/>
                      <a:pt x="112964" y="56074"/>
                    </a:cubicBezTo>
                    <a:cubicBezTo>
                      <a:pt x="112964" y="48250"/>
                      <a:pt x="111497" y="40914"/>
                      <a:pt x="108644" y="34068"/>
                    </a:cubicBezTo>
                    <a:cubicBezTo>
                      <a:pt x="105792" y="27222"/>
                      <a:pt x="101717" y="21272"/>
                      <a:pt x="96663" y="16056"/>
                    </a:cubicBezTo>
                    <a:close/>
                    <a:moveTo>
                      <a:pt x="86801" y="75228"/>
                    </a:moveTo>
                    <a:cubicBezTo>
                      <a:pt x="83949" y="80770"/>
                      <a:pt x="79874" y="85090"/>
                      <a:pt x="74657" y="88187"/>
                    </a:cubicBezTo>
                    <a:cubicBezTo>
                      <a:pt x="69441" y="91284"/>
                      <a:pt x="63328" y="92832"/>
                      <a:pt x="56400" y="92832"/>
                    </a:cubicBezTo>
                    <a:cubicBezTo>
                      <a:pt x="51347" y="92832"/>
                      <a:pt x="46620" y="91936"/>
                      <a:pt x="42382" y="90143"/>
                    </a:cubicBezTo>
                    <a:cubicBezTo>
                      <a:pt x="38062" y="88350"/>
                      <a:pt x="34395" y="85823"/>
                      <a:pt x="31379" y="82644"/>
                    </a:cubicBezTo>
                    <a:cubicBezTo>
                      <a:pt x="28363" y="79466"/>
                      <a:pt x="26000" y="75553"/>
                      <a:pt x="24288" y="70989"/>
                    </a:cubicBezTo>
                    <a:cubicBezTo>
                      <a:pt x="22658" y="66425"/>
                      <a:pt x="21843" y="61454"/>
                      <a:pt x="21843" y="55911"/>
                    </a:cubicBezTo>
                    <a:cubicBezTo>
                      <a:pt x="21843" y="48657"/>
                      <a:pt x="23310" y="42300"/>
                      <a:pt x="26244" y="36839"/>
                    </a:cubicBezTo>
                    <a:cubicBezTo>
                      <a:pt x="29178" y="31379"/>
                      <a:pt x="33253" y="27059"/>
                      <a:pt x="38388" y="24044"/>
                    </a:cubicBezTo>
                    <a:cubicBezTo>
                      <a:pt x="43523" y="21028"/>
                      <a:pt x="49554" y="19479"/>
                      <a:pt x="56400" y="19479"/>
                    </a:cubicBezTo>
                    <a:cubicBezTo>
                      <a:pt x="61698" y="19479"/>
                      <a:pt x="66425" y="20376"/>
                      <a:pt x="70582" y="22087"/>
                    </a:cubicBezTo>
                    <a:cubicBezTo>
                      <a:pt x="74739" y="23880"/>
                      <a:pt x="78407" y="26325"/>
                      <a:pt x="81504" y="29586"/>
                    </a:cubicBezTo>
                    <a:cubicBezTo>
                      <a:pt x="84601" y="32846"/>
                      <a:pt x="86964" y="36677"/>
                      <a:pt x="88676" y="41159"/>
                    </a:cubicBezTo>
                    <a:cubicBezTo>
                      <a:pt x="90306" y="45642"/>
                      <a:pt x="91121" y="50532"/>
                      <a:pt x="91121" y="55911"/>
                    </a:cubicBezTo>
                    <a:cubicBezTo>
                      <a:pt x="91121" y="63247"/>
                      <a:pt x="89654" y="69685"/>
                      <a:pt x="86801" y="7522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66D32D0D-D458-6764-1267-7C8080D7CED4}"/>
                  </a:ext>
                </a:extLst>
              </p:cNvPr>
              <p:cNvSpPr/>
              <p:nvPr/>
            </p:nvSpPr>
            <p:spPr>
              <a:xfrm>
                <a:off x="3976010" y="5675727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29 w 53629"/>
                  <a:gd name="connsiteY1" fmla="*/ 0 h 18582"/>
                  <a:gd name="connsiteX2" fmla="*/ 53629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29" y="0"/>
                    </a:lnTo>
                    <a:lnTo>
                      <a:pt x="53629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56236C96-4607-D160-5190-C990995572FA}"/>
                  </a:ext>
                </a:extLst>
              </p:cNvPr>
              <p:cNvSpPr/>
              <p:nvPr/>
            </p:nvSpPr>
            <p:spPr>
              <a:xfrm>
                <a:off x="4046021" y="5613947"/>
                <a:ext cx="79466" cy="112230"/>
              </a:xfrm>
              <a:custGeom>
                <a:avLst/>
                <a:gdLst>
                  <a:gd name="connsiteX0" fmla="*/ 69441 w 79466"/>
                  <a:gd name="connsiteY0" fmla="*/ 55830 h 112230"/>
                  <a:gd name="connsiteX1" fmla="*/ 59416 w 79466"/>
                  <a:gd name="connsiteY1" fmla="*/ 49799 h 112230"/>
                  <a:gd name="connsiteX2" fmla="*/ 48413 w 79466"/>
                  <a:gd name="connsiteY2" fmla="*/ 45560 h 112230"/>
                  <a:gd name="connsiteX3" fmla="*/ 38225 w 79466"/>
                  <a:gd name="connsiteY3" fmla="*/ 41567 h 112230"/>
                  <a:gd name="connsiteX4" fmla="*/ 30890 w 79466"/>
                  <a:gd name="connsiteY4" fmla="*/ 36758 h 112230"/>
                  <a:gd name="connsiteX5" fmla="*/ 28119 w 79466"/>
                  <a:gd name="connsiteY5" fmla="*/ 29586 h 112230"/>
                  <a:gd name="connsiteX6" fmla="*/ 32275 w 79466"/>
                  <a:gd name="connsiteY6" fmla="*/ 21598 h 112230"/>
                  <a:gd name="connsiteX7" fmla="*/ 43768 w 79466"/>
                  <a:gd name="connsiteY7" fmla="*/ 18746 h 112230"/>
                  <a:gd name="connsiteX8" fmla="*/ 55178 w 79466"/>
                  <a:gd name="connsiteY8" fmla="*/ 21191 h 112230"/>
                  <a:gd name="connsiteX9" fmla="*/ 65040 w 79466"/>
                  <a:gd name="connsiteY9" fmla="*/ 28934 h 112230"/>
                  <a:gd name="connsiteX10" fmla="*/ 78977 w 79466"/>
                  <a:gd name="connsiteY10" fmla="*/ 14996 h 112230"/>
                  <a:gd name="connsiteX11" fmla="*/ 64306 w 79466"/>
                  <a:gd name="connsiteY11" fmla="*/ 4157 h 112230"/>
                  <a:gd name="connsiteX12" fmla="*/ 44094 w 79466"/>
                  <a:gd name="connsiteY12" fmla="*/ 0 h 112230"/>
                  <a:gd name="connsiteX13" fmla="*/ 25185 w 79466"/>
                  <a:gd name="connsiteY13" fmla="*/ 3749 h 112230"/>
                  <a:gd name="connsiteX14" fmla="*/ 11981 w 79466"/>
                  <a:gd name="connsiteY14" fmla="*/ 14426 h 112230"/>
                  <a:gd name="connsiteX15" fmla="*/ 7172 w 79466"/>
                  <a:gd name="connsiteY15" fmla="*/ 31297 h 112230"/>
                  <a:gd name="connsiteX16" fmla="*/ 9862 w 79466"/>
                  <a:gd name="connsiteY16" fmla="*/ 45234 h 112230"/>
                  <a:gd name="connsiteX17" fmla="*/ 17197 w 79466"/>
                  <a:gd name="connsiteY17" fmla="*/ 54200 h 112230"/>
                  <a:gd name="connsiteX18" fmla="*/ 27304 w 79466"/>
                  <a:gd name="connsiteY18" fmla="*/ 60068 h 112230"/>
                  <a:gd name="connsiteX19" fmla="*/ 38225 w 79466"/>
                  <a:gd name="connsiteY19" fmla="*/ 64143 h 112230"/>
                  <a:gd name="connsiteX20" fmla="*/ 48332 w 79466"/>
                  <a:gd name="connsiteY20" fmla="*/ 68055 h 112230"/>
                  <a:gd name="connsiteX21" fmla="*/ 55667 w 79466"/>
                  <a:gd name="connsiteY21" fmla="*/ 73272 h 112230"/>
                  <a:gd name="connsiteX22" fmla="*/ 58438 w 79466"/>
                  <a:gd name="connsiteY22" fmla="*/ 81340 h 112230"/>
                  <a:gd name="connsiteX23" fmla="*/ 53629 w 79466"/>
                  <a:gd name="connsiteY23" fmla="*/ 90306 h 112230"/>
                  <a:gd name="connsiteX24" fmla="*/ 40589 w 79466"/>
                  <a:gd name="connsiteY24" fmla="*/ 93566 h 112230"/>
                  <a:gd name="connsiteX25" fmla="*/ 25185 w 79466"/>
                  <a:gd name="connsiteY25" fmla="*/ 90061 h 112230"/>
                  <a:gd name="connsiteX26" fmla="*/ 13937 w 79466"/>
                  <a:gd name="connsiteY26" fmla="*/ 80199 h 112230"/>
                  <a:gd name="connsiteX27" fmla="*/ 0 w 79466"/>
                  <a:gd name="connsiteY27" fmla="*/ 94137 h 112230"/>
                  <a:gd name="connsiteX28" fmla="*/ 16953 w 79466"/>
                  <a:gd name="connsiteY28" fmla="*/ 107747 h 112230"/>
                  <a:gd name="connsiteX29" fmla="*/ 39366 w 79466"/>
                  <a:gd name="connsiteY29" fmla="*/ 112230 h 112230"/>
                  <a:gd name="connsiteX30" fmla="*/ 68789 w 79466"/>
                  <a:gd name="connsiteY30" fmla="*/ 103510 h 112230"/>
                  <a:gd name="connsiteX31" fmla="*/ 79466 w 79466"/>
                  <a:gd name="connsiteY31" fmla="*/ 79548 h 112230"/>
                  <a:gd name="connsiteX32" fmla="*/ 76695 w 79466"/>
                  <a:gd name="connsiteY32" fmla="*/ 65203 h 112230"/>
                  <a:gd name="connsiteX33" fmla="*/ 69360 w 79466"/>
                  <a:gd name="connsiteY33" fmla="*/ 55748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6" h="112230">
                    <a:moveTo>
                      <a:pt x="69441" y="55830"/>
                    </a:move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8"/>
                      <a:pt x="52162" y="46783"/>
                      <a:pt x="48413" y="45560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15" y="34965"/>
                      <a:pt x="28119" y="32520"/>
                      <a:pt x="28119" y="29586"/>
                    </a:cubicBezTo>
                    <a:cubicBezTo>
                      <a:pt x="28119" y="26162"/>
                      <a:pt x="29504" y="23554"/>
                      <a:pt x="32275" y="21598"/>
                    </a:cubicBezTo>
                    <a:cubicBezTo>
                      <a:pt x="35047" y="19724"/>
                      <a:pt x="38877" y="18746"/>
                      <a:pt x="43768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6"/>
                    </a:lnTo>
                    <a:cubicBezTo>
                      <a:pt x="75228" y="10595"/>
                      <a:pt x="70338" y="6928"/>
                      <a:pt x="64306" y="4157"/>
                    </a:cubicBezTo>
                    <a:cubicBezTo>
                      <a:pt x="58275" y="1385"/>
                      <a:pt x="51510" y="0"/>
                      <a:pt x="44094" y="0"/>
                    </a:cubicBezTo>
                    <a:cubicBezTo>
                      <a:pt x="37084" y="0"/>
                      <a:pt x="30727" y="1222"/>
                      <a:pt x="25185" y="3749"/>
                    </a:cubicBezTo>
                    <a:cubicBezTo>
                      <a:pt x="19642" y="6194"/>
                      <a:pt x="15241" y="9781"/>
                      <a:pt x="11981" y="14426"/>
                    </a:cubicBezTo>
                    <a:cubicBezTo>
                      <a:pt x="8802" y="19072"/>
                      <a:pt x="7172" y="24695"/>
                      <a:pt x="7172" y="31297"/>
                    </a:cubicBezTo>
                    <a:cubicBezTo>
                      <a:pt x="7172" y="37002"/>
                      <a:pt x="8069" y="41648"/>
                      <a:pt x="9862" y="45234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8" y="63002"/>
                      <a:pt x="38225" y="64143"/>
                    </a:cubicBezTo>
                    <a:cubicBezTo>
                      <a:pt x="41893" y="65366"/>
                      <a:pt x="45235" y="66588"/>
                      <a:pt x="48332" y="68055"/>
                    </a:cubicBezTo>
                    <a:cubicBezTo>
                      <a:pt x="51429" y="69522"/>
                      <a:pt x="53874" y="71152"/>
                      <a:pt x="55667" y="73272"/>
                    </a:cubicBezTo>
                    <a:cubicBezTo>
                      <a:pt x="57542" y="75309"/>
                      <a:pt x="58438" y="77999"/>
                      <a:pt x="58438" y="81340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6"/>
                      <a:pt x="46050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1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49"/>
                      <a:pt x="10759" y="104813"/>
                      <a:pt x="16953" y="107747"/>
                    </a:cubicBezTo>
                    <a:cubicBezTo>
                      <a:pt x="23229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10"/>
                    </a:cubicBezTo>
                    <a:cubicBezTo>
                      <a:pt x="75880" y="97641"/>
                      <a:pt x="79466" y="89654"/>
                      <a:pt x="79466" y="79548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ubicBezTo>
                      <a:pt x="74820" y="61290"/>
                      <a:pt x="72375" y="58193"/>
                      <a:pt x="69360" y="55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0E00E94D-F07F-EB96-A720-E67670000233}"/>
                  </a:ext>
                </a:extLst>
              </p:cNvPr>
              <p:cNvSpPr/>
              <p:nvPr/>
            </p:nvSpPr>
            <p:spPr>
              <a:xfrm>
                <a:off x="4149939" y="5615578"/>
                <a:ext cx="90387" cy="109051"/>
              </a:xfrm>
              <a:custGeom>
                <a:avLst/>
                <a:gdLst>
                  <a:gd name="connsiteX0" fmla="*/ 69359 w 90387"/>
                  <a:gd name="connsiteY0" fmla="*/ 70419 h 109051"/>
                  <a:gd name="connsiteX1" fmla="*/ 14752 w 90387"/>
                  <a:gd name="connsiteY1" fmla="*/ 0 h 109051"/>
                  <a:gd name="connsiteX2" fmla="*/ 0 w 90387"/>
                  <a:gd name="connsiteY2" fmla="*/ 0 h 109051"/>
                  <a:gd name="connsiteX3" fmla="*/ 0 w 90387"/>
                  <a:gd name="connsiteY3" fmla="*/ 109051 h 109051"/>
                  <a:gd name="connsiteX4" fmla="*/ 21109 w 90387"/>
                  <a:gd name="connsiteY4" fmla="*/ 109051 h 109051"/>
                  <a:gd name="connsiteX5" fmla="*/ 21109 w 90387"/>
                  <a:gd name="connsiteY5" fmla="*/ 38877 h 109051"/>
                  <a:gd name="connsiteX6" fmla="*/ 75391 w 90387"/>
                  <a:gd name="connsiteY6" fmla="*/ 109051 h 109051"/>
                  <a:gd name="connsiteX7" fmla="*/ 90387 w 90387"/>
                  <a:gd name="connsiteY7" fmla="*/ 109051 h 109051"/>
                  <a:gd name="connsiteX8" fmla="*/ 90387 w 90387"/>
                  <a:gd name="connsiteY8" fmla="*/ 0 h 109051"/>
                  <a:gd name="connsiteX9" fmla="*/ 69359 w 90387"/>
                  <a:gd name="connsiteY9" fmla="*/ 0 h 109051"/>
                  <a:gd name="connsiteX10" fmla="*/ 69359 w 90387"/>
                  <a:gd name="connsiteY10" fmla="*/ 70419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051">
                    <a:moveTo>
                      <a:pt x="69359" y="70419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21109" y="109051"/>
                    </a:lnTo>
                    <a:lnTo>
                      <a:pt x="21109" y="38877"/>
                    </a:lnTo>
                    <a:lnTo>
                      <a:pt x="75391" y="109051"/>
                    </a:lnTo>
                    <a:lnTo>
                      <a:pt x="90387" y="109051"/>
                    </a:lnTo>
                    <a:lnTo>
                      <a:pt x="90387" y="0"/>
                    </a:lnTo>
                    <a:lnTo>
                      <a:pt x="69359" y="0"/>
                    </a:lnTo>
                    <a:lnTo>
                      <a:pt x="69359" y="7041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BE4A32F0-1F68-F5AC-3BF1-2CE92BB36B14}"/>
                  </a:ext>
                </a:extLst>
              </p:cNvPr>
              <p:cNvSpPr/>
              <p:nvPr/>
            </p:nvSpPr>
            <p:spPr>
              <a:xfrm>
                <a:off x="4270401" y="561557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CBF161B0-9871-94B8-562F-28AD394C9D1D}"/>
                  </a:ext>
                </a:extLst>
              </p:cNvPr>
              <p:cNvSpPr/>
              <p:nvPr/>
            </p:nvSpPr>
            <p:spPr>
              <a:xfrm>
                <a:off x="4321585" y="5615659"/>
                <a:ext cx="79547" cy="108970"/>
              </a:xfrm>
              <a:custGeom>
                <a:avLst/>
                <a:gdLst>
                  <a:gd name="connsiteX0" fmla="*/ 61617 w 79547"/>
                  <a:gd name="connsiteY0" fmla="*/ 4157 h 108970"/>
                  <a:gd name="connsiteX1" fmla="*/ 42952 w 79547"/>
                  <a:gd name="connsiteY1" fmla="*/ 0 h 108970"/>
                  <a:gd name="connsiteX2" fmla="*/ 0 w 79547"/>
                  <a:gd name="connsiteY2" fmla="*/ 0 h 108970"/>
                  <a:gd name="connsiteX3" fmla="*/ 0 w 79547"/>
                  <a:gd name="connsiteY3" fmla="*/ 108970 h 108970"/>
                  <a:gd name="connsiteX4" fmla="*/ 21109 w 79547"/>
                  <a:gd name="connsiteY4" fmla="*/ 108970 h 108970"/>
                  <a:gd name="connsiteX5" fmla="*/ 21109 w 79547"/>
                  <a:gd name="connsiteY5" fmla="*/ 68626 h 108970"/>
                  <a:gd name="connsiteX6" fmla="*/ 42952 w 79547"/>
                  <a:gd name="connsiteY6" fmla="*/ 68626 h 108970"/>
                  <a:gd name="connsiteX7" fmla="*/ 61617 w 79547"/>
                  <a:gd name="connsiteY7" fmla="*/ 64470 h 108970"/>
                  <a:gd name="connsiteX8" fmla="*/ 74739 w 79547"/>
                  <a:gd name="connsiteY8" fmla="*/ 52570 h 108970"/>
                  <a:gd name="connsiteX9" fmla="*/ 79547 w 79547"/>
                  <a:gd name="connsiteY9" fmla="*/ 34313 h 108970"/>
                  <a:gd name="connsiteX10" fmla="*/ 74739 w 79547"/>
                  <a:gd name="connsiteY10" fmla="*/ 16056 h 108970"/>
                  <a:gd name="connsiteX11" fmla="*/ 61617 w 79547"/>
                  <a:gd name="connsiteY11" fmla="*/ 4157 h 108970"/>
                  <a:gd name="connsiteX12" fmla="*/ 56075 w 79547"/>
                  <a:gd name="connsiteY12" fmla="*/ 43442 h 108970"/>
                  <a:gd name="connsiteX13" fmla="*/ 49799 w 79547"/>
                  <a:gd name="connsiteY13" fmla="*/ 49310 h 108970"/>
                  <a:gd name="connsiteX14" fmla="*/ 40833 w 79547"/>
                  <a:gd name="connsiteY14" fmla="*/ 51429 h 108970"/>
                  <a:gd name="connsiteX15" fmla="*/ 21109 w 79547"/>
                  <a:gd name="connsiteY15" fmla="*/ 51429 h 108970"/>
                  <a:gd name="connsiteX16" fmla="*/ 21109 w 79547"/>
                  <a:gd name="connsiteY16" fmla="*/ 17198 h 108970"/>
                  <a:gd name="connsiteX17" fmla="*/ 40833 w 79547"/>
                  <a:gd name="connsiteY17" fmla="*/ 17198 h 108970"/>
                  <a:gd name="connsiteX18" fmla="*/ 49799 w 79547"/>
                  <a:gd name="connsiteY18" fmla="*/ 19316 h 108970"/>
                  <a:gd name="connsiteX19" fmla="*/ 56075 w 79547"/>
                  <a:gd name="connsiteY19" fmla="*/ 25185 h 108970"/>
                  <a:gd name="connsiteX20" fmla="*/ 58357 w 79547"/>
                  <a:gd name="connsiteY20" fmla="*/ 34232 h 108970"/>
                  <a:gd name="connsiteX21" fmla="*/ 56075 w 79547"/>
                  <a:gd name="connsiteY21" fmla="*/ 43442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9547" h="108970">
                    <a:moveTo>
                      <a:pt x="61617" y="4157"/>
                    </a:moveTo>
                    <a:cubicBezTo>
                      <a:pt x="56075" y="1386"/>
                      <a:pt x="49880" y="0"/>
                      <a:pt x="42952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8626"/>
                    </a:lnTo>
                    <a:lnTo>
                      <a:pt x="42952" y="68626"/>
                    </a:lnTo>
                    <a:cubicBezTo>
                      <a:pt x="49880" y="68626"/>
                      <a:pt x="56075" y="67240"/>
                      <a:pt x="61617" y="64470"/>
                    </a:cubicBezTo>
                    <a:cubicBezTo>
                      <a:pt x="67159" y="61698"/>
                      <a:pt x="71479" y="57705"/>
                      <a:pt x="74739" y="52570"/>
                    </a:cubicBezTo>
                    <a:cubicBezTo>
                      <a:pt x="77917" y="47435"/>
                      <a:pt x="79547" y="41322"/>
                      <a:pt x="79547" y="34313"/>
                    </a:cubicBezTo>
                    <a:cubicBezTo>
                      <a:pt x="79547" y="27304"/>
                      <a:pt x="77917" y="21191"/>
                      <a:pt x="74739" y="16056"/>
                    </a:cubicBezTo>
                    <a:cubicBezTo>
                      <a:pt x="71560" y="10922"/>
                      <a:pt x="67159" y="7010"/>
                      <a:pt x="61617" y="4157"/>
                    </a:cubicBezTo>
                    <a:close/>
                    <a:moveTo>
                      <a:pt x="56075" y="43442"/>
                    </a:moveTo>
                    <a:cubicBezTo>
                      <a:pt x="54607" y="45968"/>
                      <a:pt x="52488" y="47924"/>
                      <a:pt x="49799" y="49310"/>
                    </a:cubicBezTo>
                    <a:cubicBezTo>
                      <a:pt x="47109" y="50695"/>
                      <a:pt x="44093" y="51429"/>
                      <a:pt x="40833" y="51429"/>
                    </a:cubicBezTo>
                    <a:lnTo>
                      <a:pt x="21109" y="51429"/>
                    </a:lnTo>
                    <a:lnTo>
                      <a:pt x="21109" y="17198"/>
                    </a:lnTo>
                    <a:lnTo>
                      <a:pt x="40833" y="17198"/>
                    </a:lnTo>
                    <a:cubicBezTo>
                      <a:pt x="44175" y="17198"/>
                      <a:pt x="47109" y="17931"/>
                      <a:pt x="49799" y="19316"/>
                    </a:cubicBezTo>
                    <a:cubicBezTo>
                      <a:pt x="52488" y="20702"/>
                      <a:pt x="54607" y="22658"/>
                      <a:pt x="56075" y="25185"/>
                    </a:cubicBezTo>
                    <a:cubicBezTo>
                      <a:pt x="57542" y="27711"/>
                      <a:pt x="58357" y="30727"/>
                      <a:pt x="58357" y="34232"/>
                    </a:cubicBezTo>
                    <a:cubicBezTo>
                      <a:pt x="58357" y="37736"/>
                      <a:pt x="57623" y="40915"/>
                      <a:pt x="56075" y="434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AC1152F8-FBC0-6B6E-690D-FAF77340C04D}"/>
                  </a:ext>
                </a:extLst>
              </p:cNvPr>
              <p:cNvSpPr/>
              <p:nvPr/>
            </p:nvSpPr>
            <p:spPr>
              <a:xfrm>
                <a:off x="4423790" y="5615578"/>
                <a:ext cx="75798" cy="109051"/>
              </a:xfrm>
              <a:custGeom>
                <a:avLst/>
                <a:gdLst>
                  <a:gd name="connsiteX0" fmla="*/ 21110 w 75798"/>
                  <a:gd name="connsiteY0" fmla="*/ 62513 h 109051"/>
                  <a:gd name="connsiteX1" fmla="*/ 70501 w 75798"/>
                  <a:gd name="connsiteY1" fmla="*/ 62513 h 109051"/>
                  <a:gd name="connsiteX2" fmla="*/ 70501 w 75798"/>
                  <a:gd name="connsiteY2" fmla="*/ 44337 h 109051"/>
                  <a:gd name="connsiteX3" fmla="*/ 21110 w 75798"/>
                  <a:gd name="connsiteY3" fmla="*/ 44337 h 109051"/>
                  <a:gd name="connsiteX4" fmla="*/ 21110 w 75798"/>
                  <a:gd name="connsiteY4" fmla="*/ 18664 h 109051"/>
                  <a:gd name="connsiteX5" fmla="*/ 75065 w 75798"/>
                  <a:gd name="connsiteY5" fmla="*/ 18664 h 109051"/>
                  <a:gd name="connsiteX6" fmla="*/ 75065 w 75798"/>
                  <a:gd name="connsiteY6" fmla="*/ 0 h 109051"/>
                  <a:gd name="connsiteX7" fmla="*/ 21110 w 75798"/>
                  <a:gd name="connsiteY7" fmla="*/ 0 h 109051"/>
                  <a:gd name="connsiteX8" fmla="*/ 15486 w 75798"/>
                  <a:gd name="connsiteY8" fmla="*/ 0 h 109051"/>
                  <a:gd name="connsiteX9" fmla="*/ 0 w 75798"/>
                  <a:gd name="connsiteY9" fmla="*/ 0 h 109051"/>
                  <a:gd name="connsiteX10" fmla="*/ 0 w 75798"/>
                  <a:gd name="connsiteY10" fmla="*/ 109051 h 109051"/>
                  <a:gd name="connsiteX11" fmla="*/ 15486 w 75798"/>
                  <a:gd name="connsiteY11" fmla="*/ 109051 h 109051"/>
                  <a:gd name="connsiteX12" fmla="*/ 21110 w 75798"/>
                  <a:gd name="connsiteY12" fmla="*/ 109051 h 109051"/>
                  <a:gd name="connsiteX13" fmla="*/ 75798 w 75798"/>
                  <a:gd name="connsiteY13" fmla="*/ 109051 h 109051"/>
                  <a:gd name="connsiteX14" fmla="*/ 75798 w 75798"/>
                  <a:gd name="connsiteY14" fmla="*/ 90387 h 109051"/>
                  <a:gd name="connsiteX15" fmla="*/ 21110 w 75798"/>
                  <a:gd name="connsiteY15" fmla="*/ 90387 h 109051"/>
                  <a:gd name="connsiteX16" fmla="*/ 21110 w 75798"/>
                  <a:gd name="connsiteY16" fmla="*/ 62513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051">
                    <a:moveTo>
                      <a:pt x="21110" y="62513"/>
                    </a:moveTo>
                    <a:lnTo>
                      <a:pt x="70501" y="62513"/>
                    </a:lnTo>
                    <a:lnTo>
                      <a:pt x="70501" y="44337"/>
                    </a:lnTo>
                    <a:lnTo>
                      <a:pt x="21110" y="44337"/>
                    </a:lnTo>
                    <a:lnTo>
                      <a:pt x="21110" y="18664"/>
                    </a:lnTo>
                    <a:lnTo>
                      <a:pt x="75065" y="18664"/>
                    </a:lnTo>
                    <a:lnTo>
                      <a:pt x="75065" y="0"/>
                    </a:lnTo>
                    <a:lnTo>
                      <a:pt x="21110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9051"/>
                    </a:lnTo>
                    <a:lnTo>
                      <a:pt x="15486" y="109051"/>
                    </a:lnTo>
                    <a:lnTo>
                      <a:pt x="21110" y="109051"/>
                    </a:lnTo>
                    <a:lnTo>
                      <a:pt x="75798" y="109051"/>
                    </a:lnTo>
                    <a:lnTo>
                      <a:pt x="75798" y="90387"/>
                    </a:lnTo>
                    <a:lnTo>
                      <a:pt x="21110" y="90387"/>
                    </a:lnTo>
                    <a:lnTo>
                      <a:pt x="21110" y="6251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C10E7BCA-6CE3-6601-558A-89FD6C42F29A}"/>
                  </a:ext>
                </a:extLst>
              </p:cNvPr>
              <p:cNvSpPr/>
              <p:nvPr/>
            </p:nvSpPr>
            <p:spPr>
              <a:xfrm>
                <a:off x="4524936" y="5615659"/>
                <a:ext cx="85089" cy="108970"/>
              </a:xfrm>
              <a:custGeom>
                <a:avLst/>
                <a:gdLst>
                  <a:gd name="connsiteX0" fmla="*/ 59498 w 85089"/>
                  <a:gd name="connsiteY0" fmla="*/ 108970 h 108970"/>
                  <a:gd name="connsiteX1" fmla="*/ 85090 w 85089"/>
                  <a:gd name="connsiteY1" fmla="*/ 108970 h 108970"/>
                  <a:gd name="connsiteX2" fmla="*/ 48739 w 85089"/>
                  <a:gd name="connsiteY2" fmla="*/ 63084 h 108970"/>
                  <a:gd name="connsiteX3" fmla="*/ 61046 w 85089"/>
                  <a:gd name="connsiteY3" fmla="*/ 59498 h 108970"/>
                  <a:gd name="connsiteX4" fmla="*/ 73516 w 85089"/>
                  <a:gd name="connsiteY4" fmla="*/ 48413 h 108970"/>
                  <a:gd name="connsiteX5" fmla="*/ 77917 w 85089"/>
                  <a:gd name="connsiteY5" fmla="*/ 31787 h 108970"/>
                  <a:gd name="connsiteX6" fmla="*/ 73516 w 85089"/>
                  <a:gd name="connsiteY6" fmla="*/ 15323 h 108970"/>
                  <a:gd name="connsiteX7" fmla="*/ 61128 w 85089"/>
                  <a:gd name="connsiteY7" fmla="*/ 4075 h 108970"/>
                  <a:gd name="connsiteX8" fmla="*/ 42789 w 85089"/>
                  <a:gd name="connsiteY8" fmla="*/ 0 h 108970"/>
                  <a:gd name="connsiteX9" fmla="*/ 0 w 85089"/>
                  <a:gd name="connsiteY9" fmla="*/ 0 h 108970"/>
                  <a:gd name="connsiteX10" fmla="*/ 0 w 85089"/>
                  <a:gd name="connsiteY10" fmla="*/ 108970 h 108970"/>
                  <a:gd name="connsiteX11" fmla="*/ 21109 w 85089"/>
                  <a:gd name="connsiteY11" fmla="*/ 108970 h 108970"/>
                  <a:gd name="connsiteX12" fmla="*/ 21109 w 85089"/>
                  <a:gd name="connsiteY12" fmla="*/ 63573 h 108970"/>
                  <a:gd name="connsiteX13" fmla="*/ 24777 w 85089"/>
                  <a:gd name="connsiteY13" fmla="*/ 63573 h 108970"/>
                  <a:gd name="connsiteX14" fmla="*/ 59579 w 85089"/>
                  <a:gd name="connsiteY14" fmla="*/ 108970 h 108970"/>
                  <a:gd name="connsiteX15" fmla="*/ 21028 w 85089"/>
                  <a:gd name="connsiteY15" fmla="*/ 17198 h 108970"/>
                  <a:gd name="connsiteX16" fmla="*/ 40752 w 85089"/>
                  <a:gd name="connsiteY16" fmla="*/ 17198 h 108970"/>
                  <a:gd name="connsiteX17" fmla="*/ 52651 w 85089"/>
                  <a:gd name="connsiteY17" fmla="*/ 21435 h 108970"/>
                  <a:gd name="connsiteX18" fmla="*/ 56808 w 85089"/>
                  <a:gd name="connsiteY18" fmla="*/ 32194 h 108970"/>
                  <a:gd name="connsiteX19" fmla="*/ 52651 w 85089"/>
                  <a:gd name="connsiteY19" fmla="*/ 42953 h 108970"/>
                  <a:gd name="connsiteX20" fmla="*/ 40589 w 85089"/>
                  <a:gd name="connsiteY20" fmla="*/ 46865 h 108970"/>
                  <a:gd name="connsiteX21" fmla="*/ 21028 w 85089"/>
                  <a:gd name="connsiteY21" fmla="*/ 46865 h 108970"/>
                  <a:gd name="connsiteX22" fmla="*/ 21028 w 85089"/>
                  <a:gd name="connsiteY22" fmla="*/ 1711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85089" h="108970">
                    <a:moveTo>
                      <a:pt x="59498" y="108970"/>
                    </a:moveTo>
                    <a:lnTo>
                      <a:pt x="85090" y="108970"/>
                    </a:lnTo>
                    <a:lnTo>
                      <a:pt x="48739" y="63084"/>
                    </a:lnTo>
                    <a:cubicBezTo>
                      <a:pt x="53222" y="62514"/>
                      <a:pt x="57379" y="61372"/>
                      <a:pt x="61046" y="59498"/>
                    </a:cubicBezTo>
                    <a:cubicBezTo>
                      <a:pt x="66426" y="56808"/>
                      <a:pt x="70582" y="53140"/>
                      <a:pt x="73516" y="48413"/>
                    </a:cubicBezTo>
                    <a:cubicBezTo>
                      <a:pt x="76450" y="43686"/>
                      <a:pt x="77917" y="38144"/>
                      <a:pt x="77917" y="31787"/>
                    </a:cubicBezTo>
                    <a:cubicBezTo>
                      <a:pt x="77917" y="25429"/>
                      <a:pt x="76450" y="20132"/>
                      <a:pt x="73516" y="15323"/>
                    </a:cubicBezTo>
                    <a:cubicBezTo>
                      <a:pt x="70582" y="10596"/>
                      <a:pt x="66426" y="6847"/>
                      <a:pt x="61128" y="4075"/>
                    </a:cubicBezTo>
                    <a:cubicBezTo>
                      <a:pt x="55830" y="1304"/>
                      <a:pt x="49636" y="0"/>
                      <a:pt x="42789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3573"/>
                    </a:lnTo>
                    <a:lnTo>
                      <a:pt x="24777" y="63573"/>
                    </a:lnTo>
                    <a:lnTo>
                      <a:pt x="59579" y="108970"/>
                    </a:lnTo>
                    <a:close/>
                    <a:moveTo>
                      <a:pt x="21028" y="17198"/>
                    </a:moveTo>
                    <a:lnTo>
                      <a:pt x="40752" y="17198"/>
                    </a:lnTo>
                    <a:cubicBezTo>
                      <a:pt x="45887" y="17198"/>
                      <a:pt x="49880" y="18583"/>
                      <a:pt x="52651" y="21435"/>
                    </a:cubicBezTo>
                    <a:cubicBezTo>
                      <a:pt x="55423" y="24288"/>
                      <a:pt x="56808" y="27875"/>
                      <a:pt x="56808" y="32194"/>
                    </a:cubicBezTo>
                    <a:cubicBezTo>
                      <a:pt x="56808" y="36514"/>
                      <a:pt x="55423" y="40344"/>
                      <a:pt x="52651" y="42953"/>
                    </a:cubicBezTo>
                    <a:cubicBezTo>
                      <a:pt x="49880" y="45561"/>
                      <a:pt x="45805" y="46865"/>
                      <a:pt x="40589" y="46865"/>
                    </a:cubicBezTo>
                    <a:lnTo>
                      <a:pt x="21028" y="46865"/>
                    </a:lnTo>
                    <a:lnTo>
                      <a:pt x="21028" y="1711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A56EFEE9-F098-4CF2-457F-2ADDD87EB3ED}"/>
                </a:ext>
              </a:extLst>
            </p:cNvPr>
            <p:cNvSpPr/>
            <p:nvPr/>
          </p:nvSpPr>
          <p:spPr>
            <a:xfrm>
              <a:off x="3487803" y="5785675"/>
              <a:ext cx="1124015" cy="50369"/>
            </a:xfrm>
            <a:custGeom>
              <a:avLst/>
              <a:gdLst>
                <a:gd name="connsiteX0" fmla="*/ 0 w 1124015"/>
                <a:gd name="connsiteY0" fmla="*/ 0 h 50369"/>
                <a:gd name="connsiteX1" fmla="*/ 1124016 w 1124015"/>
                <a:gd name="connsiteY1" fmla="*/ 0 h 50369"/>
                <a:gd name="connsiteX2" fmla="*/ 1124016 w 1124015"/>
                <a:gd name="connsiteY2" fmla="*/ 50369 h 50369"/>
                <a:gd name="connsiteX3" fmla="*/ 0 w 1124015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4015" h="50369">
                  <a:moveTo>
                    <a:pt x="0" y="0"/>
                  </a:moveTo>
                  <a:lnTo>
                    <a:pt x="1124016" y="0"/>
                  </a:lnTo>
                  <a:lnTo>
                    <a:pt x="1124016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97" name="Graphic 2241">
            <a:extLst>
              <a:ext uri="{FF2B5EF4-FFF2-40B4-BE49-F238E27FC236}">
                <a16:creationId xmlns:a16="http://schemas.microsoft.com/office/drawing/2014/main" id="{7620DF74-6C02-7C9A-6C3F-3BD4D312E163}"/>
              </a:ext>
            </a:extLst>
          </p:cNvPr>
          <p:cNvGrpSpPr/>
          <p:nvPr/>
        </p:nvGrpSpPr>
        <p:grpSpPr>
          <a:xfrm>
            <a:off x="5898485" y="4492206"/>
            <a:ext cx="422433" cy="222097"/>
            <a:chOff x="3837454" y="3783622"/>
            <a:chExt cx="422433" cy="222097"/>
          </a:xfrm>
        </p:grpSpPr>
        <p:grpSp>
          <p:nvGrpSpPr>
            <p:cNvPr id="398" name="Graphic 2241">
              <a:extLst>
                <a:ext uri="{FF2B5EF4-FFF2-40B4-BE49-F238E27FC236}">
                  <a16:creationId xmlns:a16="http://schemas.microsoft.com/office/drawing/2014/main" id="{5091E6DE-A494-1204-4483-1E20A590FC88}"/>
                </a:ext>
              </a:extLst>
            </p:cNvPr>
            <p:cNvGrpSpPr/>
            <p:nvPr/>
          </p:nvGrpSpPr>
          <p:grpSpPr>
            <a:xfrm>
              <a:off x="3837454" y="3783622"/>
              <a:ext cx="422433" cy="112311"/>
              <a:chOff x="3837454" y="3783622"/>
              <a:chExt cx="422433" cy="112311"/>
            </a:xfrm>
            <a:solidFill>
              <a:srgbClr val="FFFFFF"/>
            </a:solidFill>
          </p:grpSpPr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50900F4F-BF34-D654-D32A-04F65C026359}"/>
                  </a:ext>
                </a:extLst>
              </p:cNvPr>
              <p:cNvSpPr/>
              <p:nvPr/>
            </p:nvSpPr>
            <p:spPr>
              <a:xfrm>
                <a:off x="3837454" y="3783703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2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0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6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1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2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7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9" y="69604"/>
                      <a:pt x="21761" y="63165"/>
                      <a:pt x="21761" y="55830"/>
                    </a:cubicBezTo>
                    <a:cubicBezTo>
                      <a:pt x="21761" y="48495"/>
                      <a:pt x="23229" y="42382"/>
                      <a:pt x="26244" y="36921"/>
                    </a:cubicBezTo>
                    <a:cubicBezTo>
                      <a:pt x="29260" y="31461"/>
                      <a:pt x="33417" y="27141"/>
                      <a:pt x="38714" y="24125"/>
                    </a:cubicBezTo>
                    <a:cubicBezTo>
                      <a:pt x="44012" y="21109"/>
                      <a:pt x="50125" y="19561"/>
                      <a:pt x="57053" y="19561"/>
                    </a:cubicBezTo>
                    <a:cubicBezTo>
                      <a:pt x="63165" y="19561"/>
                      <a:pt x="68708" y="20784"/>
                      <a:pt x="73761" y="23147"/>
                    </a:cubicBezTo>
                    <a:cubicBezTo>
                      <a:pt x="78814" y="25511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314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6"/>
                      <a:pt x="34720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0" y="21191"/>
                      <a:pt x="7335" y="27141"/>
                      <a:pt x="4401" y="33906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845"/>
                      <a:pt x="48087" y="112231"/>
                      <a:pt x="55748" y="112231"/>
                    </a:cubicBezTo>
                    <a:cubicBezTo>
                      <a:pt x="66262" y="112231"/>
                      <a:pt x="75635" y="110030"/>
                      <a:pt x="83786" y="105629"/>
                    </a:cubicBezTo>
                    <a:cubicBezTo>
                      <a:pt x="91936" y="101228"/>
                      <a:pt x="98375" y="94626"/>
                      <a:pt x="103021" y="85823"/>
                    </a:cubicBezTo>
                    <a:cubicBezTo>
                      <a:pt x="107666" y="77021"/>
                      <a:pt x="110030" y="66100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B3623A54-91DB-76A6-61A9-0CAA61257FC9}"/>
                  </a:ext>
                </a:extLst>
              </p:cNvPr>
              <p:cNvSpPr/>
              <p:nvPr/>
            </p:nvSpPr>
            <p:spPr>
              <a:xfrm>
                <a:off x="3971446" y="3785252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A071E26-069F-4ECE-4BAE-734FDF58B6A6}"/>
                  </a:ext>
                </a:extLst>
              </p:cNvPr>
              <p:cNvSpPr/>
              <p:nvPr/>
            </p:nvSpPr>
            <p:spPr>
              <a:xfrm>
                <a:off x="4015539" y="3783622"/>
                <a:ext cx="76287" cy="110600"/>
              </a:xfrm>
              <a:custGeom>
                <a:avLst/>
                <a:gdLst>
                  <a:gd name="connsiteX0" fmla="*/ 56400 w 76287"/>
                  <a:gd name="connsiteY0" fmla="*/ 67974 h 110600"/>
                  <a:gd name="connsiteX1" fmla="*/ 66751 w 76287"/>
                  <a:gd name="connsiteY1" fmla="*/ 55993 h 110600"/>
                  <a:gd name="connsiteX2" fmla="*/ 72294 w 76287"/>
                  <a:gd name="connsiteY2" fmla="*/ 45234 h 110600"/>
                  <a:gd name="connsiteX3" fmla="*/ 73924 w 76287"/>
                  <a:gd name="connsiteY3" fmla="*/ 33172 h 110600"/>
                  <a:gd name="connsiteX4" fmla="*/ 69604 w 76287"/>
                  <a:gd name="connsiteY4" fmla="*/ 15649 h 110600"/>
                  <a:gd name="connsiteX5" fmla="*/ 57378 w 76287"/>
                  <a:gd name="connsiteY5" fmla="*/ 4075 h 110600"/>
                  <a:gd name="connsiteX6" fmla="*/ 38633 w 76287"/>
                  <a:gd name="connsiteY6" fmla="*/ 0 h 110600"/>
                  <a:gd name="connsiteX7" fmla="*/ 16219 w 76287"/>
                  <a:gd name="connsiteY7" fmla="*/ 5624 h 110600"/>
                  <a:gd name="connsiteX8" fmla="*/ 163 w 76287"/>
                  <a:gd name="connsiteY8" fmla="*/ 22250 h 110600"/>
                  <a:gd name="connsiteX9" fmla="*/ 14589 w 76287"/>
                  <a:gd name="connsiteY9" fmla="*/ 34476 h 110600"/>
                  <a:gd name="connsiteX10" fmla="*/ 24940 w 76287"/>
                  <a:gd name="connsiteY10" fmla="*/ 22658 h 110600"/>
                  <a:gd name="connsiteX11" fmla="*/ 37573 w 76287"/>
                  <a:gd name="connsiteY11" fmla="*/ 18909 h 110600"/>
                  <a:gd name="connsiteX12" fmla="*/ 48902 w 76287"/>
                  <a:gd name="connsiteY12" fmla="*/ 22821 h 110600"/>
                  <a:gd name="connsiteX13" fmla="*/ 53222 w 76287"/>
                  <a:gd name="connsiteY13" fmla="*/ 33498 h 110600"/>
                  <a:gd name="connsiteX14" fmla="*/ 52081 w 76287"/>
                  <a:gd name="connsiteY14" fmla="*/ 40263 h 110600"/>
                  <a:gd name="connsiteX15" fmla="*/ 48087 w 76287"/>
                  <a:gd name="connsiteY15" fmla="*/ 47190 h 110600"/>
                  <a:gd name="connsiteX16" fmla="*/ 40915 w 76287"/>
                  <a:gd name="connsiteY16" fmla="*/ 55585 h 110600"/>
                  <a:gd name="connsiteX17" fmla="*/ 0 w 76287"/>
                  <a:gd name="connsiteY17" fmla="*/ 98538 h 110600"/>
                  <a:gd name="connsiteX18" fmla="*/ 0 w 76287"/>
                  <a:gd name="connsiteY18" fmla="*/ 110600 h 110600"/>
                  <a:gd name="connsiteX19" fmla="*/ 76287 w 76287"/>
                  <a:gd name="connsiteY19" fmla="*/ 110600 h 110600"/>
                  <a:gd name="connsiteX20" fmla="*/ 76287 w 76287"/>
                  <a:gd name="connsiteY20" fmla="*/ 92343 h 110600"/>
                  <a:gd name="connsiteX21" fmla="*/ 32438 w 76287"/>
                  <a:gd name="connsiteY21" fmla="*/ 92343 h 110600"/>
                  <a:gd name="connsiteX22" fmla="*/ 56400 w 76287"/>
                  <a:gd name="connsiteY22" fmla="*/ 67974 h 11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00">
                    <a:moveTo>
                      <a:pt x="56400" y="67974"/>
                    </a:moveTo>
                    <a:cubicBezTo>
                      <a:pt x="60720" y="63491"/>
                      <a:pt x="64225" y="59498"/>
                      <a:pt x="66751" y="55993"/>
                    </a:cubicBezTo>
                    <a:cubicBezTo>
                      <a:pt x="69278" y="52488"/>
                      <a:pt x="71153" y="48821"/>
                      <a:pt x="72294" y="45234"/>
                    </a:cubicBezTo>
                    <a:cubicBezTo>
                      <a:pt x="73353" y="41648"/>
                      <a:pt x="73924" y="37573"/>
                      <a:pt x="73924" y="33172"/>
                    </a:cubicBezTo>
                    <a:cubicBezTo>
                      <a:pt x="73924" y="26489"/>
                      <a:pt x="72457" y="20620"/>
                      <a:pt x="69604" y="15649"/>
                    </a:cubicBezTo>
                    <a:cubicBezTo>
                      <a:pt x="66670" y="10677"/>
                      <a:pt x="62595" y="6846"/>
                      <a:pt x="57378" y="4075"/>
                    </a:cubicBezTo>
                    <a:cubicBezTo>
                      <a:pt x="52081" y="1304"/>
                      <a:pt x="45886" y="0"/>
                      <a:pt x="38633" y="0"/>
                    </a:cubicBezTo>
                    <a:cubicBezTo>
                      <a:pt x="30156" y="0"/>
                      <a:pt x="22658" y="1874"/>
                      <a:pt x="16219" y="5624"/>
                    </a:cubicBezTo>
                    <a:cubicBezTo>
                      <a:pt x="9780" y="9373"/>
                      <a:pt x="4401" y="14915"/>
                      <a:pt x="163" y="22250"/>
                    </a:cubicBezTo>
                    <a:lnTo>
                      <a:pt x="14589" y="34476"/>
                    </a:lnTo>
                    <a:cubicBezTo>
                      <a:pt x="17768" y="29097"/>
                      <a:pt x="21191" y="25185"/>
                      <a:pt x="24940" y="22658"/>
                    </a:cubicBezTo>
                    <a:cubicBezTo>
                      <a:pt x="28608" y="20213"/>
                      <a:pt x="32846" y="18909"/>
                      <a:pt x="37573" y="18909"/>
                    </a:cubicBezTo>
                    <a:cubicBezTo>
                      <a:pt x="42300" y="18909"/>
                      <a:pt x="45968" y="20213"/>
                      <a:pt x="48902" y="22821"/>
                    </a:cubicBezTo>
                    <a:cubicBezTo>
                      <a:pt x="51755" y="25429"/>
                      <a:pt x="53222" y="28934"/>
                      <a:pt x="53222" y="33498"/>
                    </a:cubicBezTo>
                    <a:cubicBezTo>
                      <a:pt x="53222" y="35862"/>
                      <a:pt x="52814" y="38144"/>
                      <a:pt x="52081" y="40263"/>
                    </a:cubicBezTo>
                    <a:cubicBezTo>
                      <a:pt x="51266" y="42382"/>
                      <a:pt x="49962" y="44664"/>
                      <a:pt x="48087" y="47190"/>
                    </a:cubicBezTo>
                    <a:cubicBezTo>
                      <a:pt x="46213" y="49717"/>
                      <a:pt x="43849" y="52488"/>
                      <a:pt x="40915" y="55585"/>
                    </a:cubicBezTo>
                    <a:lnTo>
                      <a:pt x="0" y="98538"/>
                    </a:lnTo>
                    <a:lnTo>
                      <a:pt x="0" y="110600"/>
                    </a:lnTo>
                    <a:lnTo>
                      <a:pt x="76287" y="110600"/>
                    </a:lnTo>
                    <a:lnTo>
                      <a:pt x="76287" y="92343"/>
                    </a:lnTo>
                    <a:lnTo>
                      <a:pt x="32438" y="92343"/>
                    </a:lnTo>
                    <a:lnTo>
                      <a:pt x="56400" y="67974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014DE1F7-213B-2C11-DC26-DCF00E455907}"/>
                  </a:ext>
                </a:extLst>
              </p:cNvPr>
              <p:cNvSpPr/>
              <p:nvPr/>
            </p:nvSpPr>
            <p:spPr>
              <a:xfrm>
                <a:off x="4110328" y="3845401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29 w 53629"/>
                  <a:gd name="connsiteY1" fmla="*/ 0 h 18582"/>
                  <a:gd name="connsiteX2" fmla="*/ 53629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29" y="0"/>
                    </a:lnTo>
                    <a:lnTo>
                      <a:pt x="53629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743ACC00-4BD6-4FC6-6C30-BD4E6FB8A758}"/>
                  </a:ext>
                </a:extLst>
              </p:cNvPr>
              <p:cNvSpPr/>
              <p:nvPr/>
            </p:nvSpPr>
            <p:spPr>
              <a:xfrm>
                <a:off x="4180421" y="3783622"/>
                <a:ext cx="79465" cy="112230"/>
              </a:xfrm>
              <a:custGeom>
                <a:avLst/>
                <a:gdLst>
                  <a:gd name="connsiteX0" fmla="*/ 76776 w 79465"/>
                  <a:gd name="connsiteY0" fmla="*/ 65284 h 112230"/>
                  <a:gd name="connsiteX1" fmla="*/ 69441 w 79465"/>
                  <a:gd name="connsiteY1" fmla="*/ 55830 h 112230"/>
                  <a:gd name="connsiteX2" fmla="*/ 59416 w 79465"/>
                  <a:gd name="connsiteY2" fmla="*/ 49799 h 112230"/>
                  <a:gd name="connsiteX3" fmla="*/ 48413 w 79465"/>
                  <a:gd name="connsiteY3" fmla="*/ 45560 h 112230"/>
                  <a:gd name="connsiteX4" fmla="*/ 38225 w 79465"/>
                  <a:gd name="connsiteY4" fmla="*/ 41567 h 112230"/>
                  <a:gd name="connsiteX5" fmla="*/ 30890 w 79465"/>
                  <a:gd name="connsiteY5" fmla="*/ 36758 h 112230"/>
                  <a:gd name="connsiteX6" fmla="*/ 28119 w 79465"/>
                  <a:gd name="connsiteY6" fmla="*/ 29586 h 112230"/>
                  <a:gd name="connsiteX7" fmla="*/ 32275 w 79465"/>
                  <a:gd name="connsiteY7" fmla="*/ 21598 h 112230"/>
                  <a:gd name="connsiteX8" fmla="*/ 43767 w 79465"/>
                  <a:gd name="connsiteY8" fmla="*/ 18746 h 112230"/>
                  <a:gd name="connsiteX9" fmla="*/ 55178 w 79465"/>
                  <a:gd name="connsiteY9" fmla="*/ 21191 h 112230"/>
                  <a:gd name="connsiteX10" fmla="*/ 65040 w 79465"/>
                  <a:gd name="connsiteY10" fmla="*/ 28934 h 112230"/>
                  <a:gd name="connsiteX11" fmla="*/ 78977 w 79465"/>
                  <a:gd name="connsiteY11" fmla="*/ 14997 h 112230"/>
                  <a:gd name="connsiteX12" fmla="*/ 64306 w 79465"/>
                  <a:gd name="connsiteY12" fmla="*/ 4157 h 112230"/>
                  <a:gd name="connsiteX13" fmla="*/ 44093 w 79465"/>
                  <a:gd name="connsiteY13" fmla="*/ 0 h 112230"/>
                  <a:gd name="connsiteX14" fmla="*/ 25185 w 79465"/>
                  <a:gd name="connsiteY14" fmla="*/ 3749 h 112230"/>
                  <a:gd name="connsiteX15" fmla="*/ 11981 w 79465"/>
                  <a:gd name="connsiteY15" fmla="*/ 14426 h 112230"/>
                  <a:gd name="connsiteX16" fmla="*/ 7172 w 79465"/>
                  <a:gd name="connsiteY16" fmla="*/ 31297 h 112230"/>
                  <a:gd name="connsiteX17" fmla="*/ 9862 w 79465"/>
                  <a:gd name="connsiteY17" fmla="*/ 45234 h 112230"/>
                  <a:gd name="connsiteX18" fmla="*/ 17197 w 79465"/>
                  <a:gd name="connsiteY18" fmla="*/ 54200 h 112230"/>
                  <a:gd name="connsiteX19" fmla="*/ 27304 w 79465"/>
                  <a:gd name="connsiteY19" fmla="*/ 60068 h 112230"/>
                  <a:gd name="connsiteX20" fmla="*/ 38225 w 79465"/>
                  <a:gd name="connsiteY20" fmla="*/ 64143 h 112230"/>
                  <a:gd name="connsiteX21" fmla="*/ 48332 w 79465"/>
                  <a:gd name="connsiteY21" fmla="*/ 68055 h 112230"/>
                  <a:gd name="connsiteX22" fmla="*/ 55667 w 79465"/>
                  <a:gd name="connsiteY22" fmla="*/ 73272 h 112230"/>
                  <a:gd name="connsiteX23" fmla="*/ 58438 w 79465"/>
                  <a:gd name="connsiteY23" fmla="*/ 81340 h 112230"/>
                  <a:gd name="connsiteX24" fmla="*/ 53629 w 79465"/>
                  <a:gd name="connsiteY24" fmla="*/ 90306 h 112230"/>
                  <a:gd name="connsiteX25" fmla="*/ 40589 w 79465"/>
                  <a:gd name="connsiteY25" fmla="*/ 93566 h 112230"/>
                  <a:gd name="connsiteX26" fmla="*/ 25185 w 79465"/>
                  <a:gd name="connsiteY26" fmla="*/ 90061 h 112230"/>
                  <a:gd name="connsiteX27" fmla="*/ 13937 w 79465"/>
                  <a:gd name="connsiteY27" fmla="*/ 80199 h 112230"/>
                  <a:gd name="connsiteX28" fmla="*/ 0 w 79465"/>
                  <a:gd name="connsiteY28" fmla="*/ 94137 h 112230"/>
                  <a:gd name="connsiteX29" fmla="*/ 16953 w 79465"/>
                  <a:gd name="connsiteY29" fmla="*/ 107748 h 112230"/>
                  <a:gd name="connsiteX30" fmla="*/ 39366 w 79465"/>
                  <a:gd name="connsiteY30" fmla="*/ 112230 h 112230"/>
                  <a:gd name="connsiteX31" fmla="*/ 68789 w 79465"/>
                  <a:gd name="connsiteY31" fmla="*/ 103509 h 112230"/>
                  <a:gd name="connsiteX32" fmla="*/ 79466 w 79465"/>
                  <a:gd name="connsiteY32" fmla="*/ 79547 h 112230"/>
                  <a:gd name="connsiteX33" fmla="*/ 76695 w 79465"/>
                  <a:gd name="connsiteY33" fmla="*/ 65203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76776" y="65284"/>
                    </a:moveTo>
                    <a:cubicBezTo>
                      <a:pt x="74902" y="61372"/>
                      <a:pt x="72457" y="58275"/>
                      <a:pt x="69441" y="55830"/>
                    </a:cubicBez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9"/>
                      <a:pt x="52162" y="46783"/>
                      <a:pt x="48413" y="45560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97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4"/>
                      <a:pt x="32275" y="21598"/>
                    </a:cubicBezTo>
                    <a:cubicBezTo>
                      <a:pt x="35046" y="19724"/>
                      <a:pt x="38877" y="18746"/>
                      <a:pt x="43767" y="18746"/>
                    </a:cubicBezTo>
                    <a:cubicBezTo>
                      <a:pt x="48005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95"/>
                      <a:pt x="70338" y="6928"/>
                      <a:pt x="64306" y="4157"/>
                    </a:cubicBezTo>
                    <a:cubicBezTo>
                      <a:pt x="58275" y="1385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2" y="6194"/>
                      <a:pt x="15241" y="9780"/>
                      <a:pt x="11981" y="14426"/>
                    </a:cubicBezTo>
                    <a:cubicBezTo>
                      <a:pt x="8802" y="19072"/>
                      <a:pt x="7172" y="24696"/>
                      <a:pt x="7172" y="31297"/>
                    </a:cubicBezTo>
                    <a:cubicBezTo>
                      <a:pt x="7172" y="37002"/>
                      <a:pt x="8069" y="41648"/>
                      <a:pt x="9862" y="45234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971" y="61617"/>
                      <a:pt x="34557" y="63002"/>
                      <a:pt x="38225" y="64143"/>
                    </a:cubicBezTo>
                    <a:cubicBezTo>
                      <a:pt x="41893" y="65366"/>
                      <a:pt x="45234" y="66588"/>
                      <a:pt x="48332" y="68055"/>
                    </a:cubicBezTo>
                    <a:cubicBezTo>
                      <a:pt x="51347" y="69441"/>
                      <a:pt x="53874" y="71152"/>
                      <a:pt x="55667" y="73272"/>
                    </a:cubicBezTo>
                    <a:cubicBezTo>
                      <a:pt x="57542" y="75309"/>
                      <a:pt x="58438" y="77999"/>
                      <a:pt x="58438" y="81340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6"/>
                      <a:pt x="46049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1"/>
                    </a:cubicBezTo>
                    <a:cubicBezTo>
                      <a:pt x="21028" y="87698"/>
                      <a:pt x="17279" y="84438"/>
                      <a:pt x="13937" y="80199"/>
                    </a:cubicBezTo>
                    <a:lnTo>
                      <a:pt x="0" y="94137"/>
                    </a:lnTo>
                    <a:cubicBezTo>
                      <a:pt x="5053" y="100249"/>
                      <a:pt x="10759" y="104813"/>
                      <a:pt x="16953" y="107748"/>
                    </a:cubicBezTo>
                    <a:cubicBezTo>
                      <a:pt x="23229" y="110763"/>
                      <a:pt x="30645" y="112230"/>
                      <a:pt x="39366" y="112230"/>
                    </a:cubicBezTo>
                    <a:cubicBezTo>
                      <a:pt x="51836" y="112230"/>
                      <a:pt x="61698" y="109296"/>
                      <a:pt x="68789" y="103509"/>
                    </a:cubicBezTo>
                    <a:cubicBezTo>
                      <a:pt x="75961" y="97641"/>
                      <a:pt x="79466" y="89654"/>
                      <a:pt x="79466" y="79547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5E653548-253A-C7FB-FCED-0E3286F3993F}"/>
                </a:ext>
              </a:extLst>
            </p:cNvPr>
            <p:cNvSpPr/>
            <p:nvPr/>
          </p:nvSpPr>
          <p:spPr>
            <a:xfrm>
              <a:off x="3845441" y="3955350"/>
              <a:ext cx="410859" cy="50369"/>
            </a:xfrm>
            <a:custGeom>
              <a:avLst/>
              <a:gdLst>
                <a:gd name="connsiteX0" fmla="*/ 0 w 410859"/>
                <a:gd name="connsiteY0" fmla="*/ 0 h 50369"/>
                <a:gd name="connsiteX1" fmla="*/ 410860 w 410859"/>
                <a:gd name="connsiteY1" fmla="*/ 0 h 50369"/>
                <a:gd name="connsiteX2" fmla="*/ 410860 w 410859"/>
                <a:gd name="connsiteY2" fmla="*/ 50369 h 50369"/>
                <a:gd name="connsiteX3" fmla="*/ 0 w 410859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0859" h="50369">
                  <a:moveTo>
                    <a:pt x="0" y="0"/>
                  </a:moveTo>
                  <a:lnTo>
                    <a:pt x="410860" y="0"/>
                  </a:lnTo>
                  <a:lnTo>
                    <a:pt x="410860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5" name="Graphic 2241">
            <a:extLst>
              <a:ext uri="{FF2B5EF4-FFF2-40B4-BE49-F238E27FC236}">
                <a16:creationId xmlns:a16="http://schemas.microsoft.com/office/drawing/2014/main" id="{E1117C38-0ECA-697D-E23D-0CBED827C47F}"/>
              </a:ext>
            </a:extLst>
          </p:cNvPr>
          <p:cNvGrpSpPr/>
          <p:nvPr/>
        </p:nvGrpSpPr>
        <p:grpSpPr>
          <a:xfrm>
            <a:off x="5898485" y="4988803"/>
            <a:ext cx="463755" cy="222015"/>
            <a:chOff x="3816833" y="4404679"/>
            <a:chExt cx="463755" cy="222015"/>
          </a:xfrm>
        </p:grpSpPr>
        <p:grpSp>
          <p:nvGrpSpPr>
            <p:cNvPr id="406" name="Graphic 2241">
              <a:extLst>
                <a:ext uri="{FF2B5EF4-FFF2-40B4-BE49-F238E27FC236}">
                  <a16:creationId xmlns:a16="http://schemas.microsoft.com/office/drawing/2014/main" id="{3C75344F-2E7B-73F6-2EDF-649781E46614}"/>
                </a:ext>
              </a:extLst>
            </p:cNvPr>
            <p:cNvGrpSpPr/>
            <p:nvPr/>
          </p:nvGrpSpPr>
          <p:grpSpPr>
            <a:xfrm>
              <a:off x="3823680" y="4404679"/>
              <a:ext cx="443868" cy="112230"/>
              <a:chOff x="3823680" y="4404679"/>
              <a:chExt cx="443868" cy="112230"/>
            </a:xfrm>
            <a:solidFill>
              <a:srgbClr val="FFFFFF"/>
            </a:solidFill>
          </p:grpSpPr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D6A82E19-0885-F893-E71F-A45196173A38}"/>
                  </a:ext>
                </a:extLst>
              </p:cNvPr>
              <p:cNvSpPr/>
              <p:nvPr/>
            </p:nvSpPr>
            <p:spPr>
              <a:xfrm>
                <a:off x="3823680" y="4404679"/>
                <a:ext cx="110029" cy="112230"/>
              </a:xfrm>
              <a:custGeom>
                <a:avLst/>
                <a:gdLst>
                  <a:gd name="connsiteX0" fmla="*/ 54444 w 110029"/>
                  <a:gd name="connsiteY0" fmla="*/ 68708 h 112230"/>
                  <a:gd name="connsiteX1" fmla="*/ 87453 w 110029"/>
                  <a:gd name="connsiteY1" fmla="*/ 69034 h 112230"/>
                  <a:gd name="connsiteX2" fmla="*/ 84519 w 110029"/>
                  <a:gd name="connsiteY2" fmla="*/ 77592 h 112230"/>
                  <a:gd name="connsiteX3" fmla="*/ 73353 w 110029"/>
                  <a:gd name="connsiteY3" fmla="*/ 88676 h 112230"/>
                  <a:gd name="connsiteX4" fmla="*/ 55667 w 110029"/>
                  <a:gd name="connsiteY4" fmla="*/ 92425 h 112230"/>
                  <a:gd name="connsiteX5" fmla="*/ 38388 w 110029"/>
                  <a:gd name="connsiteY5" fmla="*/ 87861 h 112230"/>
                  <a:gd name="connsiteX6" fmla="*/ 26244 w 110029"/>
                  <a:gd name="connsiteY6" fmla="*/ 75065 h 112230"/>
                  <a:gd name="connsiteX7" fmla="*/ 21761 w 110029"/>
                  <a:gd name="connsiteY7" fmla="*/ 55830 h 112230"/>
                  <a:gd name="connsiteX8" fmla="*/ 26244 w 110029"/>
                  <a:gd name="connsiteY8" fmla="*/ 36921 h 112230"/>
                  <a:gd name="connsiteX9" fmla="*/ 38714 w 110029"/>
                  <a:gd name="connsiteY9" fmla="*/ 24125 h 112230"/>
                  <a:gd name="connsiteX10" fmla="*/ 57053 w 110029"/>
                  <a:gd name="connsiteY10" fmla="*/ 19561 h 112230"/>
                  <a:gd name="connsiteX11" fmla="*/ 73761 w 110029"/>
                  <a:gd name="connsiteY11" fmla="*/ 23147 h 112230"/>
                  <a:gd name="connsiteX12" fmla="*/ 86312 w 110029"/>
                  <a:gd name="connsiteY12" fmla="*/ 33498 h 112230"/>
                  <a:gd name="connsiteX13" fmla="*/ 100738 w 110029"/>
                  <a:gd name="connsiteY13" fmla="*/ 19072 h 112230"/>
                  <a:gd name="connsiteX14" fmla="*/ 81911 w 110029"/>
                  <a:gd name="connsiteY14" fmla="*/ 4972 h 112230"/>
                  <a:gd name="connsiteX15" fmla="*/ 57216 w 110029"/>
                  <a:gd name="connsiteY15" fmla="*/ 0 h 112230"/>
                  <a:gd name="connsiteX16" fmla="*/ 34721 w 110029"/>
                  <a:gd name="connsiteY16" fmla="*/ 4157 h 112230"/>
                  <a:gd name="connsiteX17" fmla="*/ 16545 w 110029"/>
                  <a:gd name="connsiteY17" fmla="*/ 16056 h 112230"/>
                  <a:gd name="connsiteX18" fmla="*/ 4401 w 110029"/>
                  <a:gd name="connsiteY18" fmla="*/ 33906 h 112230"/>
                  <a:gd name="connsiteX19" fmla="*/ 0 w 110029"/>
                  <a:gd name="connsiteY19" fmla="*/ 55830 h 112230"/>
                  <a:gd name="connsiteX20" fmla="*/ 4320 w 110029"/>
                  <a:gd name="connsiteY20" fmla="*/ 77836 h 112230"/>
                  <a:gd name="connsiteX21" fmla="*/ 16301 w 110029"/>
                  <a:gd name="connsiteY21" fmla="*/ 95848 h 112230"/>
                  <a:gd name="connsiteX22" fmla="*/ 34150 w 110029"/>
                  <a:gd name="connsiteY22" fmla="*/ 107911 h 112230"/>
                  <a:gd name="connsiteX23" fmla="*/ 55748 w 110029"/>
                  <a:gd name="connsiteY23" fmla="*/ 112231 h 112230"/>
                  <a:gd name="connsiteX24" fmla="*/ 83786 w 110029"/>
                  <a:gd name="connsiteY24" fmla="*/ 105629 h 112230"/>
                  <a:gd name="connsiteX25" fmla="*/ 103021 w 110029"/>
                  <a:gd name="connsiteY25" fmla="*/ 85823 h 112230"/>
                  <a:gd name="connsiteX26" fmla="*/ 110030 w 110029"/>
                  <a:gd name="connsiteY26" fmla="*/ 53140 h 112230"/>
                  <a:gd name="connsiteX27" fmla="*/ 110030 w 110029"/>
                  <a:gd name="connsiteY27" fmla="*/ 50043 h 112230"/>
                  <a:gd name="connsiteX28" fmla="*/ 54363 w 110029"/>
                  <a:gd name="connsiteY28" fmla="*/ 50043 h 112230"/>
                  <a:gd name="connsiteX29" fmla="*/ 54363 w 110029"/>
                  <a:gd name="connsiteY29" fmla="*/ 68626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10029" h="112230">
                    <a:moveTo>
                      <a:pt x="54444" y="68708"/>
                    </a:moveTo>
                    <a:lnTo>
                      <a:pt x="87453" y="69034"/>
                    </a:lnTo>
                    <a:cubicBezTo>
                      <a:pt x="86801" y="72212"/>
                      <a:pt x="85823" y="75065"/>
                      <a:pt x="84519" y="77592"/>
                    </a:cubicBezTo>
                    <a:cubicBezTo>
                      <a:pt x="81911" y="82482"/>
                      <a:pt x="78243" y="86231"/>
                      <a:pt x="73353" y="88676"/>
                    </a:cubicBezTo>
                    <a:cubicBezTo>
                      <a:pt x="68463" y="91121"/>
                      <a:pt x="62595" y="92425"/>
                      <a:pt x="55667" y="92425"/>
                    </a:cubicBezTo>
                    <a:cubicBezTo>
                      <a:pt x="49228" y="92425"/>
                      <a:pt x="43523" y="90876"/>
                      <a:pt x="38388" y="87861"/>
                    </a:cubicBezTo>
                    <a:cubicBezTo>
                      <a:pt x="33253" y="84845"/>
                      <a:pt x="29178" y="80526"/>
                      <a:pt x="26244" y="75065"/>
                    </a:cubicBezTo>
                    <a:cubicBezTo>
                      <a:pt x="23229" y="69604"/>
                      <a:pt x="21761" y="63165"/>
                      <a:pt x="21761" y="55830"/>
                    </a:cubicBezTo>
                    <a:cubicBezTo>
                      <a:pt x="21761" y="48495"/>
                      <a:pt x="23229" y="42382"/>
                      <a:pt x="26244" y="36921"/>
                    </a:cubicBezTo>
                    <a:cubicBezTo>
                      <a:pt x="29260" y="31461"/>
                      <a:pt x="33417" y="27141"/>
                      <a:pt x="38714" y="24125"/>
                    </a:cubicBezTo>
                    <a:cubicBezTo>
                      <a:pt x="44012" y="21109"/>
                      <a:pt x="50125" y="19561"/>
                      <a:pt x="57053" y="19561"/>
                    </a:cubicBezTo>
                    <a:cubicBezTo>
                      <a:pt x="63165" y="19561"/>
                      <a:pt x="68708" y="20784"/>
                      <a:pt x="73761" y="23147"/>
                    </a:cubicBezTo>
                    <a:cubicBezTo>
                      <a:pt x="78814" y="25511"/>
                      <a:pt x="82971" y="29015"/>
                      <a:pt x="86312" y="33498"/>
                    </a:cubicBezTo>
                    <a:lnTo>
                      <a:pt x="100738" y="19072"/>
                    </a:lnTo>
                    <a:cubicBezTo>
                      <a:pt x="95685" y="12959"/>
                      <a:pt x="89409" y="8232"/>
                      <a:pt x="81911" y="4972"/>
                    </a:cubicBezTo>
                    <a:cubicBezTo>
                      <a:pt x="74413" y="1630"/>
                      <a:pt x="66181" y="0"/>
                      <a:pt x="57216" y="0"/>
                    </a:cubicBezTo>
                    <a:cubicBezTo>
                      <a:pt x="49147" y="0"/>
                      <a:pt x="41648" y="1386"/>
                      <a:pt x="34721" y="4157"/>
                    </a:cubicBezTo>
                    <a:cubicBezTo>
                      <a:pt x="27793" y="6928"/>
                      <a:pt x="21761" y="10921"/>
                      <a:pt x="16545" y="16056"/>
                    </a:cubicBezTo>
                    <a:cubicBezTo>
                      <a:pt x="11411" y="21191"/>
                      <a:pt x="7335" y="27141"/>
                      <a:pt x="4401" y="33906"/>
                    </a:cubicBezTo>
                    <a:cubicBezTo>
                      <a:pt x="1467" y="40670"/>
                      <a:pt x="0" y="48006"/>
                      <a:pt x="0" y="55830"/>
                    </a:cubicBezTo>
                    <a:cubicBezTo>
                      <a:pt x="0" y="63654"/>
                      <a:pt x="1467" y="70990"/>
                      <a:pt x="4320" y="77836"/>
                    </a:cubicBezTo>
                    <a:cubicBezTo>
                      <a:pt x="7172" y="84682"/>
                      <a:pt x="11248" y="90632"/>
                      <a:pt x="16301" y="95848"/>
                    </a:cubicBezTo>
                    <a:cubicBezTo>
                      <a:pt x="21435" y="100983"/>
                      <a:pt x="27385" y="105058"/>
                      <a:pt x="34150" y="107911"/>
                    </a:cubicBezTo>
                    <a:cubicBezTo>
                      <a:pt x="40915" y="110763"/>
                      <a:pt x="48169" y="112231"/>
                      <a:pt x="55748" y="112231"/>
                    </a:cubicBezTo>
                    <a:cubicBezTo>
                      <a:pt x="66262" y="112231"/>
                      <a:pt x="75635" y="110030"/>
                      <a:pt x="83786" y="105629"/>
                    </a:cubicBezTo>
                    <a:cubicBezTo>
                      <a:pt x="91936" y="101228"/>
                      <a:pt x="98375" y="94626"/>
                      <a:pt x="103021" y="85823"/>
                    </a:cubicBezTo>
                    <a:cubicBezTo>
                      <a:pt x="107666" y="77021"/>
                      <a:pt x="110030" y="66100"/>
                      <a:pt x="110030" y="53140"/>
                    </a:cubicBezTo>
                    <a:lnTo>
                      <a:pt x="110030" y="50043"/>
                    </a:lnTo>
                    <a:lnTo>
                      <a:pt x="54363" y="50043"/>
                    </a:lnTo>
                    <a:lnTo>
                      <a:pt x="54363" y="6862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FEE3401D-1D6C-D7FE-3AB6-91664899ADD7}"/>
                  </a:ext>
                </a:extLst>
              </p:cNvPr>
              <p:cNvSpPr/>
              <p:nvPr/>
            </p:nvSpPr>
            <p:spPr>
              <a:xfrm>
                <a:off x="3957672" y="4406227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06AE9FB8-5A22-F80F-07A0-6EC44B051196}"/>
                  </a:ext>
                </a:extLst>
              </p:cNvPr>
              <p:cNvSpPr/>
              <p:nvPr/>
            </p:nvSpPr>
            <p:spPr>
              <a:xfrm>
                <a:off x="4001765" y="4404679"/>
                <a:ext cx="76287" cy="110681"/>
              </a:xfrm>
              <a:custGeom>
                <a:avLst/>
                <a:gdLst>
                  <a:gd name="connsiteX0" fmla="*/ 56319 w 76287"/>
                  <a:gd name="connsiteY0" fmla="*/ 67974 h 110681"/>
                  <a:gd name="connsiteX1" fmla="*/ 66670 w 76287"/>
                  <a:gd name="connsiteY1" fmla="*/ 55993 h 110681"/>
                  <a:gd name="connsiteX2" fmla="*/ 72212 w 76287"/>
                  <a:gd name="connsiteY2" fmla="*/ 45235 h 110681"/>
                  <a:gd name="connsiteX3" fmla="*/ 73842 w 76287"/>
                  <a:gd name="connsiteY3" fmla="*/ 33172 h 110681"/>
                  <a:gd name="connsiteX4" fmla="*/ 69523 w 76287"/>
                  <a:gd name="connsiteY4" fmla="*/ 15649 h 110681"/>
                  <a:gd name="connsiteX5" fmla="*/ 57297 w 76287"/>
                  <a:gd name="connsiteY5" fmla="*/ 4075 h 110681"/>
                  <a:gd name="connsiteX6" fmla="*/ 38551 w 76287"/>
                  <a:gd name="connsiteY6" fmla="*/ 0 h 110681"/>
                  <a:gd name="connsiteX7" fmla="*/ 16138 w 76287"/>
                  <a:gd name="connsiteY7" fmla="*/ 5624 h 110681"/>
                  <a:gd name="connsiteX8" fmla="*/ 81 w 76287"/>
                  <a:gd name="connsiteY8" fmla="*/ 22332 h 110681"/>
                  <a:gd name="connsiteX9" fmla="*/ 14508 w 76287"/>
                  <a:gd name="connsiteY9" fmla="*/ 34558 h 110681"/>
                  <a:gd name="connsiteX10" fmla="*/ 24859 w 76287"/>
                  <a:gd name="connsiteY10" fmla="*/ 22740 h 110681"/>
                  <a:gd name="connsiteX11" fmla="*/ 37492 w 76287"/>
                  <a:gd name="connsiteY11" fmla="*/ 18990 h 110681"/>
                  <a:gd name="connsiteX12" fmla="*/ 48821 w 76287"/>
                  <a:gd name="connsiteY12" fmla="*/ 22902 h 110681"/>
                  <a:gd name="connsiteX13" fmla="*/ 53140 w 76287"/>
                  <a:gd name="connsiteY13" fmla="*/ 33579 h 110681"/>
                  <a:gd name="connsiteX14" fmla="*/ 51999 w 76287"/>
                  <a:gd name="connsiteY14" fmla="*/ 40344 h 110681"/>
                  <a:gd name="connsiteX15" fmla="*/ 48006 w 76287"/>
                  <a:gd name="connsiteY15" fmla="*/ 47272 h 110681"/>
                  <a:gd name="connsiteX16" fmla="*/ 40915 w 76287"/>
                  <a:gd name="connsiteY16" fmla="*/ 55667 h 110681"/>
                  <a:gd name="connsiteX17" fmla="*/ 0 w 76287"/>
                  <a:gd name="connsiteY17" fmla="*/ 98619 h 110681"/>
                  <a:gd name="connsiteX18" fmla="*/ 0 w 76287"/>
                  <a:gd name="connsiteY18" fmla="*/ 110682 h 110681"/>
                  <a:gd name="connsiteX19" fmla="*/ 76287 w 76287"/>
                  <a:gd name="connsiteY19" fmla="*/ 110682 h 110681"/>
                  <a:gd name="connsiteX20" fmla="*/ 76287 w 76287"/>
                  <a:gd name="connsiteY20" fmla="*/ 92425 h 110681"/>
                  <a:gd name="connsiteX21" fmla="*/ 32438 w 76287"/>
                  <a:gd name="connsiteY21" fmla="*/ 92425 h 110681"/>
                  <a:gd name="connsiteX22" fmla="*/ 56400 w 76287"/>
                  <a:gd name="connsiteY22" fmla="*/ 68056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81">
                    <a:moveTo>
                      <a:pt x="56319" y="67974"/>
                    </a:moveTo>
                    <a:cubicBezTo>
                      <a:pt x="60639" y="63491"/>
                      <a:pt x="64143" y="59498"/>
                      <a:pt x="66670" y="55993"/>
                    </a:cubicBezTo>
                    <a:cubicBezTo>
                      <a:pt x="69278" y="52407"/>
                      <a:pt x="71071" y="48821"/>
                      <a:pt x="72212" y="45235"/>
                    </a:cubicBezTo>
                    <a:cubicBezTo>
                      <a:pt x="73272" y="41648"/>
                      <a:pt x="73842" y="37573"/>
                      <a:pt x="73842" y="33172"/>
                    </a:cubicBezTo>
                    <a:cubicBezTo>
                      <a:pt x="73842" y="26489"/>
                      <a:pt x="72375" y="20620"/>
                      <a:pt x="69523" y="15649"/>
                    </a:cubicBezTo>
                    <a:cubicBezTo>
                      <a:pt x="66588" y="10677"/>
                      <a:pt x="62513" y="6846"/>
                      <a:pt x="57297" y="4075"/>
                    </a:cubicBezTo>
                    <a:cubicBezTo>
                      <a:pt x="51999" y="1304"/>
                      <a:pt x="45805" y="0"/>
                      <a:pt x="38551" y="0"/>
                    </a:cubicBezTo>
                    <a:cubicBezTo>
                      <a:pt x="30075" y="0"/>
                      <a:pt x="22577" y="1875"/>
                      <a:pt x="16138" y="5624"/>
                    </a:cubicBezTo>
                    <a:cubicBezTo>
                      <a:pt x="9699" y="9373"/>
                      <a:pt x="4320" y="14915"/>
                      <a:pt x="81" y="22332"/>
                    </a:cubicBezTo>
                    <a:lnTo>
                      <a:pt x="14508" y="34558"/>
                    </a:lnTo>
                    <a:cubicBezTo>
                      <a:pt x="17686" y="29178"/>
                      <a:pt x="21109" y="25266"/>
                      <a:pt x="24859" y="22740"/>
                    </a:cubicBezTo>
                    <a:cubicBezTo>
                      <a:pt x="28526" y="20295"/>
                      <a:pt x="32764" y="18990"/>
                      <a:pt x="37492" y="18990"/>
                    </a:cubicBezTo>
                    <a:cubicBezTo>
                      <a:pt x="42219" y="18990"/>
                      <a:pt x="45886" y="20295"/>
                      <a:pt x="48821" y="22902"/>
                    </a:cubicBezTo>
                    <a:cubicBezTo>
                      <a:pt x="51673" y="25511"/>
                      <a:pt x="53140" y="29015"/>
                      <a:pt x="53140" y="33579"/>
                    </a:cubicBezTo>
                    <a:cubicBezTo>
                      <a:pt x="53140" y="35943"/>
                      <a:pt x="52733" y="38225"/>
                      <a:pt x="51999" y="40344"/>
                    </a:cubicBezTo>
                    <a:cubicBezTo>
                      <a:pt x="51184" y="42464"/>
                      <a:pt x="49880" y="44746"/>
                      <a:pt x="48006" y="47272"/>
                    </a:cubicBezTo>
                    <a:cubicBezTo>
                      <a:pt x="46131" y="49717"/>
                      <a:pt x="43767" y="52570"/>
                      <a:pt x="40915" y="55667"/>
                    </a:cubicBezTo>
                    <a:lnTo>
                      <a:pt x="0" y="98619"/>
                    </a:lnTo>
                    <a:lnTo>
                      <a:pt x="0" y="110682"/>
                    </a:lnTo>
                    <a:lnTo>
                      <a:pt x="76287" y="110682"/>
                    </a:lnTo>
                    <a:lnTo>
                      <a:pt x="76287" y="92425"/>
                    </a:lnTo>
                    <a:lnTo>
                      <a:pt x="32438" y="92425"/>
                    </a:lnTo>
                    <a:lnTo>
                      <a:pt x="56400" y="6805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3452FFB3-5B06-CC03-B10B-7D5B1374BFD9}"/>
                  </a:ext>
                </a:extLst>
              </p:cNvPr>
              <p:cNvSpPr/>
              <p:nvPr/>
            </p:nvSpPr>
            <p:spPr>
              <a:xfrm>
                <a:off x="4096554" y="4466458"/>
                <a:ext cx="53629" cy="18582"/>
              </a:xfrm>
              <a:custGeom>
                <a:avLst/>
                <a:gdLst>
                  <a:gd name="connsiteX0" fmla="*/ 0 w 53629"/>
                  <a:gd name="connsiteY0" fmla="*/ 0 h 18582"/>
                  <a:gd name="connsiteX1" fmla="*/ 53629 w 53629"/>
                  <a:gd name="connsiteY1" fmla="*/ 0 h 18582"/>
                  <a:gd name="connsiteX2" fmla="*/ 53629 w 53629"/>
                  <a:gd name="connsiteY2" fmla="*/ 18583 h 18582"/>
                  <a:gd name="connsiteX3" fmla="*/ 0 w 53629"/>
                  <a:gd name="connsiteY3" fmla="*/ 18583 h 18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629" h="18582">
                    <a:moveTo>
                      <a:pt x="0" y="0"/>
                    </a:moveTo>
                    <a:lnTo>
                      <a:pt x="53629" y="0"/>
                    </a:lnTo>
                    <a:lnTo>
                      <a:pt x="53629" y="18583"/>
                    </a:lnTo>
                    <a:lnTo>
                      <a:pt x="0" y="18583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668364F-F5F2-8EA7-FA29-81B2B3CE18F7}"/>
                  </a:ext>
                </a:extLst>
              </p:cNvPr>
              <p:cNvSpPr/>
              <p:nvPr/>
            </p:nvSpPr>
            <p:spPr>
              <a:xfrm>
                <a:off x="4178139" y="4406227"/>
                <a:ext cx="89409" cy="109051"/>
              </a:xfrm>
              <a:custGeom>
                <a:avLst/>
                <a:gdLst>
                  <a:gd name="connsiteX0" fmla="*/ 68381 w 89409"/>
                  <a:gd name="connsiteY0" fmla="*/ 0 h 109051"/>
                  <a:gd name="connsiteX1" fmla="*/ 68381 w 89409"/>
                  <a:gd name="connsiteY1" fmla="*/ 43442 h 109051"/>
                  <a:gd name="connsiteX2" fmla="*/ 21109 w 89409"/>
                  <a:gd name="connsiteY2" fmla="*/ 43442 h 109051"/>
                  <a:gd name="connsiteX3" fmla="*/ 21109 w 89409"/>
                  <a:gd name="connsiteY3" fmla="*/ 0 h 109051"/>
                  <a:gd name="connsiteX4" fmla="*/ 0 w 89409"/>
                  <a:gd name="connsiteY4" fmla="*/ 0 h 109051"/>
                  <a:gd name="connsiteX5" fmla="*/ 0 w 89409"/>
                  <a:gd name="connsiteY5" fmla="*/ 109052 h 109051"/>
                  <a:gd name="connsiteX6" fmla="*/ 21109 w 89409"/>
                  <a:gd name="connsiteY6" fmla="*/ 109052 h 109051"/>
                  <a:gd name="connsiteX7" fmla="*/ 21109 w 89409"/>
                  <a:gd name="connsiteY7" fmla="*/ 62024 h 109051"/>
                  <a:gd name="connsiteX8" fmla="*/ 68381 w 89409"/>
                  <a:gd name="connsiteY8" fmla="*/ 62024 h 109051"/>
                  <a:gd name="connsiteX9" fmla="*/ 68381 w 89409"/>
                  <a:gd name="connsiteY9" fmla="*/ 109052 h 109051"/>
                  <a:gd name="connsiteX10" fmla="*/ 89409 w 89409"/>
                  <a:gd name="connsiteY10" fmla="*/ 109052 h 109051"/>
                  <a:gd name="connsiteX11" fmla="*/ 89409 w 89409"/>
                  <a:gd name="connsiteY11" fmla="*/ 0 h 109051"/>
                  <a:gd name="connsiteX12" fmla="*/ 68381 w 89409"/>
                  <a:gd name="connsiteY12" fmla="*/ 0 h 109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409" h="109051">
                    <a:moveTo>
                      <a:pt x="68381" y="0"/>
                    </a:moveTo>
                    <a:lnTo>
                      <a:pt x="68381" y="43442"/>
                    </a:lnTo>
                    <a:lnTo>
                      <a:pt x="21109" y="43442"/>
                    </a:lnTo>
                    <a:lnTo>
                      <a:pt x="21109" y="0"/>
                    </a:lnTo>
                    <a:lnTo>
                      <a:pt x="0" y="0"/>
                    </a:lnTo>
                    <a:lnTo>
                      <a:pt x="0" y="109052"/>
                    </a:lnTo>
                    <a:lnTo>
                      <a:pt x="21109" y="109052"/>
                    </a:lnTo>
                    <a:lnTo>
                      <a:pt x="21109" y="62024"/>
                    </a:lnTo>
                    <a:lnTo>
                      <a:pt x="68381" y="62024"/>
                    </a:lnTo>
                    <a:lnTo>
                      <a:pt x="68381" y="109052"/>
                    </a:lnTo>
                    <a:lnTo>
                      <a:pt x="89409" y="109052"/>
                    </a:lnTo>
                    <a:lnTo>
                      <a:pt x="89409" y="0"/>
                    </a:lnTo>
                    <a:lnTo>
                      <a:pt x="683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E3A4A6AB-1600-E2B6-08D4-24116527EB1C}"/>
                </a:ext>
              </a:extLst>
            </p:cNvPr>
            <p:cNvSpPr/>
            <p:nvPr/>
          </p:nvSpPr>
          <p:spPr>
            <a:xfrm>
              <a:off x="3816833" y="4576325"/>
              <a:ext cx="463755" cy="50369"/>
            </a:xfrm>
            <a:custGeom>
              <a:avLst/>
              <a:gdLst>
                <a:gd name="connsiteX0" fmla="*/ 0 w 463755"/>
                <a:gd name="connsiteY0" fmla="*/ 0 h 50369"/>
                <a:gd name="connsiteX1" fmla="*/ 463755 w 463755"/>
                <a:gd name="connsiteY1" fmla="*/ 0 h 50369"/>
                <a:gd name="connsiteX2" fmla="*/ 463755 w 463755"/>
                <a:gd name="connsiteY2" fmla="*/ 50369 h 50369"/>
                <a:gd name="connsiteX3" fmla="*/ 0 w 463755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3755" h="50369">
                  <a:moveTo>
                    <a:pt x="0" y="0"/>
                  </a:moveTo>
                  <a:lnTo>
                    <a:pt x="463755" y="0"/>
                  </a:lnTo>
                  <a:lnTo>
                    <a:pt x="463755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3" name="Graphic 2241">
            <a:extLst>
              <a:ext uri="{FF2B5EF4-FFF2-40B4-BE49-F238E27FC236}">
                <a16:creationId xmlns:a16="http://schemas.microsoft.com/office/drawing/2014/main" id="{59F548C4-B3FC-8166-99C9-AA5480BE5280}"/>
              </a:ext>
            </a:extLst>
          </p:cNvPr>
          <p:cNvGrpSpPr/>
          <p:nvPr/>
        </p:nvGrpSpPr>
        <p:grpSpPr>
          <a:xfrm>
            <a:off x="6811849" y="5520618"/>
            <a:ext cx="835085" cy="223727"/>
            <a:chOff x="5045092" y="5006501"/>
            <a:chExt cx="835085" cy="223727"/>
          </a:xfrm>
        </p:grpSpPr>
        <p:grpSp>
          <p:nvGrpSpPr>
            <p:cNvPr id="414" name="Graphic 2241">
              <a:extLst>
                <a:ext uri="{FF2B5EF4-FFF2-40B4-BE49-F238E27FC236}">
                  <a16:creationId xmlns:a16="http://schemas.microsoft.com/office/drawing/2014/main" id="{12DBCC55-B31C-D07F-F4C9-38C58E67734C}"/>
                </a:ext>
              </a:extLst>
            </p:cNvPr>
            <p:cNvGrpSpPr/>
            <p:nvPr/>
          </p:nvGrpSpPr>
          <p:grpSpPr>
            <a:xfrm>
              <a:off x="5045092" y="5006501"/>
              <a:ext cx="835085" cy="113371"/>
              <a:chOff x="5045092" y="5006501"/>
              <a:chExt cx="835085" cy="113371"/>
            </a:xfrm>
            <a:solidFill>
              <a:srgbClr val="FFFFFF"/>
            </a:solidFill>
          </p:grpSpPr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8E4C636A-6FF1-827A-D9FC-37FE5D8B165A}"/>
                  </a:ext>
                </a:extLst>
              </p:cNvPr>
              <p:cNvSpPr/>
              <p:nvPr/>
            </p:nvSpPr>
            <p:spPr>
              <a:xfrm>
                <a:off x="5045092" y="5008457"/>
                <a:ext cx="73027" cy="109622"/>
              </a:xfrm>
              <a:custGeom>
                <a:avLst/>
                <a:gdLst>
                  <a:gd name="connsiteX0" fmla="*/ 15567 w 73027"/>
                  <a:gd name="connsiteY0" fmla="*/ 0 h 109622"/>
                  <a:gd name="connsiteX1" fmla="*/ 0 w 73027"/>
                  <a:gd name="connsiteY1" fmla="*/ 0 h 109622"/>
                  <a:gd name="connsiteX2" fmla="*/ 0 w 73027"/>
                  <a:gd name="connsiteY2" fmla="*/ 109622 h 109622"/>
                  <a:gd name="connsiteX3" fmla="*/ 21109 w 73027"/>
                  <a:gd name="connsiteY3" fmla="*/ 109622 h 109622"/>
                  <a:gd name="connsiteX4" fmla="*/ 21109 w 73027"/>
                  <a:gd name="connsiteY4" fmla="*/ 64714 h 109622"/>
                  <a:gd name="connsiteX5" fmla="*/ 70419 w 73027"/>
                  <a:gd name="connsiteY5" fmla="*/ 64714 h 109622"/>
                  <a:gd name="connsiteX6" fmla="*/ 70419 w 73027"/>
                  <a:gd name="connsiteY6" fmla="*/ 46050 h 109622"/>
                  <a:gd name="connsiteX7" fmla="*/ 21109 w 73027"/>
                  <a:gd name="connsiteY7" fmla="*/ 46050 h 109622"/>
                  <a:gd name="connsiteX8" fmla="*/ 21109 w 73027"/>
                  <a:gd name="connsiteY8" fmla="*/ 18746 h 109622"/>
                  <a:gd name="connsiteX9" fmla="*/ 73027 w 73027"/>
                  <a:gd name="connsiteY9" fmla="*/ 18746 h 109622"/>
                  <a:gd name="connsiteX10" fmla="*/ 73027 w 73027"/>
                  <a:gd name="connsiteY10" fmla="*/ 0 h 109622"/>
                  <a:gd name="connsiteX11" fmla="*/ 21109 w 73027"/>
                  <a:gd name="connsiteY11" fmla="*/ 0 h 109622"/>
                  <a:gd name="connsiteX12" fmla="*/ 15567 w 73027"/>
                  <a:gd name="connsiteY12" fmla="*/ 0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027" h="109622">
                    <a:moveTo>
                      <a:pt x="15567" y="0"/>
                    </a:moveTo>
                    <a:lnTo>
                      <a:pt x="0" y="0"/>
                    </a:lnTo>
                    <a:lnTo>
                      <a:pt x="0" y="109622"/>
                    </a:lnTo>
                    <a:lnTo>
                      <a:pt x="21109" y="109622"/>
                    </a:lnTo>
                    <a:lnTo>
                      <a:pt x="21109" y="64714"/>
                    </a:lnTo>
                    <a:lnTo>
                      <a:pt x="70419" y="64714"/>
                    </a:lnTo>
                    <a:lnTo>
                      <a:pt x="70419" y="46050"/>
                    </a:lnTo>
                    <a:lnTo>
                      <a:pt x="21109" y="46050"/>
                    </a:lnTo>
                    <a:lnTo>
                      <a:pt x="21109" y="18746"/>
                    </a:lnTo>
                    <a:lnTo>
                      <a:pt x="73027" y="18746"/>
                    </a:lnTo>
                    <a:lnTo>
                      <a:pt x="73027" y="0"/>
                    </a:lnTo>
                    <a:lnTo>
                      <a:pt x="21109" y="0"/>
                    </a:lnTo>
                    <a:lnTo>
                      <a:pt x="155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CEB2FF7E-FAF1-A7A4-AE8F-CAB35BECEA17}"/>
                  </a:ext>
                </a:extLst>
              </p:cNvPr>
              <p:cNvSpPr/>
              <p:nvPr/>
            </p:nvSpPr>
            <p:spPr>
              <a:xfrm>
                <a:off x="5125292" y="5008457"/>
                <a:ext cx="104976" cy="109622"/>
              </a:xfrm>
              <a:custGeom>
                <a:avLst/>
                <a:gdLst>
                  <a:gd name="connsiteX0" fmla="*/ 44012 w 104976"/>
                  <a:gd name="connsiteY0" fmla="*/ 0 h 109622"/>
                  <a:gd name="connsiteX1" fmla="*/ 0 w 104976"/>
                  <a:gd name="connsiteY1" fmla="*/ 109622 h 109622"/>
                  <a:gd name="connsiteX2" fmla="*/ 22332 w 104976"/>
                  <a:gd name="connsiteY2" fmla="*/ 109622 h 109622"/>
                  <a:gd name="connsiteX3" fmla="*/ 30075 w 104976"/>
                  <a:gd name="connsiteY3" fmla="*/ 89165 h 109622"/>
                  <a:gd name="connsiteX4" fmla="*/ 74820 w 104976"/>
                  <a:gd name="connsiteY4" fmla="*/ 89165 h 109622"/>
                  <a:gd name="connsiteX5" fmla="*/ 82482 w 104976"/>
                  <a:gd name="connsiteY5" fmla="*/ 109622 h 109622"/>
                  <a:gd name="connsiteX6" fmla="*/ 104977 w 104976"/>
                  <a:gd name="connsiteY6" fmla="*/ 109622 h 109622"/>
                  <a:gd name="connsiteX7" fmla="*/ 61372 w 104976"/>
                  <a:gd name="connsiteY7" fmla="*/ 0 h 109622"/>
                  <a:gd name="connsiteX8" fmla="*/ 44012 w 104976"/>
                  <a:gd name="connsiteY8" fmla="*/ 0 h 109622"/>
                  <a:gd name="connsiteX9" fmla="*/ 36840 w 104976"/>
                  <a:gd name="connsiteY9" fmla="*/ 71397 h 109622"/>
                  <a:gd name="connsiteX10" fmla="*/ 52570 w 104976"/>
                  <a:gd name="connsiteY10" fmla="*/ 30075 h 109622"/>
                  <a:gd name="connsiteX11" fmla="*/ 68137 w 104976"/>
                  <a:gd name="connsiteY11" fmla="*/ 71397 h 109622"/>
                  <a:gd name="connsiteX12" fmla="*/ 36840 w 104976"/>
                  <a:gd name="connsiteY12" fmla="*/ 71397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976" h="109622">
                    <a:moveTo>
                      <a:pt x="44012" y="0"/>
                    </a:moveTo>
                    <a:lnTo>
                      <a:pt x="0" y="109622"/>
                    </a:lnTo>
                    <a:lnTo>
                      <a:pt x="22332" y="109622"/>
                    </a:lnTo>
                    <a:lnTo>
                      <a:pt x="30075" y="89165"/>
                    </a:lnTo>
                    <a:lnTo>
                      <a:pt x="74820" y="89165"/>
                    </a:lnTo>
                    <a:lnTo>
                      <a:pt x="82482" y="109622"/>
                    </a:lnTo>
                    <a:lnTo>
                      <a:pt x="104977" y="109622"/>
                    </a:lnTo>
                    <a:lnTo>
                      <a:pt x="61372" y="0"/>
                    </a:lnTo>
                    <a:lnTo>
                      <a:pt x="44012" y="0"/>
                    </a:lnTo>
                    <a:close/>
                    <a:moveTo>
                      <a:pt x="36840" y="71397"/>
                    </a:moveTo>
                    <a:lnTo>
                      <a:pt x="52570" y="30075"/>
                    </a:lnTo>
                    <a:lnTo>
                      <a:pt x="68137" y="71397"/>
                    </a:lnTo>
                    <a:lnTo>
                      <a:pt x="36840" y="7139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D8924561-092F-92B3-0A8C-1C47FAD7AEAF}"/>
                  </a:ext>
                </a:extLst>
              </p:cNvPr>
              <p:cNvSpPr/>
              <p:nvPr/>
            </p:nvSpPr>
            <p:spPr>
              <a:xfrm>
                <a:off x="5250889" y="5008457"/>
                <a:ext cx="70989" cy="109622"/>
              </a:xfrm>
              <a:custGeom>
                <a:avLst/>
                <a:gdLst>
                  <a:gd name="connsiteX0" fmla="*/ 21028 w 70989"/>
                  <a:gd name="connsiteY0" fmla="*/ 0 h 109622"/>
                  <a:gd name="connsiteX1" fmla="*/ 0 w 70989"/>
                  <a:gd name="connsiteY1" fmla="*/ 0 h 109622"/>
                  <a:gd name="connsiteX2" fmla="*/ 0 w 70989"/>
                  <a:gd name="connsiteY2" fmla="*/ 109622 h 109622"/>
                  <a:gd name="connsiteX3" fmla="*/ 15486 w 70989"/>
                  <a:gd name="connsiteY3" fmla="*/ 109622 h 109622"/>
                  <a:gd name="connsiteX4" fmla="*/ 21028 w 70989"/>
                  <a:gd name="connsiteY4" fmla="*/ 109622 h 109622"/>
                  <a:gd name="connsiteX5" fmla="*/ 70990 w 70989"/>
                  <a:gd name="connsiteY5" fmla="*/ 109622 h 109622"/>
                  <a:gd name="connsiteX6" fmla="*/ 70990 w 70989"/>
                  <a:gd name="connsiteY6" fmla="*/ 90795 h 109622"/>
                  <a:gd name="connsiteX7" fmla="*/ 21028 w 70989"/>
                  <a:gd name="connsiteY7" fmla="*/ 90795 h 109622"/>
                  <a:gd name="connsiteX8" fmla="*/ 21028 w 70989"/>
                  <a:gd name="connsiteY8" fmla="*/ 0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0989" h="109622">
                    <a:moveTo>
                      <a:pt x="21028" y="0"/>
                    </a:moveTo>
                    <a:lnTo>
                      <a:pt x="0" y="0"/>
                    </a:lnTo>
                    <a:lnTo>
                      <a:pt x="0" y="109622"/>
                    </a:lnTo>
                    <a:lnTo>
                      <a:pt x="15486" y="109622"/>
                    </a:lnTo>
                    <a:lnTo>
                      <a:pt x="21028" y="109622"/>
                    </a:lnTo>
                    <a:lnTo>
                      <a:pt x="70990" y="109622"/>
                    </a:lnTo>
                    <a:lnTo>
                      <a:pt x="70990" y="90795"/>
                    </a:lnTo>
                    <a:lnTo>
                      <a:pt x="21028" y="90795"/>
                    </a:lnTo>
                    <a:lnTo>
                      <a:pt x="210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498F6CF8-1AAC-C134-A174-88A119239AB5}"/>
                  </a:ext>
                </a:extLst>
              </p:cNvPr>
              <p:cNvSpPr/>
              <p:nvPr/>
            </p:nvSpPr>
            <p:spPr>
              <a:xfrm>
                <a:off x="5331903" y="5006501"/>
                <a:ext cx="97396" cy="113126"/>
              </a:xfrm>
              <a:custGeom>
                <a:avLst/>
                <a:gdLst>
                  <a:gd name="connsiteX0" fmla="*/ 71805 w 97396"/>
                  <a:gd name="connsiteY0" fmla="*/ 90632 h 113126"/>
                  <a:gd name="connsiteX1" fmla="*/ 56156 w 97396"/>
                  <a:gd name="connsiteY1" fmla="*/ 93485 h 113126"/>
                  <a:gd name="connsiteX2" fmla="*/ 42300 w 97396"/>
                  <a:gd name="connsiteY2" fmla="*/ 90795 h 113126"/>
                  <a:gd name="connsiteX3" fmla="*/ 31379 w 97396"/>
                  <a:gd name="connsiteY3" fmla="*/ 83297 h 113126"/>
                  <a:gd name="connsiteX4" fmla="*/ 24207 w 97396"/>
                  <a:gd name="connsiteY4" fmla="*/ 71642 h 113126"/>
                  <a:gd name="connsiteX5" fmla="*/ 21762 w 97396"/>
                  <a:gd name="connsiteY5" fmla="*/ 56564 h 113126"/>
                  <a:gd name="connsiteX6" fmla="*/ 24207 w 97396"/>
                  <a:gd name="connsiteY6" fmla="*/ 41648 h 113126"/>
                  <a:gd name="connsiteX7" fmla="*/ 31379 w 97396"/>
                  <a:gd name="connsiteY7" fmla="*/ 29993 h 113126"/>
                  <a:gd name="connsiteX8" fmla="*/ 42300 w 97396"/>
                  <a:gd name="connsiteY8" fmla="*/ 22495 h 113126"/>
                  <a:gd name="connsiteX9" fmla="*/ 55993 w 97396"/>
                  <a:gd name="connsiteY9" fmla="*/ 19887 h 113126"/>
                  <a:gd name="connsiteX10" fmla="*/ 71153 w 97396"/>
                  <a:gd name="connsiteY10" fmla="*/ 22658 h 113126"/>
                  <a:gd name="connsiteX11" fmla="*/ 82156 w 97396"/>
                  <a:gd name="connsiteY11" fmla="*/ 30482 h 113126"/>
                  <a:gd name="connsiteX12" fmla="*/ 96582 w 97396"/>
                  <a:gd name="connsiteY12" fmla="*/ 15975 h 113126"/>
                  <a:gd name="connsiteX13" fmla="*/ 79140 w 97396"/>
                  <a:gd name="connsiteY13" fmla="*/ 4320 h 113126"/>
                  <a:gd name="connsiteX14" fmla="*/ 55993 w 97396"/>
                  <a:gd name="connsiteY14" fmla="*/ 0 h 113126"/>
                  <a:gd name="connsiteX15" fmla="*/ 33824 w 97396"/>
                  <a:gd name="connsiteY15" fmla="*/ 4402 h 113126"/>
                  <a:gd name="connsiteX16" fmla="*/ 15975 w 97396"/>
                  <a:gd name="connsiteY16" fmla="*/ 16382 h 113126"/>
                  <a:gd name="connsiteX17" fmla="*/ 4157 w 97396"/>
                  <a:gd name="connsiteY17" fmla="*/ 34313 h 113126"/>
                  <a:gd name="connsiteX18" fmla="*/ 0 w 97396"/>
                  <a:gd name="connsiteY18" fmla="*/ 56482 h 113126"/>
                  <a:gd name="connsiteX19" fmla="*/ 4157 w 97396"/>
                  <a:gd name="connsiteY19" fmla="*/ 78651 h 113126"/>
                  <a:gd name="connsiteX20" fmla="*/ 16056 w 97396"/>
                  <a:gd name="connsiteY20" fmla="*/ 96663 h 113126"/>
                  <a:gd name="connsiteX21" fmla="*/ 33987 w 97396"/>
                  <a:gd name="connsiteY21" fmla="*/ 108726 h 113126"/>
                  <a:gd name="connsiteX22" fmla="*/ 56319 w 97396"/>
                  <a:gd name="connsiteY22" fmla="*/ 113127 h 113126"/>
                  <a:gd name="connsiteX23" fmla="*/ 79466 w 97396"/>
                  <a:gd name="connsiteY23" fmla="*/ 108808 h 113126"/>
                  <a:gd name="connsiteX24" fmla="*/ 97397 w 97396"/>
                  <a:gd name="connsiteY24" fmla="*/ 97071 h 113126"/>
                  <a:gd name="connsiteX25" fmla="*/ 82971 w 97396"/>
                  <a:gd name="connsiteY25" fmla="*/ 82563 h 113126"/>
                  <a:gd name="connsiteX26" fmla="*/ 71805 w 97396"/>
                  <a:gd name="connsiteY26" fmla="*/ 90469 h 113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3126">
                    <a:moveTo>
                      <a:pt x="71805" y="90632"/>
                    </a:moveTo>
                    <a:cubicBezTo>
                      <a:pt x="67485" y="92588"/>
                      <a:pt x="62269" y="93485"/>
                      <a:pt x="56156" y="93485"/>
                    </a:cubicBezTo>
                    <a:cubicBezTo>
                      <a:pt x="51103" y="93485"/>
                      <a:pt x="46457" y="92588"/>
                      <a:pt x="42300" y="90795"/>
                    </a:cubicBezTo>
                    <a:cubicBezTo>
                      <a:pt x="38144" y="89002"/>
                      <a:pt x="34476" y="86557"/>
                      <a:pt x="31379" y="83297"/>
                    </a:cubicBezTo>
                    <a:cubicBezTo>
                      <a:pt x="28282" y="80037"/>
                      <a:pt x="25918" y="76206"/>
                      <a:pt x="24207" y="71642"/>
                    </a:cubicBezTo>
                    <a:cubicBezTo>
                      <a:pt x="22576" y="67159"/>
                      <a:pt x="21762" y="62106"/>
                      <a:pt x="21762" y="56564"/>
                    </a:cubicBezTo>
                    <a:cubicBezTo>
                      <a:pt x="21762" y="51021"/>
                      <a:pt x="22576" y="46212"/>
                      <a:pt x="24207" y="41648"/>
                    </a:cubicBezTo>
                    <a:cubicBezTo>
                      <a:pt x="25837" y="37166"/>
                      <a:pt x="28200" y="33254"/>
                      <a:pt x="31379" y="29993"/>
                    </a:cubicBezTo>
                    <a:cubicBezTo>
                      <a:pt x="34557" y="26733"/>
                      <a:pt x="38144" y="24207"/>
                      <a:pt x="42300" y="22495"/>
                    </a:cubicBezTo>
                    <a:cubicBezTo>
                      <a:pt x="46457" y="20783"/>
                      <a:pt x="51021" y="19887"/>
                      <a:pt x="55993" y="19887"/>
                    </a:cubicBezTo>
                    <a:cubicBezTo>
                      <a:pt x="61780" y="19887"/>
                      <a:pt x="66833" y="20865"/>
                      <a:pt x="71153" y="22658"/>
                    </a:cubicBezTo>
                    <a:cubicBezTo>
                      <a:pt x="75472" y="24533"/>
                      <a:pt x="79140" y="27141"/>
                      <a:pt x="82156" y="30482"/>
                    </a:cubicBezTo>
                    <a:lnTo>
                      <a:pt x="96582" y="15975"/>
                    </a:lnTo>
                    <a:cubicBezTo>
                      <a:pt x="91529" y="11084"/>
                      <a:pt x="85742" y="7254"/>
                      <a:pt x="79140" y="4320"/>
                    </a:cubicBezTo>
                    <a:cubicBezTo>
                      <a:pt x="72538" y="1467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402"/>
                    </a:cubicBezTo>
                    <a:cubicBezTo>
                      <a:pt x="26978" y="7336"/>
                      <a:pt x="21028" y="11329"/>
                      <a:pt x="15975" y="16382"/>
                    </a:cubicBezTo>
                    <a:cubicBezTo>
                      <a:pt x="10921" y="21517"/>
                      <a:pt x="7009" y="27467"/>
                      <a:pt x="4157" y="34313"/>
                    </a:cubicBezTo>
                    <a:cubicBezTo>
                      <a:pt x="1304" y="41159"/>
                      <a:pt x="0" y="48576"/>
                      <a:pt x="0" y="56482"/>
                    </a:cubicBezTo>
                    <a:cubicBezTo>
                      <a:pt x="0" y="64388"/>
                      <a:pt x="1386" y="71723"/>
                      <a:pt x="4157" y="78651"/>
                    </a:cubicBezTo>
                    <a:cubicBezTo>
                      <a:pt x="6928" y="85497"/>
                      <a:pt x="10921" y="91529"/>
                      <a:pt x="16056" y="96663"/>
                    </a:cubicBezTo>
                    <a:cubicBezTo>
                      <a:pt x="21191" y="101798"/>
                      <a:pt x="27141" y="105873"/>
                      <a:pt x="33987" y="108726"/>
                    </a:cubicBezTo>
                    <a:cubicBezTo>
                      <a:pt x="40833" y="111660"/>
                      <a:pt x="48250" y="113127"/>
                      <a:pt x="56319" y="113127"/>
                    </a:cubicBezTo>
                    <a:cubicBezTo>
                      <a:pt x="65040" y="113127"/>
                      <a:pt x="72701" y="111660"/>
                      <a:pt x="79466" y="108808"/>
                    </a:cubicBezTo>
                    <a:cubicBezTo>
                      <a:pt x="86231" y="105955"/>
                      <a:pt x="92181" y="102043"/>
                      <a:pt x="97397" y="97071"/>
                    </a:cubicBezTo>
                    <a:lnTo>
                      <a:pt x="82971" y="82563"/>
                    </a:lnTo>
                    <a:cubicBezTo>
                      <a:pt x="79873" y="85905"/>
                      <a:pt x="76124" y="88513"/>
                      <a:pt x="71805" y="90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7DEF3619-DCB1-0C70-241B-C345236C993E}"/>
                  </a:ext>
                </a:extLst>
              </p:cNvPr>
              <p:cNvSpPr/>
              <p:nvPr/>
            </p:nvSpPr>
            <p:spPr>
              <a:xfrm>
                <a:off x="5441607" y="5006746"/>
                <a:ext cx="112964" cy="113126"/>
              </a:xfrm>
              <a:custGeom>
                <a:avLst/>
                <a:gdLst>
                  <a:gd name="connsiteX0" fmla="*/ 96663 w 112964"/>
                  <a:gd name="connsiteY0" fmla="*/ 16219 h 113126"/>
                  <a:gd name="connsiteX1" fmla="*/ 78732 w 112964"/>
                  <a:gd name="connsiteY1" fmla="*/ 4238 h 113126"/>
                  <a:gd name="connsiteX2" fmla="*/ 56401 w 112964"/>
                  <a:gd name="connsiteY2" fmla="*/ 0 h 113126"/>
                  <a:gd name="connsiteX3" fmla="*/ 34232 w 112964"/>
                  <a:gd name="connsiteY3" fmla="*/ 4238 h 113126"/>
                  <a:gd name="connsiteX4" fmla="*/ 16301 w 112964"/>
                  <a:gd name="connsiteY4" fmla="*/ 16219 h 113126"/>
                  <a:gd name="connsiteX5" fmla="*/ 4320 w 112964"/>
                  <a:gd name="connsiteY5" fmla="*/ 34232 h 113126"/>
                  <a:gd name="connsiteX6" fmla="*/ 0 w 112964"/>
                  <a:gd name="connsiteY6" fmla="*/ 56319 h 113126"/>
                  <a:gd name="connsiteX7" fmla="*/ 4320 w 112964"/>
                  <a:gd name="connsiteY7" fmla="*/ 78488 h 113126"/>
                  <a:gd name="connsiteX8" fmla="*/ 16382 w 112964"/>
                  <a:gd name="connsiteY8" fmla="*/ 96582 h 113126"/>
                  <a:gd name="connsiteX9" fmla="*/ 34476 w 112964"/>
                  <a:gd name="connsiteY9" fmla="*/ 108725 h 113126"/>
                  <a:gd name="connsiteX10" fmla="*/ 56727 w 112964"/>
                  <a:gd name="connsiteY10" fmla="*/ 113127 h 113126"/>
                  <a:gd name="connsiteX11" fmla="*/ 78814 w 112964"/>
                  <a:gd name="connsiteY11" fmla="*/ 108807 h 113126"/>
                  <a:gd name="connsiteX12" fmla="*/ 96745 w 112964"/>
                  <a:gd name="connsiteY12" fmla="*/ 96745 h 113126"/>
                  <a:gd name="connsiteX13" fmla="*/ 108644 w 112964"/>
                  <a:gd name="connsiteY13" fmla="*/ 78651 h 113126"/>
                  <a:gd name="connsiteX14" fmla="*/ 112964 w 112964"/>
                  <a:gd name="connsiteY14" fmla="*/ 56482 h 113126"/>
                  <a:gd name="connsiteX15" fmla="*/ 108644 w 112964"/>
                  <a:gd name="connsiteY15" fmla="*/ 34313 h 113126"/>
                  <a:gd name="connsiteX16" fmla="*/ 96663 w 112964"/>
                  <a:gd name="connsiteY16" fmla="*/ 16219 h 113126"/>
                  <a:gd name="connsiteX17" fmla="*/ 86801 w 112964"/>
                  <a:gd name="connsiteY17" fmla="*/ 75717 h 113126"/>
                  <a:gd name="connsiteX18" fmla="*/ 74657 w 112964"/>
                  <a:gd name="connsiteY18" fmla="*/ 88757 h 113126"/>
                  <a:gd name="connsiteX19" fmla="*/ 56401 w 112964"/>
                  <a:gd name="connsiteY19" fmla="*/ 93403 h 113126"/>
                  <a:gd name="connsiteX20" fmla="*/ 42382 w 112964"/>
                  <a:gd name="connsiteY20" fmla="*/ 90714 h 113126"/>
                  <a:gd name="connsiteX21" fmla="*/ 31379 w 112964"/>
                  <a:gd name="connsiteY21" fmla="*/ 83134 h 113126"/>
                  <a:gd name="connsiteX22" fmla="*/ 24288 w 112964"/>
                  <a:gd name="connsiteY22" fmla="*/ 71478 h 113126"/>
                  <a:gd name="connsiteX23" fmla="*/ 21843 w 112964"/>
                  <a:gd name="connsiteY23" fmla="*/ 56319 h 113126"/>
                  <a:gd name="connsiteX24" fmla="*/ 26244 w 112964"/>
                  <a:gd name="connsiteY24" fmla="*/ 37166 h 113126"/>
                  <a:gd name="connsiteX25" fmla="*/ 38388 w 112964"/>
                  <a:gd name="connsiteY25" fmla="*/ 24288 h 113126"/>
                  <a:gd name="connsiteX26" fmla="*/ 56401 w 112964"/>
                  <a:gd name="connsiteY26" fmla="*/ 19724 h 113126"/>
                  <a:gd name="connsiteX27" fmla="*/ 70582 w 112964"/>
                  <a:gd name="connsiteY27" fmla="*/ 22332 h 113126"/>
                  <a:gd name="connsiteX28" fmla="*/ 81504 w 112964"/>
                  <a:gd name="connsiteY28" fmla="*/ 29912 h 113126"/>
                  <a:gd name="connsiteX29" fmla="*/ 88676 w 112964"/>
                  <a:gd name="connsiteY29" fmla="*/ 41567 h 113126"/>
                  <a:gd name="connsiteX30" fmla="*/ 91121 w 112964"/>
                  <a:gd name="connsiteY30" fmla="*/ 56400 h 113126"/>
                  <a:gd name="connsiteX31" fmla="*/ 86801 w 112964"/>
                  <a:gd name="connsiteY31" fmla="*/ 75798 h 113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12964" h="113126">
                    <a:moveTo>
                      <a:pt x="96663" y="16219"/>
                    </a:moveTo>
                    <a:cubicBezTo>
                      <a:pt x="91529" y="11003"/>
                      <a:pt x="85579" y="7009"/>
                      <a:pt x="78732" y="4238"/>
                    </a:cubicBezTo>
                    <a:cubicBezTo>
                      <a:pt x="71886" y="1467"/>
                      <a:pt x="64469" y="0"/>
                      <a:pt x="56401" y="0"/>
                    </a:cubicBezTo>
                    <a:cubicBezTo>
                      <a:pt x="48332" y="0"/>
                      <a:pt x="41078" y="1385"/>
                      <a:pt x="34232" y="4238"/>
                    </a:cubicBezTo>
                    <a:cubicBezTo>
                      <a:pt x="27385" y="7009"/>
                      <a:pt x="21435" y="11003"/>
                      <a:pt x="16301" y="16219"/>
                    </a:cubicBezTo>
                    <a:cubicBezTo>
                      <a:pt x="11166" y="21435"/>
                      <a:pt x="7172" y="27385"/>
                      <a:pt x="4320" y="34232"/>
                    </a:cubicBezTo>
                    <a:cubicBezTo>
                      <a:pt x="1386" y="41078"/>
                      <a:pt x="0" y="48413"/>
                      <a:pt x="0" y="56319"/>
                    </a:cubicBezTo>
                    <a:cubicBezTo>
                      <a:pt x="0" y="64225"/>
                      <a:pt x="1467" y="71560"/>
                      <a:pt x="4320" y="78488"/>
                    </a:cubicBezTo>
                    <a:cubicBezTo>
                      <a:pt x="7172" y="85334"/>
                      <a:pt x="11248" y="91365"/>
                      <a:pt x="16382" y="96582"/>
                    </a:cubicBezTo>
                    <a:cubicBezTo>
                      <a:pt x="21517" y="101798"/>
                      <a:pt x="27548" y="105873"/>
                      <a:pt x="34476" y="108725"/>
                    </a:cubicBezTo>
                    <a:cubicBezTo>
                      <a:pt x="41322" y="111660"/>
                      <a:pt x="48739" y="113127"/>
                      <a:pt x="56727" y="113127"/>
                    </a:cubicBezTo>
                    <a:cubicBezTo>
                      <a:pt x="64714" y="113127"/>
                      <a:pt x="71968" y="111660"/>
                      <a:pt x="78814" y="108807"/>
                    </a:cubicBezTo>
                    <a:cubicBezTo>
                      <a:pt x="85660" y="105955"/>
                      <a:pt x="91692" y="101961"/>
                      <a:pt x="96745" y="96745"/>
                    </a:cubicBezTo>
                    <a:cubicBezTo>
                      <a:pt x="101798" y="91528"/>
                      <a:pt x="105792" y="85497"/>
                      <a:pt x="108644" y="78651"/>
                    </a:cubicBezTo>
                    <a:cubicBezTo>
                      <a:pt x="111497" y="71805"/>
                      <a:pt x="112964" y="64388"/>
                      <a:pt x="112964" y="56482"/>
                    </a:cubicBezTo>
                    <a:cubicBezTo>
                      <a:pt x="112964" y="48576"/>
                      <a:pt x="111497" y="41159"/>
                      <a:pt x="108644" y="34313"/>
                    </a:cubicBezTo>
                    <a:cubicBezTo>
                      <a:pt x="105792" y="27467"/>
                      <a:pt x="101717" y="21435"/>
                      <a:pt x="96663" y="16219"/>
                    </a:cubicBezTo>
                    <a:close/>
                    <a:moveTo>
                      <a:pt x="86801" y="75717"/>
                    </a:moveTo>
                    <a:cubicBezTo>
                      <a:pt x="83949" y="81259"/>
                      <a:pt x="79874" y="85660"/>
                      <a:pt x="74657" y="88757"/>
                    </a:cubicBezTo>
                    <a:cubicBezTo>
                      <a:pt x="69441" y="91854"/>
                      <a:pt x="63328" y="93403"/>
                      <a:pt x="56401" y="93403"/>
                    </a:cubicBezTo>
                    <a:cubicBezTo>
                      <a:pt x="51347" y="93403"/>
                      <a:pt x="46620" y="92506"/>
                      <a:pt x="42382" y="90714"/>
                    </a:cubicBezTo>
                    <a:cubicBezTo>
                      <a:pt x="38062" y="88920"/>
                      <a:pt x="34395" y="86394"/>
                      <a:pt x="31379" y="83134"/>
                    </a:cubicBezTo>
                    <a:cubicBezTo>
                      <a:pt x="28363" y="79873"/>
                      <a:pt x="26000" y="76042"/>
                      <a:pt x="24288" y="71478"/>
                    </a:cubicBezTo>
                    <a:cubicBezTo>
                      <a:pt x="22658" y="66914"/>
                      <a:pt x="21843" y="61861"/>
                      <a:pt x="21843" y="56319"/>
                    </a:cubicBezTo>
                    <a:cubicBezTo>
                      <a:pt x="21843" y="49065"/>
                      <a:pt x="23310" y="42626"/>
                      <a:pt x="26244" y="37166"/>
                    </a:cubicBezTo>
                    <a:cubicBezTo>
                      <a:pt x="29178" y="31623"/>
                      <a:pt x="33254" y="27385"/>
                      <a:pt x="38388" y="24288"/>
                    </a:cubicBezTo>
                    <a:cubicBezTo>
                      <a:pt x="43523" y="21191"/>
                      <a:pt x="49554" y="19724"/>
                      <a:pt x="56401" y="19724"/>
                    </a:cubicBezTo>
                    <a:cubicBezTo>
                      <a:pt x="61698" y="19724"/>
                      <a:pt x="66425" y="20620"/>
                      <a:pt x="70582" y="22332"/>
                    </a:cubicBezTo>
                    <a:cubicBezTo>
                      <a:pt x="74739" y="24125"/>
                      <a:pt x="78406" y="26651"/>
                      <a:pt x="81504" y="29912"/>
                    </a:cubicBezTo>
                    <a:cubicBezTo>
                      <a:pt x="84601" y="33172"/>
                      <a:pt x="86964" y="37084"/>
                      <a:pt x="88676" y="41567"/>
                    </a:cubicBezTo>
                    <a:cubicBezTo>
                      <a:pt x="90306" y="46049"/>
                      <a:pt x="91121" y="50940"/>
                      <a:pt x="91121" y="56400"/>
                    </a:cubicBezTo>
                    <a:cubicBezTo>
                      <a:pt x="91121" y="63817"/>
                      <a:pt x="89654" y="70256"/>
                      <a:pt x="86801" y="75798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99345DBF-36CA-3C68-9D61-8EDD50A4C974}"/>
                  </a:ext>
                </a:extLst>
              </p:cNvPr>
              <p:cNvSpPr/>
              <p:nvPr/>
            </p:nvSpPr>
            <p:spPr>
              <a:xfrm>
                <a:off x="5579104" y="5008457"/>
                <a:ext cx="90387" cy="109622"/>
              </a:xfrm>
              <a:custGeom>
                <a:avLst/>
                <a:gdLst>
                  <a:gd name="connsiteX0" fmla="*/ 69278 w 90387"/>
                  <a:gd name="connsiteY0" fmla="*/ 70745 h 109622"/>
                  <a:gd name="connsiteX1" fmla="*/ 14752 w 90387"/>
                  <a:gd name="connsiteY1" fmla="*/ 0 h 109622"/>
                  <a:gd name="connsiteX2" fmla="*/ 0 w 90387"/>
                  <a:gd name="connsiteY2" fmla="*/ 0 h 109622"/>
                  <a:gd name="connsiteX3" fmla="*/ 0 w 90387"/>
                  <a:gd name="connsiteY3" fmla="*/ 109622 h 109622"/>
                  <a:gd name="connsiteX4" fmla="*/ 21110 w 90387"/>
                  <a:gd name="connsiteY4" fmla="*/ 109622 h 109622"/>
                  <a:gd name="connsiteX5" fmla="*/ 21110 w 90387"/>
                  <a:gd name="connsiteY5" fmla="*/ 39122 h 109622"/>
                  <a:gd name="connsiteX6" fmla="*/ 75309 w 90387"/>
                  <a:gd name="connsiteY6" fmla="*/ 109622 h 109622"/>
                  <a:gd name="connsiteX7" fmla="*/ 90388 w 90387"/>
                  <a:gd name="connsiteY7" fmla="*/ 109622 h 109622"/>
                  <a:gd name="connsiteX8" fmla="*/ 90388 w 90387"/>
                  <a:gd name="connsiteY8" fmla="*/ 0 h 109622"/>
                  <a:gd name="connsiteX9" fmla="*/ 69278 w 90387"/>
                  <a:gd name="connsiteY9" fmla="*/ 0 h 109622"/>
                  <a:gd name="connsiteX10" fmla="*/ 69278 w 90387"/>
                  <a:gd name="connsiteY10" fmla="*/ 70745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387" h="109622">
                    <a:moveTo>
                      <a:pt x="69278" y="70745"/>
                    </a:moveTo>
                    <a:lnTo>
                      <a:pt x="14752" y="0"/>
                    </a:lnTo>
                    <a:lnTo>
                      <a:pt x="0" y="0"/>
                    </a:lnTo>
                    <a:lnTo>
                      <a:pt x="0" y="109622"/>
                    </a:lnTo>
                    <a:lnTo>
                      <a:pt x="21110" y="109622"/>
                    </a:lnTo>
                    <a:lnTo>
                      <a:pt x="21110" y="39122"/>
                    </a:lnTo>
                    <a:lnTo>
                      <a:pt x="75309" y="109622"/>
                    </a:lnTo>
                    <a:lnTo>
                      <a:pt x="90388" y="109622"/>
                    </a:lnTo>
                    <a:lnTo>
                      <a:pt x="90388" y="0"/>
                    </a:lnTo>
                    <a:lnTo>
                      <a:pt x="69278" y="0"/>
                    </a:lnTo>
                    <a:lnTo>
                      <a:pt x="69278" y="70745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FC34F625-8A4F-417B-0C49-E3B8C868B7FD}"/>
                  </a:ext>
                </a:extLst>
              </p:cNvPr>
              <p:cNvSpPr/>
              <p:nvPr/>
            </p:nvSpPr>
            <p:spPr>
              <a:xfrm>
                <a:off x="5699566" y="5008457"/>
                <a:ext cx="75798" cy="109622"/>
              </a:xfrm>
              <a:custGeom>
                <a:avLst/>
                <a:gdLst>
                  <a:gd name="connsiteX0" fmla="*/ 21110 w 75798"/>
                  <a:gd name="connsiteY0" fmla="*/ 62839 h 109622"/>
                  <a:gd name="connsiteX1" fmla="*/ 70501 w 75798"/>
                  <a:gd name="connsiteY1" fmla="*/ 62839 h 109622"/>
                  <a:gd name="connsiteX2" fmla="*/ 70501 w 75798"/>
                  <a:gd name="connsiteY2" fmla="*/ 44583 h 109622"/>
                  <a:gd name="connsiteX3" fmla="*/ 21110 w 75798"/>
                  <a:gd name="connsiteY3" fmla="*/ 44583 h 109622"/>
                  <a:gd name="connsiteX4" fmla="*/ 21110 w 75798"/>
                  <a:gd name="connsiteY4" fmla="*/ 18746 h 109622"/>
                  <a:gd name="connsiteX5" fmla="*/ 75065 w 75798"/>
                  <a:gd name="connsiteY5" fmla="*/ 18746 h 109622"/>
                  <a:gd name="connsiteX6" fmla="*/ 75065 w 75798"/>
                  <a:gd name="connsiteY6" fmla="*/ 0 h 109622"/>
                  <a:gd name="connsiteX7" fmla="*/ 21110 w 75798"/>
                  <a:gd name="connsiteY7" fmla="*/ 0 h 109622"/>
                  <a:gd name="connsiteX8" fmla="*/ 15486 w 75798"/>
                  <a:gd name="connsiteY8" fmla="*/ 0 h 109622"/>
                  <a:gd name="connsiteX9" fmla="*/ 0 w 75798"/>
                  <a:gd name="connsiteY9" fmla="*/ 0 h 109622"/>
                  <a:gd name="connsiteX10" fmla="*/ 0 w 75798"/>
                  <a:gd name="connsiteY10" fmla="*/ 109622 h 109622"/>
                  <a:gd name="connsiteX11" fmla="*/ 15486 w 75798"/>
                  <a:gd name="connsiteY11" fmla="*/ 109622 h 109622"/>
                  <a:gd name="connsiteX12" fmla="*/ 21110 w 75798"/>
                  <a:gd name="connsiteY12" fmla="*/ 109622 h 109622"/>
                  <a:gd name="connsiteX13" fmla="*/ 75798 w 75798"/>
                  <a:gd name="connsiteY13" fmla="*/ 109622 h 109622"/>
                  <a:gd name="connsiteX14" fmla="*/ 75798 w 75798"/>
                  <a:gd name="connsiteY14" fmla="*/ 90877 h 109622"/>
                  <a:gd name="connsiteX15" fmla="*/ 21110 w 75798"/>
                  <a:gd name="connsiteY15" fmla="*/ 90877 h 109622"/>
                  <a:gd name="connsiteX16" fmla="*/ 21110 w 75798"/>
                  <a:gd name="connsiteY16" fmla="*/ 62839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5798" h="109622">
                    <a:moveTo>
                      <a:pt x="21110" y="62839"/>
                    </a:moveTo>
                    <a:lnTo>
                      <a:pt x="70501" y="62839"/>
                    </a:lnTo>
                    <a:lnTo>
                      <a:pt x="70501" y="44583"/>
                    </a:lnTo>
                    <a:lnTo>
                      <a:pt x="21110" y="44583"/>
                    </a:lnTo>
                    <a:lnTo>
                      <a:pt x="21110" y="18746"/>
                    </a:lnTo>
                    <a:lnTo>
                      <a:pt x="75065" y="18746"/>
                    </a:lnTo>
                    <a:lnTo>
                      <a:pt x="75065" y="0"/>
                    </a:lnTo>
                    <a:lnTo>
                      <a:pt x="21110" y="0"/>
                    </a:lnTo>
                    <a:lnTo>
                      <a:pt x="15486" y="0"/>
                    </a:lnTo>
                    <a:lnTo>
                      <a:pt x="0" y="0"/>
                    </a:lnTo>
                    <a:lnTo>
                      <a:pt x="0" y="109622"/>
                    </a:lnTo>
                    <a:lnTo>
                      <a:pt x="15486" y="109622"/>
                    </a:lnTo>
                    <a:lnTo>
                      <a:pt x="21110" y="109622"/>
                    </a:lnTo>
                    <a:lnTo>
                      <a:pt x="75798" y="109622"/>
                    </a:lnTo>
                    <a:lnTo>
                      <a:pt x="75798" y="90877"/>
                    </a:lnTo>
                    <a:lnTo>
                      <a:pt x="21110" y="90877"/>
                    </a:lnTo>
                    <a:lnTo>
                      <a:pt x="21110" y="62839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AF238BC3-1585-E630-D30A-3B1FC58E177F}"/>
                  </a:ext>
                </a:extLst>
              </p:cNvPr>
              <p:cNvSpPr/>
              <p:nvPr/>
            </p:nvSpPr>
            <p:spPr>
              <a:xfrm>
                <a:off x="5789465" y="5008457"/>
                <a:ext cx="90713" cy="109622"/>
              </a:xfrm>
              <a:custGeom>
                <a:avLst/>
                <a:gdLst>
                  <a:gd name="connsiteX0" fmla="*/ 90713 w 90713"/>
                  <a:gd name="connsiteY0" fmla="*/ 0 h 109622"/>
                  <a:gd name="connsiteX1" fmla="*/ 0 w 90713"/>
                  <a:gd name="connsiteY1" fmla="*/ 0 h 109622"/>
                  <a:gd name="connsiteX2" fmla="*/ 0 w 90713"/>
                  <a:gd name="connsiteY2" fmla="*/ 18909 h 109622"/>
                  <a:gd name="connsiteX3" fmla="*/ 34720 w 90713"/>
                  <a:gd name="connsiteY3" fmla="*/ 18909 h 109622"/>
                  <a:gd name="connsiteX4" fmla="*/ 34720 w 90713"/>
                  <a:gd name="connsiteY4" fmla="*/ 109622 h 109622"/>
                  <a:gd name="connsiteX5" fmla="*/ 55993 w 90713"/>
                  <a:gd name="connsiteY5" fmla="*/ 109622 h 109622"/>
                  <a:gd name="connsiteX6" fmla="*/ 55993 w 90713"/>
                  <a:gd name="connsiteY6" fmla="*/ 18909 h 109622"/>
                  <a:gd name="connsiteX7" fmla="*/ 90713 w 90713"/>
                  <a:gd name="connsiteY7" fmla="*/ 18909 h 109622"/>
                  <a:gd name="connsiteX8" fmla="*/ 90713 w 90713"/>
                  <a:gd name="connsiteY8" fmla="*/ 0 h 10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9622">
                    <a:moveTo>
                      <a:pt x="90713" y="0"/>
                    </a:moveTo>
                    <a:lnTo>
                      <a:pt x="0" y="0"/>
                    </a:lnTo>
                    <a:lnTo>
                      <a:pt x="0" y="18909"/>
                    </a:lnTo>
                    <a:lnTo>
                      <a:pt x="34720" y="18909"/>
                    </a:lnTo>
                    <a:lnTo>
                      <a:pt x="34720" y="109622"/>
                    </a:lnTo>
                    <a:lnTo>
                      <a:pt x="55993" y="109622"/>
                    </a:lnTo>
                    <a:lnTo>
                      <a:pt x="55993" y="18909"/>
                    </a:lnTo>
                    <a:lnTo>
                      <a:pt x="90713" y="18909"/>
                    </a:lnTo>
                    <a:lnTo>
                      <a:pt x="90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58A79046-F1B4-869D-F792-0F472D0B86F4}"/>
                </a:ext>
              </a:extLst>
            </p:cNvPr>
            <p:cNvSpPr/>
            <p:nvPr/>
          </p:nvSpPr>
          <p:spPr>
            <a:xfrm>
              <a:off x="5054058" y="5179533"/>
              <a:ext cx="806233" cy="50695"/>
            </a:xfrm>
            <a:custGeom>
              <a:avLst/>
              <a:gdLst>
                <a:gd name="connsiteX0" fmla="*/ 0 w 806233"/>
                <a:gd name="connsiteY0" fmla="*/ 0 h 50695"/>
                <a:gd name="connsiteX1" fmla="*/ 806234 w 806233"/>
                <a:gd name="connsiteY1" fmla="*/ 0 h 50695"/>
                <a:gd name="connsiteX2" fmla="*/ 806234 w 806233"/>
                <a:gd name="connsiteY2" fmla="*/ 50695 h 50695"/>
                <a:gd name="connsiteX3" fmla="*/ 0 w 806233"/>
                <a:gd name="connsiteY3" fmla="*/ 50695 h 50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6233" h="50695">
                  <a:moveTo>
                    <a:pt x="0" y="0"/>
                  </a:moveTo>
                  <a:lnTo>
                    <a:pt x="806234" y="0"/>
                  </a:lnTo>
                  <a:lnTo>
                    <a:pt x="806234" y="50695"/>
                  </a:lnTo>
                  <a:lnTo>
                    <a:pt x="0" y="50695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24" name="Graphic 2241">
            <a:extLst>
              <a:ext uri="{FF2B5EF4-FFF2-40B4-BE49-F238E27FC236}">
                <a16:creationId xmlns:a16="http://schemas.microsoft.com/office/drawing/2014/main" id="{72F35947-EEB3-168B-7172-F3C3568C1FC4}"/>
              </a:ext>
            </a:extLst>
          </p:cNvPr>
          <p:cNvGrpSpPr/>
          <p:nvPr/>
        </p:nvGrpSpPr>
        <p:grpSpPr>
          <a:xfrm>
            <a:off x="8450241" y="3924239"/>
            <a:ext cx="223564" cy="222097"/>
            <a:chOff x="2366885" y="4404597"/>
            <a:chExt cx="223564" cy="222097"/>
          </a:xfrm>
        </p:grpSpPr>
        <p:grpSp>
          <p:nvGrpSpPr>
            <p:cNvPr id="425" name="Graphic 2241">
              <a:extLst>
                <a:ext uri="{FF2B5EF4-FFF2-40B4-BE49-F238E27FC236}">
                  <a16:creationId xmlns:a16="http://schemas.microsoft.com/office/drawing/2014/main" id="{22579DF7-A984-4A0E-5BBD-469A3E511B44}"/>
                </a:ext>
              </a:extLst>
            </p:cNvPr>
            <p:cNvGrpSpPr/>
            <p:nvPr/>
          </p:nvGrpSpPr>
          <p:grpSpPr>
            <a:xfrm>
              <a:off x="2366885" y="4404597"/>
              <a:ext cx="223564" cy="110681"/>
              <a:chOff x="2366885" y="4404597"/>
              <a:chExt cx="223564" cy="110681"/>
            </a:xfrm>
            <a:solidFill>
              <a:srgbClr val="FFFFFF"/>
            </a:solidFill>
          </p:grpSpPr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4F2D9974-C571-EA0A-EF38-2CE41E96F674}"/>
                  </a:ext>
                </a:extLst>
              </p:cNvPr>
              <p:cNvSpPr/>
              <p:nvPr/>
            </p:nvSpPr>
            <p:spPr>
              <a:xfrm>
                <a:off x="2366885" y="4406309"/>
                <a:ext cx="79547" cy="108970"/>
              </a:xfrm>
              <a:custGeom>
                <a:avLst/>
                <a:gdLst>
                  <a:gd name="connsiteX0" fmla="*/ 61617 w 79547"/>
                  <a:gd name="connsiteY0" fmla="*/ 4157 h 108970"/>
                  <a:gd name="connsiteX1" fmla="*/ 42952 w 79547"/>
                  <a:gd name="connsiteY1" fmla="*/ 0 h 108970"/>
                  <a:gd name="connsiteX2" fmla="*/ 0 w 79547"/>
                  <a:gd name="connsiteY2" fmla="*/ 0 h 108970"/>
                  <a:gd name="connsiteX3" fmla="*/ 0 w 79547"/>
                  <a:gd name="connsiteY3" fmla="*/ 108970 h 108970"/>
                  <a:gd name="connsiteX4" fmla="*/ 21109 w 79547"/>
                  <a:gd name="connsiteY4" fmla="*/ 108970 h 108970"/>
                  <a:gd name="connsiteX5" fmla="*/ 21109 w 79547"/>
                  <a:gd name="connsiteY5" fmla="*/ 68626 h 108970"/>
                  <a:gd name="connsiteX6" fmla="*/ 42952 w 79547"/>
                  <a:gd name="connsiteY6" fmla="*/ 68626 h 108970"/>
                  <a:gd name="connsiteX7" fmla="*/ 61617 w 79547"/>
                  <a:gd name="connsiteY7" fmla="*/ 64469 h 108970"/>
                  <a:gd name="connsiteX8" fmla="*/ 74739 w 79547"/>
                  <a:gd name="connsiteY8" fmla="*/ 52570 h 108970"/>
                  <a:gd name="connsiteX9" fmla="*/ 79548 w 79547"/>
                  <a:gd name="connsiteY9" fmla="*/ 34313 h 108970"/>
                  <a:gd name="connsiteX10" fmla="*/ 74739 w 79547"/>
                  <a:gd name="connsiteY10" fmla="*/ 16056 h 108970"/>
                  <a:gd name="connsiteX11" fmla="*/ 61617 w 79547"/>
                  <a:gd name="connsiteY11" fmla="*/ 4157 h 108970"/>
                  <a:gd name="connsiteX12" fmla="*/ 56074 w 79547"/>
                  <a:gd name="connsiteY12" fmla="*/ 43441 h 108970"/>
                  <a:gd name="connsiteX13" fmla="*/ 49799 w 79547"/>
                  <a:gd name="connsiteY13" fmla="*/ 49310 h 108970"/>
                  <a:gd name="connsiteX14" fmla="*/ 40833 w 79547"/>
                  <a:gd name="connsiteY14" fmla="*/ 51429 h 108970"/>
                  <a:gd name="connsiteX15" fmla="*/ 21109 w 79547"/>
                  <a:gd name="connsiteY15" fmla="*/ 51429 h 108970"/>
                  <a:gd name="connsiteX16" fmla="*/ 21109 w 79547"/>
                  <a:gd name="connsiteY16" fmla="*/ 17197 h 108970"/>
                  <a:gd name="connsiteX17" fmla="*/ 40833 w 79547"/>
                  <a:gd name="connsiteY17" fmla="*/ 17197 h 108970"/>
                  <a:gd name="connsiteX18" fmla="*/ 49799 w 79547"/>
                  <a:gd name="connsiteY18" fmla="*/ 19316 h 108970"/>
                  <a:gd name="connsiteX19" fmla="*/ 56074 w 79547"/>
                  <a:gd name="connsiteY19" fmla="*/ 25185 h 108970"/>
                  <a:gd name="connsiteX20" fmla="*/ 58357 w 79547"/>
                  <a:gd name="connsiteY20" fmla="*/ 34231 h 108970"/>
                  <a:gd name="connsiteX21" fmla="*/ 56074 w 79547"/>
                  <a:gd name="connsiteY21" fmla="*/ 43441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9547" h="108970">
                    <a:moveTo>
                      <a:pt x="61617" y="4157"/>
                    </a:moveTo>
                    <a:cubicBezTo>
                      <a:pt x="56074" y="1385"/>
                      <a:pt x="49880" y="0"/>
                      <a:pt x="42952" y="0"/>
                    </a:cubicBezTo>
                    <a:lnTo>
                      <a:pt x="0" y="0"/>
                    </a:lnTo>
                    <a:lnTo>
                      <a:pt x="0" y="108970"/>
                    </a:lnTo>
                    <a:lnTo>
                      <a:pt x="21109" y="108970"/>
                    </a:lnTo>
                    <a:lnTo>
                      <a:pt x="21109" y="68626"/>
                    </a:lnTo>
                    <a:lnTo>
                      <a:pt x="42952" y="68626"/>
                    </a:lnTo>
                    <a:cubicBezTo>
                      <a:pt x="49880" y="68626"/>
                      <a:pt x="56074" y="67240"/>
                      <a:pt x="61617" y="64469"/>
                    </a:cubicBezTo>
                    <a:cubicBezTo>
                      <a:pt x="67159" y="61698"/>
                      <a:pt x="71479" y="57704"/>
                      <a:pt x="74739" y="52570"/>
                    </a:cubicBezTo>
                    <a:cubicBezTo>
                      <a:pt x="77917" y="47435"/>
                      <a:pt x="79548" y="41322"/>
                      <a:pt x="79548" y="34313"/>
                    </a:cubicBezTo>
                    <a:cubicBezTo>
                      <a:pt x="79548" y="27304"/>
                      <a:pt x="77917" y="21191"/>
                      <a:pt x="74739" y="16056"/>
                    </a:cubicBezTo>
                    <a:cubicBezTo>
                      <a:pt x="71560" y="10921"/>
                      <a:pt x="67159" y="7009"/>
                      <a:pt x="61617" y="4157"/>
                    </a:cubicBezTo>
                    <a:close/>
                    <a:moveTo>
                      <a:pt x="56074" y="43441"/>
                    </a:moveTo>
                    <a:cubicBezTo>
                      <a:pt x="54607" y="45968"/>
                      <a:pt x="52488" y="47924"/>
                      <a:pt x="49799" y="49310"/>
                    </a:cubicBezTo>
                    <a:cubicBezTo>
                      <a:pt x="47109" y="50695"/>
                      <a:pt x="44093" y="51429"/>
                      <a:pt x="40833" y="51429"/>
                    </a:cubicBezTo>
                    <a:lnTo>
                      <a:pt x="21109" y="51429"/>
                    </a:lnTo>
                    <a:lnTo>
                      <a:pt x="21109" y="17197"/>
                    </a:lnTo>
                    <a:lnTo>
                      <a:pt x="40833" y="17197"/>
                    </a:lnTo>
                    <a:cubicBezTo>
                      <a:pt x="44175" y="17197"/>
                      <a:pt x="47109" y="17931"/>
                      <a:pt x="49799" y="19316"/>
                    </a:cubicBezTo>
                    <a:cubicBezTo>
                      <a:pt x="52488" y="20702"/>
                      <a:pt x="54607" y="22658"/>
                      <a:pt x="56074" y="25185"/>
                    </a:cubicBezTo>
                    <a:cubicBezTo>
                      <a:pt x="57542" y="27711"/>
                      <a:pt x="58357" y="30727"/>
                      <a:pt x="58357" y="34231"/>
                    </a:cubicBezTo>
                    <a:cubicBezTo>
                      <a:pt x="58357" y="37736"/>
                      <a:pt x="57623" y="40915"/>
                      <a:pt x="56074" y="434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21C6ACEC-A95A-02B8-5C24-D51FC573E362}"/>
                  </a:ext>
                </a:extLst>
              </p:cNvPr>
              <p:cNvSpPr/>
              <p:nvPr/>
            </p:nvSpPr>
            <p:spPr>
              <a:xfrm>
                <a:off x="2470150" y="4406309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3035D551-E9C7-801D-10FD-2C5D5DE54AC4}"/>
                  </a:ext>
                </a:extLst>
              </p:cNvPr>
              <p:cNvSpPr/>
              <p:nvPr/>
            </p:nvSpPr>
            <p:spPr>
              <a:xfrm>
                <a:off x="2514162" y="4404597"/>
                <a:ext cx="76287" cy="110681"/>
              </a:xfrm>
              <a:custGeom>
                <a:avLst/>
                <a:gdLst>
                  <a:gd name="connsiteX0" fmla="*/ 32438 w 76287"/>
                  <a:gd name="connsiteY0" fmla="*/ 92343 h 110681"/>
                  <a:gd name="connsiteX1" fmla="*/ 56400 w 76287"/>
                  <a:gd name="connsiteY1" fmla="*/ 67974 h 110681"/>
                  <a:gd name="connsiteX2" fmla="*/ 66751 w 76287"/>
                  <a:gd name="connsiteY2" fmla="*/ 55993 h 110681"/>
                  <a:gd name="connsiteX3" fmla="*/ 72294 w 76287"/>
                  <a:gd name="connsiteY3" fmla="*/ 45234 h 110681"/>
                  <a:gd name="connsiteX4" fmla="*/ 73924 w 76287"/>
                  <a:gd name="connsiteY4" fmla="*/ 33172 h 110681"/>
                  <a:gd name="connsiteX5" fmla="*/ 69604 w 76287"/>
                  <a:gd name="connsiteY5" fmla="*/ 15649 h 110681"/>
                  <a:gd name="connsiteX6" fmla="*/ 57379 w 76287"/>
                  <a:gd name="connsiteY6" fmla="*/ 4075 h 110681"/>
                  <a:gd name="connsiteX7" fmla="*/ 38633 w 76287"/>
                  <a:gd name="connsiteY7" fmla="*/ 0 h 110681"/>
                  <a:gd name="connsiteX8" fmla="*/ 16219 w 76287"/>
                  <a:gd name="connsiteY8" fmla="*/ 5624 h 110681"/>
                  <a:gd name="connsiteX9" fmla="*/ 163 w 76287"/>
                  <a:gd name="connsiteY9" fmla="*/ 22332 h 110681"/>
                  <a:gd name="connsiteX10" fmla="*/ 14589 w 76287"/>
                  <a:gd name="connsiteY10" fmla="*/ 34557 h 110681"/>
                  <a:gd name="connsiteX11" fmla="*/ 24940 w 76287"/>
                  <a:gd name="connsiteY11" fmla="*/ 22739 h 110681"/>
                  <a:gd name="connsiteX12" fmla="*/ 37573 w 76287"/>
                  <a:gd name="connsiteY12" fmla="*/ 18990 h 110681"/>
                  <a:gd name="connsiteX13" fmla="*/ 48902 w 76287"/>
                  <a:gd name="connsiteY13" fmla="*/ 22902 h 110681"/>
                  <a:gd name="connsiteX14" fmla="*/ 53222 w 76287"/>
                  <a:gd name="connsiteY14" fmla="*/ 33579 h 110681"/>
                  <a:gd name="connsiteX15" fmla="*/ 52081 w 76287"/>
                  <a:gd name="connsiteY15" fmla="*/ 40344 h 110681"/>
                  <a:gd name="connsiteX16" fmla="*/ 48087 w 76287"/>
                  <a:gd name="connsiteY16" fmla="*/ 47272 h 110681"/>
                  <a:gd name="connsiteX17" fmla="*/ 40915 w 76287"/>
                  <a:gd name="connsiteY17" fmla="*/ 55667 h 110681"/>
                  <a:gd name="connsiteX18" fmla="*/ 0 w 76287"/>
                  <a:gd name="connsiteY18" fmla="*/ 98619 h 110681"/>
                  <a:gd name="connsiteX19" fmla="*/ 0 w 76287"/>
                  <a:gd name="connsiteY19" fmla="*/ 110682 h 110681"/>
                  <a:gd name="connsiteX20" fmla="*/ 76287 w 76287"/>
                  <a:gd name="connsiteY20" fmla="*/ 110682 h 110681"/>
                  <a:gd name="connsiteX21" fmla="*/ 76287 w 76287"/>
                  <a:gd name="connsiteY21" fmla="*/ 92425 h 110681"/>
                  <a:gd name="connsiteX22" fmla="*/ 32438 w 76287"/>
                  <a:gd name="connsiteY22" fmla="*/ 92425 h 11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287" h="110681">
                    <a:moveTo>
                      <a:pt x="32438" y="92343"/>
                    </a:moveTo>
                    <a:lnTo>
                      <a:pt x="56400" y="67974"/>
                    </a:lnTo>
                    <a:cubicBezTo>
                      <a:pt x="60720" y="63491"/>
                      <a:pt x="64225" y="59498"/>
                      <a:pt x="66751" y="55993"/>
                    </a:cubicBezTo>
                    <a:cubicBezTo>
                      <a:pt x="69360" y="52407"/>
                      <a:pt x="71153" y="48821"/>
                      <a:pt x="72294" y="45234"/>
                    </a:cubicBezTo>
                    <a:cubicBezTo>
                      <a:pt x="73353" y="41648"/>
                      <a:pt x="73924" y="37573"/>
                      <a:pt x="73924" y="33172"/>
                    </a:cubicBezTo>
                    <a:cubicBezTo>
                      <a:pt x="73924" y="26489"/>
                      <a:pt x="72457" y="20620"/>
                      <a:pt x="69604" y="15649"/>
                    </a:cubicBezTo>
                    <a:cubicBezTo>
                      <a:pt x="66670" y="10677"/>
                      <a:pt x="62595" y="6846"/>
                      <a:pt x="57379" y="4075"/>
                    </a:cubicBezTo>
                    <a:cubicBezTo>
                      <a:pt x="52081" y="1304"/>
                      <a:pt x="45887" y="0"/>
                      <a:pt x="38633" y="0"/>
                    </a:cubicBezTo>
                    <a:cubicBezTo>
                      <a:pt x="30156" y="0"/>
                      <a:pt x="22658" y="1874"/>
                      <a:pt x="16219" y="5624"/>
                    </a:cubicBezTo>
                    <a:cubicBezTo>
                      <a:pt x="9780" y="9373"/>
                      <a:pt x="4401" y="14915"/>
                      <a:pt x="163" y="22332"/>
                    </a:cubicBezTo>
                    <a:lnTo>
                      <a:pt x="14589" y="34557"/>
                    </a:lnTo>
                    <a:cubicBezTo>
                      <a:pt x="17768" y="29178"/>
                      <a:pt x="21191" y="25266"/>
                      <a:pt x="24940" y="22739"/>
                    </a:cubicBezTo>
                    <a:cubicBezTo>
                      <a:pt x="28608" y="20294"/>
                      <a:pt x="32846" y="18990"/>
                      <a:pt x="37573" y="18990"/>
                    </a:cubicBezTo>
                    <a:cubicBezTo>
                      <a:pt x="42300" y="18990"/>
                      <a:pt x="45968" y="20294"/>
                      <a:pt x="48902" y="22902"/>
                    </a:cubicBezTo>
                    <a:cubicBezTo>
                      <a:pt x="51755" y="25510"/>
                      <a:pt x="53222" y="29015"/>
                      <a:pt x="53222" y="33579"/>
                    </a:cubicBezTo>
                    <a:cubicBezTo>
                      <a:pt x="53222" y="35943"/>
                      <a:pt x="52814" y="38225"/>
                      <a:pt x="52081" y="40344"/>
                    </a:cubicBezTo>
                    <a:cubicBezTo>
                      <a:pt x="51266" y="42463"/>
                      <a:pt x="49962" y="44745"/>
                      <a:pt x="48087" y="47272"/>
                    </a:cubicBezTo>
                    <a:cubicBezTo>
                      <a:pt x="46213" y="49717"/>
                      <a:pt x="43849" y="52570"/>
                      <a:pt x="40915" y="55667"/>
                    </a:cubicBezTo>
                    <a:lnTo>
                      <a:pt x="0" y="98619"/>
                    </a:lnTo>
                    <a:lnTo>
                      <a:pt x="0" y="110682"/>
                    </a:lnTo>
                    <a:lnTo>
                      <a:pt x="76287" y="110682"/>
                    </a:lnTo>
                    <a:lnTo>
                      <a:pt x="76287" y="92425"/>
                    </a:lnTo>
                    <a:lnTo>
                      <a:pt x="32438" y="92425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E7C22329-2CE9-E49B-FC4E-24F4B1C9C45F}"/>
                </a:ext>
              </a:extLst>
            </p:cNvPr>
            <p:cNvSpPr/>
            <p:nvPr/>
          </p:nvSpPr>
          <p:spPr>
            <a:xfrm>
              <a:off x="2369493" y="4576325"/>
              <a:ext cx="217044" cy="50369"/>
            </a:xfrm>
            <a:custGeom>
              <a:avLst/>
              <a:gdLst>
                <a:gd name="connsiteX0" fmla="*/ 0 w 217044"/>
                <a:gd name="connsiteY0" fmla="*/ 0 h 50369"/>
                <a:gd name="connsiteX1" fmla="*/ 217044 w 217044"/>
                <a:gd name="connsiteY1" fmla="*/ 0 h 50369"/>
                <a:gd name="connsiteX2" fmla="*/ 217044 w 217044"/>
                <a:gd name="connsiteY2" fmla="*/ 50369 h 50369"/>
                <a:gd name="connsiteX3" fmla="*/ 0 w 217044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044" h="50369">
                  <a:moveTo>
                    <a:pt x="0" y="0"/>
                  </a:moveTo>
                  <a:lnTo>
                    <a:pt x="217044" y="0"/>
                  </a:lnTo>
                  <a:lnTo>
                    <a:pt x="217044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30" name="Graphic 2241">
            <a:extLst>
              <a:ext uri="{FF2B5EF4-FFF2-40B4-BE49-F238E27FC236}">
                <a16:creationId xmlns:a16="http://schemas.microsoft.com/office/drawing/2014/main" id="{DD23E5BE-3FFC-C046-F660-DBA35CF24118}"/>
              </a:ext>
            </a:extLst>
          </p:cNvPr>
          <p:cNvGrpSpPr/>
          <p:nvPr/>
        </p:nvGrpSpPr>
        <p:grpSpPr>
          <a:xfrm>
            <a:off x="9448532" y="4466940"/>
            <a:ext cx="222097" cy="222097"/>
            <a:chOff x="2367618" y="5008050"/>
            <a:chExt cx="222097" cy="222097"/>
          </a:xfrm>
        </p:grpSpPr>
        <p:grpSp>
          <p:nvGrpSpPr>
            <p:cNvPr id="431" name="Graphic 2241">
              <a:extLst>
                <a:ext uri="{FF2B5EF4-FFF2-40B4-BE49-F238E27FC236}">
                  <a16:creationId xmlns:a16="http://schemas.microsoft.com/office/drawing/2014/main" id="{8DF703CE-0ED6-1030-367A-A77D4BDB84C6}"/>
                </a:ext>
              </a:extLst>
            </p:cNvPr>
            <p:cNvGrpSpPr/>
            <p:nvPr/>
          </p:nvGrpSpPr>
          <p:grpSpPr>
            <a:xfrm>
              <a:off x="2367618" y="5008050"/>
              <a:ext cx="222097" cy="112230"/>
              <a:chOff x="2367618" y="5008050"/>
              <a:chExt cx="222097" cy="112230"/>
            </a:xfrm>
            <a:solidFill>
              <a:srgbClr val="FFFFFF"/>
            </a:solidFill>
          </p:grpSpPr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7FA4925A-A654-0703-B6DA-34ACA0D4D9F6}"/>
                  </a:ext>
                </a:extLst>
              </p:cNvPr>
              <p:cNvSpPr/>
              <p:nvPr/>
            </p:nvSpPr>
            <p:spPr>
              <a:xfrm>
                <a:off x="2367618" y="5008050"/>
                <a:ext cx="79465" cy="112230"/>
              </a:xfrm>
              <a:custGeom>
                <a:avLst/>
                <a:gdLst>
                  <a:gd name="connsiteX0" fmla="*/ 69441 w 79465"/>
                  <a:gd name="connsiteY0" fmla="*/ 55830 h 112230"/>
                  <a:gd name="connsiteX1" fmla="*/ 59416 w 79465"/>
                  <a:gd name="connsiteY1" fmla="*/ 49799 h 112230"/>
                  <a:gd name="connsiteX2" fmla="*/ 48413 w 79465"/>
                  <a:gd name="connsiteY2" fmla="*/ 45561 h 112230"/>
                  <a:gd name="connsiteX3" fmla="*/ 38225 w 79465"/>
                  <a:gd name="connsiteY3" fmla="*/ 41567 h 112230"/>
                  <a:gd name="connsiteX4" fmla="*/ 30890 w 79465"/>
                  <a:gd name="connsiteY4" fmla="*/ 36758 h 112230"/>
                  <a:gd name="connsiteX5" fmla="*/ 28119 w 79465"/>
                  <a:gd name="connsiteY5" fmla="*/ 29586 h 112230"/>
                  <a:gd name="connsiteX6" fmla="*/ 32275 w 79465"/>
                  <a:gd name="connsiteY6" fmla="*/ 21599 h 112230"/>
                  <a:gd name="connsiteX7" fmla="*/ 43767 w 79465"/>
                  <a:gd name="connsiteY7" fmla="*/ 18746 h 112230"/>
                  <a:gd name="connsiteX8" fmla="*/ 55178 w 79465"/>
                  <a:gd name="connsiteY8" fmla="*/ 21191 h 112230"/>
                  <a:gd name="connsiteX9" fmla="*/ 65040 w 79465"/>
                  <a:gd name="connsiteY9" fmla="*/ 28934 h 112230"/>
                  <a:gd name="connsiteX10" fmla="*/ 78977 w 79465"/>
                  <a:gd name="connsiteY10" fmla="*/ 14997 h 112230"/>
                  <a:gd name="connsiteX11" fmla="*/ 64306 w 79465"/>
                  <a:gd name="connsiteY11" fmla="*/ 4157 h 112230"/>
                  <a:gd name="connsiteX12" fmla="*/ 44093 w 79465"/>
                  <a:gd name="connsiteY12" fmla="*/ 0 h 112230"/>
                  <a:gd name="connsiteX13" fmla="*/ 25185 w 79465"/>
                  <a:gd name="connsiteY13" fmla="*/ 3749 h 112230"/>
                  <a:gd name="connsiteX14" fmla="*/ 11981 w 79465"/>
                  <a:gd name="connsiteY14" fmla="*/ 14426 h 112230"/>
                  <a:gd name="connsiteX15" fmla="*/ 7172 w 79465"/>
                  <a:gd name="connsiteY15" fmla="*/ 31298 h 112230"/>
                  <a:gd name="connsiteX16" fmla="*/ 9862 w 79465"/>
                  <a:gd name="connsiteY16" fmla="*/ 45234 h 112230"/>
                  <a:gd name="connsiteX17" fmla="*/ 17197 w 79465"/>
                  <a:gd name="connsiteY17" fmla="*/ 54200 h 112230"/>
                  <a:gd name="connsiteX18" fmla="*/ 27304 w 79465"/>
                  <a:gd name="connsiteY18" fmla="*/ 60068 h 112230"/>
                  <a:gd name="connsiteX19" fmla="*/ 38225 w 79465"/>
                  <a:gd name="connsiteY19" fmla="*/ 64143 h 112230"/>
                  <a:gd name="connsiteX20" fmla="*/ 48332 w 79465"/>
                  <a:gd name="connsiteY20" fmla="*/ 68056 h 112230"/>
                  <a:gd name="connsiteX21" fmla="*/ 55667 w 79465"/>
                  <a:gd name="connsiteY21" fmla="*/ 73272 h 112230"/>
                  <a:gd name="connsiteX22" fmla="*/ 58438 w 79465"/>
                  <a:gd name="connsiteY22" fmla="*/ 81340 h 112230"/>
                  <a:gd name="connsiteX23" fmla="*/ 53629 w 79465"/>
                  <a:gd name="connsiteY23" fmla="*/ 90306 h 112230"/>
                  <a:gd name="connsiteX24" fmla="*/ 40589 w 79465"/>
                  <a:gd name="connsiteY24" fmla="*/ 93566 h 112230"/>
                  <a:gd name="connsiteX25" fmla="*/ 25185 w 79465"/>
                  <a:gd name="connsiteY25" fmla="*/ 90061 h 112230"/>
                  <a:gd name="connsiteX26" fmla="*/ 13937 w 79465"/>
                  <a:gd name="connsiteY26" fmla="*/ 80200 h 112230"/>
                  <a:gd name="connsiteX27" fmla="*/ 0 w 79465"/>
                  <a:gd name="connsiteY27" fmla="*/ 94137 h 112230"/>
                  <a:gd name="connsiteX28" fmla="*/ 16953 w 79465"/>
                  <a:gd name="connsiteY28" fmla="*/ 107748 h 112230"/>
                  <a:gd name="connsiteX29" fmla="*/ 39366 w 79465"/>
                  <a:gd name="connsiteY29" fmla="*/ 112231 h 112230"/>
                  <a:gd name="connsiteX30" fmla="*/ 68789 w 79465"/>
                  <a:gd name="connsiteY30" fmla="*/ 103510 h 112230"/>
                  <a:gd name="connsiteX31" fmla="*/ 79466 w 79465"/>
                  <a:gd name="connsiteY31" fmla="*/ 79548 h 112230"/>
                  <a:gd name="connsiteX32" fmla="*/ 76695 w 79465"/>
                  <a:gd name="connsiteY32" fmla="*/ 65203 h 112230"/>
                  <a:gd name="connsiteX33" fmla="*/ 69360 w 79465"/>
                  <a:gd name="connsiteY33" fmla="*/ 55749 h 11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9465" h="112230">
                    <a:moveTo>
                      <a:pt x="69441" y="55830"/>
                    </a:moveTo>
                    <a:cubicBezTo>
                      <a:pt x="66425" y="53385"/>
                      <a:pt x="63084" y="51429"/>
                      <a:pt x="59416" y="49799"/>
                    </a:cubicBezTo>
                    <a:cubicBezTo>
                      <a:pt x="55830" y="48169"/>
                      <a:pt x="52162" y="46783"/>
                      <a:pt x="48413" y="45561"/>
                    </a:cubicBezTo>
                    <a:cubicBezTo>
                      <a:pt x="44664" y="44338"/>
                      <a:pt x="41322" y="43034"/>
                      <a:pt x="38225" y="41567"/>
                    </a:cubicBezTo>
                    <a:cubicBezTo>
                      <a:pt x="35210" y="40181"/>
                      <a:pt x="32683" y="38551"/>
                      <a:pt x="30890" y="36758"/>
                    </a:cubicBezTo>
                    <a:cubicBezTo>
                      <a:pt x="29097" y="34965"/>
                      <a:pt x="28119" y="32520"/>
                      <a:pt x="28119" y="29586"/>
                    </a:cubicBezTo>
                    <a:cubicBezTo>
                      <a:pt x="28119" y="26163"/>
                      <a:pt x="29504" y="23555"/>
                      <a:pt x="32275" y="21599"/>
                    </a:cubicBezTo>
                    <a:cubicBezTo>
                      <a:pt x="35047" y="19724"/>
                      <a:pt x="38877" y="18746"/>
                      <a:pt x="43767" y="18746"/>
                    </a:cubicBezTo>
                    <a:cubicBezTo>
                      <a:pt x="48006" y="18746"/>
                      <a:pt x="51836" y="19561"/>
                      <a:pt x="55178" y="21191"/>
                    </a:cubicBezTo>
                    <a:cubicBezTo>
                      <a:pt x="58520" y="22821"/>
                      <a:pt x="61780" y="25429"/>
                      <a:pt x="65040" y="28934"/>
                    </a:cubicBezTo>
                    <a:lnTo>
                      <a:pt x="78977" y="14997"/>
                    </a:lnTo>
                    <a:cubicBezTo>
                      <a:pt x="75228" y="10514"/>
                      <a:pt x="70338" y="6928"/>
                      <a:pt x="64306" y="4157"/>
                    </a:cubicBezTo>
                    <a:cubicBezTo>
                      <a:pt x="58275" y="1385"/>
                      <a:pt x="51510" y="0"/>
                      <a:pt x="44093" y="0"/>
                    </a:cubicBezTo>
                    <a:cubicBezTo>
                      <a:pt x="37084" y="0"/>
                      <a:pt x="30727" y="1223"/>
                      <a:pt x="25185" y="3749"/>
                    </a:cubicBezTo>
                    <a:cubicBezTo>
                      <a:pt x="19642" y="6194"/>
                      <a:pt x="15241" y="9781"/>
                      <a:pt x="11981" y="14426"/>
                    </a:cubicBezTo>
                    <a:cubicBezTo>
                      <a:pt x="8802" y="19072"/>
                      <a:pt x="7172" y="24696"/>
                      <a:pt x="7172" y="31298"/>
                    </a:cubicBezTo>
                    <a:cubicBezTo>
                      <a:pt x="7172" y="37003"/>
                      <a:pt x="8069" y="41648"/>
                      <a:pt x="9862" y="45234"/>
                    </a:cubicBezTo>
                    <a:cubicBezTo>
                      <a:pt x="11655" y="48821"/>
                      <a:pt x="14100" y="51836"/>
                      <a:pt x="17197" y="54200"/>
                    </a:cubicBezTo>
                    <a:cubicBezTo>
                      <a:pt x="20294" y="56564"/>
                      <a:pt x="23636" y="58520"/>
                      <a:pt x="27304" y="60068"/>
                    </a:cubicBezTo>
                    <a:cubicBezTo>
                      <a:pt x="30890" y="61617"/>
                      <a:pt x="34558" y="63002"/>
                      <a:pt x="38225" y="64143"/>
                    </a:cubicBezTo>
                    <a:cubicBezTo>
                      <a:pt x="41893" y="65366"/>
                      <a:pt x="45234" y="66588"/>
                      <a:pt x="48332" y="68056"/>
                    </a:cubicBezTo>
                    <a:cubicBezTo>
                      <a:pt x="51347" y="69441"/>
                      <a:pt x="53874" y="71152"/>
                      <a:pt x="55667" y="73272"/>
                    </a:cubicBezTo>
                    <a:cubicBezTo>
                      <a:pt x="57542" y="75309"/>
                      <a:pt x="58438" y="77999"/>
                      <a:pt x="58438" y="81340"/>
                    </a:cubicBezTo>
                    <a:cubicBezTo>
                      <a:pt x="58438" y="85171"/>
                      <a:pt x="56808" y="88187"/>
                      <a:pt x="53629" y="90306"/>
                    </a:cubicBezTo>
                    <a:cubicBezTo>
                      <a:pt x="50451" y="92507"/>
                      <a:pt x="46050" y="93566"/>
                      <a:pt x="40589" y="93566"/>
                    </a:cubicBezTo>
                    <a:cubicBezTo>
                      <a:pt x="34476" y="93566"/>
                      <a:pt x="29341" y="92425"/>
                      <a:pt x="25185" y="90061"/>
                    </a:cubicBezTo>
                    <a:cubicBezTo>
                      <a:pt x="21028" y="87698"/>
                      <a:pt x="17279" y="84438"/>
                      <a:pt x="13937" y="80200"/>
                    </a:cubicBezTo>
                    <a:lnTo>
                      <a:pt x="0" y="94137"/>
                    </a:lnTo>
                    <a:cubicBezTo>
                      <a:pt x="5053" y="100249"/>
                      <a:pt x="10758" y="104813"/>
                      <a:pt x="16953" y="107748"/>
                    </a:cubicBezTo>
                    <a:cubicBezTo>
                      <a:pt x="23229" y="110764"/>
                      <a:pt x="30645" y="112231"/>
                      <a:pt x="39366" y="112231"/>
                    </a:cubicBezTo>
                    <a:cubicBezTo>
                      <a:pt x="51836" y="112231"/>
                      <a:pt x="61698" y="109297"/>
                      <a:pt x="68789" y="103510"/>
                    </a:cubicBezTo>
                    <a:cubicBezTo>
                      <a:pt x="75961" y="97641"/>
                      <a:pt x="79466" y="89654"/>
                      <a:pt x="79466" y="79548"/>
                    </a:cubicBezTo>
                    <a:cubicBezTo>
                      <a:pt x="79466" y="73842"/>
                      <a:pt x="78569" y="69115"/>
                      <a:pt x="76695" y="65203"/>
                    </a:cubicBezTo>
                    <a:cubicBezTo>
                      <a:pt x="74820" y="61291"/>
                      <a:pt x="72375" y="58194"/>
                      <a:pt x="69360" y="55749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1EB3A7BC-A31E-2367-598D-72A0256F60DE}"/>
                  </a:ext>
                </a:extLst>
              </p:cNvPr>
              <p:cNvSpPr/>
              <p:nvPr/>
            </p:nvSpPr>
            <p:spPr>
              <a:xfrm>
                <a:off x="2471535" y="5009680"/>
                <a:ext cx="21109" cy="108970"/>
              </a:xfrm>
              <a:custGeom>
                <a:avLst/>
                <a:gdLst>
                  <a:gd name="connsiteX0" fmla="*/ 0 w 21109"/>
                  <a:gd name="connsiteY0" fmla="*/ 0 h 108970"/>
                  <a:gd name="connsiteX1" fmla="*/ 21109 w 21109"/>
                  <a:gd name="connsiteY1" fmla="*/ 0 h 108970"/>
                  <a:gd name="connsiteX2" fmla="*/ 21109 w 21109"/>
                  <a:gd name="connsiteY2" fmla="*/ 108970 h 108970"/>
                  <a:gd name="connsiteX3" fmla="*/ 0 w 21109"/>
                  <a:gd name="connsiteY3" fmla="*/ 108970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9" h="108970">
                    <a:moveTo>
                      <a:pt x="0" y="0"/>
                    </a:moveTo>
                    <a:lnTo>
                      <a:pt x="21109" y="0"/>
                    </a:lnTo>
                    <a:lnTo>
                      <a:pt x="21109" y="108970"/>
                    </a:lnTo>
                    <a:lnTo>
                      <a:pt x="0" y="108970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7303C08C-DA85-65DA-C4E2-87B56D5BF115}"/>
                  </a:ext>
                </a:extLst>
              </p:cNvPr>
              <p:cNvSpPr/>
              <p:nvPr/>
            </p:nvSpPr>
            <p:spPr>
              <a:xfrm>
                <a:off x="2519296" y="5029893"/>
                <a:ext cx="70419" cy="73597"/>
              </a:xfrm>
              <a:custGeom>
                <a:avLst/>
                <a:gdLst>
                  <a:gd name="connsiteX0" fmla="*/ 70419 w 70419"/>
                  <a:gd name="connsiteY0" fmla="*/ 28037 h 73597"/>
                  <a:gd name="connsiteX1" fmla="*/ 44338 w 70419"/>
                  <a:gd name="connsiteY1" fmla="*/ 28037 h 73597"/>
                  <a:gd name="connsiteX2" fmla="*/ 44338 w 70419"/>
                  <a:gd name="connsiteY2" fmla="*/ 0 h 73597"/>
                  <a:gd name="connsiteX3" fmla="*/ 26163 w 70419"/>
                  <a:gd name="connsiteY3" fmla="*/ 0 h 73597"/>
                  <a:gd name="connsiteX4" fmla="*/ 26163 w 70419"/>
                  <a:gd name="connsiteY4" fmla="*/ 28037 h 73597"/>
                  <a:gd name="connsiteX5" fmla="*/ 0 w 70419"/>
                  <a:gd name="connsiteY5" fmla="*/ 28037 h 73597"/>
                  <a:gd name="connsiteX6" fmla="*/ 0 w 70419"/>
                  <a:gd name="connsiteY6" fmla="*/ 45887 h 73597"/>
                  <a:gd name="connsiteX7" fmla="*/ 26163 w 70419"/>
                  <a:gd name="connsiteY7" fmla="*/ 45887 h 73597"/>
                  <a:gd name="connsiteX8" fmla="*/ 26163 w 70419"/>
                  <a:gd name="connsiteY8" fmla="*/ 73598 h 73597"/>
                  <a:gd name="connsiteX9" fmla="*/ 44338 w 70419"/>
                  <a:gd name="connsiteY9" fmla="*/ 73598 h 73597"/>
                  <a:gd name="connsiteX10" fmla="*/ 44338 w 70419"/>
                  <a:gd name="connsiteY10" fmla="*/ 45887 h 73597"/>
                  <a:gd name="connsiteX11" fmla="*/ 70419 w 70419"/>
                  <a:gd name="connsiteY11" fmla="*/ 45887 h 73597"/>
                  <a:gd name="connsiteX12" fmla="*/ 70419 w 70419"/>
                  <a:gd name="connsiteY12" fmla="*/ 28037 h 7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419" h="73597">
                    <a:moveTo>
                      <a:pt x="70419" y="28037"/>
                    </a:moveTo>
                    <a:lnTo>
                      <a:pt x="44338" y="28037"/>
                    </a:lnTo>
                    <a:lnTo>
                      <a:pt x="44338" y="0"/>
                    </a:lnTo>
                    <a:lnTo>
                      <a:pt x="26163" y="0"/>
                    </a:lnTo>
                    <a:lnTo>
                      <a:pt x="26163" y="28037"/>
                    </a:lnTo>
                    <a:lnTo>
                      <a:pt x="0" y="28037"/>
                    </a:lnTo>
                    <a:lnTo>
                      <a:pt x="0" y="45887"/>
                    </a:lnTo>
                    <a:lnTo>
                      <a:pt x="26163" y="45887"/>
                    </a:lnTo>
                    <a:lnTo>
                      <a:pt x="26163" y="73598"/>
                    </a:lnTo>
                    <a:lnTo>
                      <a:pt x="44338" y="73598"/>
                    </a:lnTo>
                    <a:lnTo>
                      <a:pt x="44338" y="45887"/>
                    </a:lnTo>
                    <a:lnTo>
                      <a:pt x="70419" y="45887"/>
                    </a:lnTo>
                    <a:lnTo>
                      <a:pt x="70419" y="28037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10DFCF7C-56BE-276A-03E9-C02239D69B7A}"/>
                </a:ext>
              </a:extLst>
            </p:cNvPr>
            <p:cNvSpPr/>
            <p:nvPr/>
          </p:nvSpPr>
          <p:spPr>
            <a:xfrm>
              <a:off x="2374709" y="5179778"/>
              <a:ext cx="213213" cy="50369"/>
            </a:xfrm>
            <a:custGeom>
              <a:avLst/>
              <a:gdLst>
                <a:gd name="connsiteX0" fmla="*/ 0 w 213213"/>
                <a:gd name="connsiteY0" fmla="*/ 0 h 50369"/>
                <a:gd name="connsiteX1" fmla="*/ 213213 w 213213"/>
                <a:gd name="connsiteY1" fmla="*/ 0 h 50369"/>
                <a:gd name="connsiteX2" fmla="*/ 213213 w 213213"/>
                <a:gd name="connsiteY2" fmla="*/ 50369 h 50369"/>
                <a:gd name="connsiteX3" fmla="*/ 0 w 213213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213" h="50369">
                  <a:moveTo>
                    <a:pt x="0" y="0"/>
                  </a:moveTo>
                  <a:lnTo>
                    <a:pt x="213213" y="0"/>
                  </a:lnTo>
                  <a:lnTo>
                    <a:pt x="213213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36" name="Graphic 2241">
            <a:extLst>
              <a:ext uri="{FF2B5EF4-FFF2-40B4-BE49-F238E27FC236}">
                <a16:creationId xmlns:a16="http://schemas.microsoft.com/office/drawing/2014/main" id="{CC2EB108-469C-B035-D3C4-39C1F65F6A69}"/>
              </a:ext>
            </a:extLst>
          </p:cNvPr>
          <p:cNvGrpSpPr/>
          <p:nvPr/>
        </p:nvGrpSpPr>
        <p:grpSpPr>
          <a:xfrm>
            <a:off x="8450241" y="4988640"/>
            <a:ext cx="308246" cy="222178"/>
            <a:chOff x="5308512" y="3801226"/>
            <a:chExt cx="308246" cy="222178"/>
          </a:xfrm>
        </p:grpSpPr>
        <p:grpSp>
          <p:nvGrpSpPr>
            <p:cNvPr id="437" name="Graphic 2241">
              <a:extLst>
                <a:ext uri="{FF2B5EF4-FFF2-40B4-BE49-F238E27FC236}">
                  <a16:creationId xmlns:a16="http://schemas.microsoft.com/office/drawing/2014/main" id="{0DF2F384-A68A-8D41-ABAA-9B6880A513B3}"/>
                </a:ext>
              </a:extLst>
            </p:cNvPr>
            <p:cNvGrpSpPr/>
            <p:nvPr/>
          </p:nvGrpSpPr>
          <p:grpSpPr>
            <a:xfrm>
              <a:off x="5308512" y="3801226"/>
              <a:ext cx="308246" cy="112311"/>
              <a:chOff x="5308512" y="3801226"/>
              <a:chExt cx="308246" cy="112311"/>
            </a:xfrm>
            <a:solidFill>
              <a:srgbClr val="FFFFFF"/>
            </a:solidFill>
          </p:grpSpPr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19CDDA78-C9B6-F463-C549-6768E78CB733}"/>
                  </a:ext>
                </a:extLst>
              </p:cNvPr>
              <p:cNvSpPr/>
              <p:nvPr/>
            </p:nvSpPr>
            <p:spPr>
              <a:xfrm>
                <a:off x="5308512" y="3803020"/>
                <a:ext cx="90713" cy="108970"/>
              </a:xfrm>
              <a:custGeom>
                <a:avLst/>
                <a:gdLst>
                  <a:gd name="connsiteX0" fmla="*/ 0 w 90713"/>
                  <a:gd name="connsiteY0" fmla="*/ 18746 h 108970"/>
                  <a:gd name="connsiteX1" fmla="*/ 34721 w 90713"/>
                  <a:gd name="connsiteY1" fmla="*/ 18746 h 108970"/>
                  <a:gd name="connsiteX2" fmla="*/ 34721 w 90713"/>
                  <a:gd name="connsiteY2" fmla="*/ 108970 h 108970"/>
                  <a:gd name="connsiteX3" fmla="*/ 55993 w 90713"/>
                  <a:gd name="connsiteY3" fmla="*/ 108970 h 108970"/>
                  <a:gd name="connsiteX4" fmla="*/ 55993 w 90713"/>
                  <a:gd name="connsiteY4" fmla="*/ 18746 h 108970"/>
                  <a:gd name="connsiteX5" fmla="*/ 90714 w 90713"/>
                  <a:gd name="connsiteY5" fmla="*/ 18746 h 108970"/>
                  <a:gd name="connsiteX6" fmla="*/ 90714 w 90713"/>
                  <a:gd name="connsiteY6" fmla="*/ 0 h 108970"/>
                  <a:gd name="connsiteX7" fmla="*/ 0 w 90713"/>
                  <a:gd name="connsiteY7" fmla="*/ 0 h 108970"/>
                  <a:gd name="connsiteX8" fmla="*/ 0 w 90713"/>
                  <a:gd name="connsiteY8" fmla="*/ 18746 h 108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713" h="108970">
                    <a:moveTo>
                      <a:pt x="0" y="18746"/>
                    </a:moveTo>
                    <a:lnTo>
                      <a:pt x="34721" y="18746"/>
                    </a:lnTo>
                    <a:lnTo>
                      <a:pt x="34721" y="108970"/>
                    </a:lnTo>
                    <a:lnTo>
                      <a:pt x="55993" y="108970"/>
                    </a:lnTo>
                    <a:lnTo>
                      <a:pt x="55993" y="18746"/>
                    </a:lnTo>
                    <a:lnTo>
                      <a:pt x="90714" y="18746"/>
                    </a:lnTo>
                    <a:lnTo>
                      <a:pt x="90714" y="0"/>
                    </a:lnTo>
                    <a:lnTo>
                      <a:pt x="0" y="0"/>
                    </a:lnTo>
                    <a:lnTo>
                      <a:pt x="0" y="18746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E68A728D-F04D-BB87-5910-A82583666B29}"/>
                  </a:ext>
                </a:extLst>
              </p:cNvPr>
              <p:cNvSpPr/>
              <p:nvPr/>
            </p:nvSpPr>
            <p:spPr>
              <a:xfrm>
                <a:off x="5409576" y="3801226"/>
                <a:ext cx="97396" cy="112311"/>
              </a:xfrm>
              <a:custGeom>
                <a:avLst/>
                <a:gdLst>
                  <a:gd name="connsiteX0" fmla="*/ 71805 w 97396"/>
                  <a:gd name="connsiteY0" fmla="*/ 89898 h 112311"/>
                  <a:gd name="connsiteX1" fmla="*/ 56156 w 97396"/>
                  <a:gd name="connsiteY1" fmla="*/ 92751 h 112311"/>
                  <a:gd name="connsiteX2" fmla="*/ 42300 w 97396"/>
                  <a:gd name="connsiteY2" fmla="*/ 90143 h 112311"/>
                  <a:gd name="connsiteX3" fmla="*/ 31379 w 97396"/>
                  <a:gd name="connsiteY3" fmla="*/ 82726 h 112311"/>
                  <a:gd name="connsiteX4" fmla="*/ 24207 w 97396"/>
                  <a:gd name="connsiteY4" fmla="*/ 71152 h 112311"/>
                  <a:gd name="connsiteX5" fmla="*/ 21762 w 97396"/>
                  <a:gd name="connsiteY5" fmla="*/ 56156 h 112311"/>
                  <a:gd name="connsiteX6" fmla="*/ 24207 w 97396"/>
                  <a:gd name="connsiteY6" fmla="*/ 41322 h 112311"/>
                  <a:gd name="connsiteX7" fmla="*/ 31379 w 97396"/>
                  <a:gd name="connsiteY7" fmla="*/ 29667 h 112311"/>
                  <a:gd name="connsiteX8" fmla="*/ 42300 w 97396"/>
                  <a:gd name="connsiteY8" fmla="*/ 22250 h 112311"/>
                  <a:gd name="connsiteX9" fmla="*/ 55993 w 97396"/>
                  <a:gd name="connsiteY9" fmla="*/ 19724 h 112311"/>
                  <a:gd name="connsiteX10" fmla="*/ 71153 w 97396"/>
                  <a:gd name="connsiteY10" fmla="*/ 22495 h 112311"/>
                  <a:gd name="connsiteX11" fmla="*/ 82156 w 97396"/>
                  <a:gd name="connsiteY11" fmla="*/ 30238 h 112311"/>
                  <a:gd name="connsiteX12" fmla="*/ 96582 w 97396"/>
                  <a:gd name="connsiteY12" fmla="*/ 15811 h 112311"/>
                  <a:gd name="connsiteX13" fmla="*/ 79140 w 97396"/>
                  <a:gd name="connsiteY13" fmla="*/ 4238 h 112311"/>
                  <a:gd name="connsiteX14" fmla="*/ 55993 w 97396"/>
                  <a:gd name="connsiteY14" fmla="*/ 0 h 112311"/>
                  <a:gd name="connsiteX15" fmla="*/ 33824 w 97396"/>
                  <a:gd name="connsiteY15" fmla="*/ 4320 h 112311"/>
                  <a:gd name="connsiteX16" fmla="*/ 15975 w 97396"/>
                  <a:gd name="connsiteY16" fmla="*/ 16219 h 112311"/>
                  <a:gd name="connsiteX17" fmla="*/ 4157 w 97396"/>
                  <a:gd name="connsiteY17" fmla="*/ 34068 h 112311"/>
                  <a:gd name="connsiteX18" fmla="*/ 0 w 97396"/>
                  <a:gd name="connsiteY18" fmla="*/ 56074 h 112311"/>
                  <a:gd name="connsiteX19" fmla="*/ 4157 w 97396"/>
                  <a:gd name="connsiteY19" fmla="*/ 78080 h 112311"/>
                  <a:gd name="connsiteX20" fmla="*/ 16056 w 97396"/>
                  <a:gd name="connsiteY20" fmla="*/ 96011 h 112311"/>
                  <a:gd name="connsiteX21" fmla="*/ 33987 w 97396"/>
                  <a:gd name="connsiteY21" fmla="*/ 107992 h 112311"/>
                  <a:gd name="connsiteX22" fmla="*/ 56319 w 97396"/>
                  <a:gd name="connsiteY22" fmla="*/ 112312 h 112311"/>
                  <a:gd name="connsiteX23" fmla="*/ 79466 w 97396"/>
                  <a:gd name="connsiteY23" fmla="*/ 108074 h 112311"/>
                  <a:gd name="connsiteX24" fmla="*/ 97397 w 97396"/>
                  <a:gd name="connsiteY24" fmla="*/ 96337 h 112311"/>
                  <a:gd name="connsiteX25" fmla="*/ 82971 w 97396"/>
                  <a:gd name="connsiteY25" fmla="*/ 81911 h 112311"/>
                  <a:gd name="connsiteX26" fmla="*/ 71805 w 97396"/>
                  <a:gd name="connsiteY26" fmla="*/ 89735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71805" y="89898"/>
                    </a:moveTo>
                    <a:cubicBezTo>
                      <a:pt x="67485" y="91773"/>
                      <a:pt x="62269" y="92751"/>
                      <a:pt x="56156" y="92751"/>
                    </a:cubicBezTo>
                    <a:cubicBezTo>
                      <a:pt x="51103" y="92751"/>
                      <a:pt x="46457" y="91854"/>
                      <a:pt x="42300" y="90143"/>
                    </a:cubicBezTo>
                    <a:cubicBezTo>
                      <a:pt x="38144" y="88431"/>
                      <a:pt x="34476" y="85905"/>
                      <a:pt x="31379" y="82726"/>
                    </a:cubicBezTo>
                    <a:cubicBezTo>
                      <a:pt x="28282" y="79547"/>
                      <a:pt x="25918" y="75635"/>
                      <a:pt x="24207" y="71152"/>
                    </a:cubicBezTo>
                    <a:cubicBezTo>
                      <a:pt x="22576" y="66670"/>
                      <a:pt x="21762" y="61698"/>
                      <a:pt x="21762" y="56156"/>
                    </a:cubicBezTo>
                    <a:cubicBezTo>
                      <a:pt x="21762" y="50614"/>
                      <a:pt x="22576" y="45805"/>
                      <a:pt x="24207" y="41322"/>
                    </a:cubicBezTo>
                    <a:cubicBezTo>
                      <a:pt x="25837" y="36840"/>
                      <a:pt x="28200" y="32927"/>
                      <a:pt x="31379" y="29667"/>
                    </a:cubicBezTo>
                    <a:cubicBezTo>
                      <a:pt x="34557" y="26407"/>
                      <a:pt x="38144" y="23962"/>
                      <a:pt x="42300" y="22250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3" y="22495"/>
                    </a:cubicBezTo>
                    <a:cubicBezTo>
                      <a:pt x="75472" y="24369"/>
                      <a:pt x="79140" y="26978"/>
                      <a:pt x="82156" y="30238"/>
                    </a:cubicBezTo>
                    <a:lnTo>
                      <a:pt x="96582" y="15811"/>
                    </a:lnTo>
                    <a:cubicBezTo>
                      <a:pt x="91529" y="10921"/>
                      <a:pt x="85742" y="7091"/>
                      <a:pt x="79140" y="4238"/>
                    </a:cubicBezTo>
                    <a:cubicBezTo>
                      <a:pt x="72538" y="1385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1" y="21272"/>
                      <a:pt x="7009" y="27222"/>
                      <a:pt x="4157" y="34068"/>
                    </a:cubicBezTo>
                    <a:cubicBezTo>
                      <a:pt x="1386" y="40915"/>
                      <a:pt x="0" y="48250"/>
                      <a:pt x="0" y="56074"/>
                    </a:cubicBezTo>
                    <a:cubicBezTo>
                      <a:pt x="0" y="63899"/>
                      <a:pt x="1386" y="71234"/>
                      <a:pt x="4157" y="78080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1" y="105140"/>
                      <a:pt x="33987" y="107992"/>
                    </a:cubicBezTo>
                    <a:cubicBezTo>
                      <a:pt x="40833" y="110926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ubicBezTo>
                      <a:pt x="79873" y="85253"/>
                      <a:pt x="76124" y="87861"/>
                      <a:pt x="71805" y="897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C97D5858-5F14-096F-7C98-3CDD149E9F0E}"/>
                  </a:ext>
                </a:extLst>
              </p:cNvPr>
              <p:cNvSpPr/>
              <p:nvPr/>
            </p:nvSpPr>
            <p:spPr>
              <a:xfrm>
                <a:off x="5519362" y="3801226"/>
                <a:ext cx="97396" cy="112311"/>
              </a:xfrm>
              <a:custGeom>
                <a:avLst/>
                <a:gdLst>
                  <a:gd name="connsiteX0" fmla="*/ 82971 w 97396"/>
                  <a:gd name="connsiteY0" fmla="*/ 82074 h 112311"/>
                  <a:gd name="connsiteX1" fmla="*/ 71805 w 97396"/>
                  <a:gd name="connsiteY1" fmla="*/ 89898 h 112311"/>
                  <a:gd name="connsiteX2" fmla="*/ 56156 w 97396"/>
                  <a:gd name="connsiteY2" fmla="*/ 92751 h 112311"/>
                  <a:gd name="connsiteX3" fmla="*/ 42300 w 97396"/>
                  <a:gd name="connsiteY3" fmla="*/ 90143 h 112311"/>
                  <a:gd name="connsiteX4" fmla="*/ 31379 w 97396"/>
                  <a:gd name="connsiteY4" fmla="*/ 82726 h 112311"/>
                  <a:gd name="connsiteX5" fmla="*/ 24207 w 97396"/>
                  <a:gd name="connsiteY5" fmla="*/ 71152 h 112311"/>
                  <a:gd name="connsiteX6" fmla="*/ 21762 w 97396"/>
                  <a:gd name="connsiteY6" fmla="*/ 56156 h 112311"/>
                  <a:gd name="connsiteX7" fmla="*/ 24207 w 97396"/>
                  <a:gd name="connsiteY7" fmla="*/ 41322 h 112311"/>
                  <a:gd name="connsiteX8" fmla="*/ 31379 w 97396"/>
                  <a:gd name="connsiteY8" fmla="*/ 29667 h 112311"/>
                  <a:gd name="connsiteX9" fmla="*/ 42300 w 97396"/>
                  <a:gd name="connsiteY9" fmla="*/ 22250 h 112311"/>
                  <a:gd name="connsiteX10" fmla="*/ 55993 w 97396"/>
                  <a:gd name="connsiteY10" fmla="*/ 19724 h 112311"/>
                  <a:gd name="connsiteX11" fmla="*/ 71153 w 97396"/>
                  <a:gd name="connsiteY11" fmla="*/ 22495 h 112311"/>
                  <a:gd name="connsiteX12" fmla="*/ 82156 w 97396"/>
                  <a:gd name="connsiteY12" fmla="*/ 30238 h 112311"/>
                  <a:gd name="connsiteX13" fmla="*/ 96582 w 97396"/>
                  <a:gd name="connsiteY13" fmla="*/ 15811 h 112311"/>
                  <a:gd name="connsiteX14" fmla="*/ 79140 w 97396"/>
                  <a:gd name="connsiteY14" fmla="*/ 4238 h 112311"/>
                  <a:gd name="connsiteX15" fmla="*/ 55993 w 97396"/>
                  <a:gd name="connsiteY15" fmla="*/ 0 h 112311"/>
                  <a:gd name="connsiteX16" fmla="*/ 33824 w 97396"/>
                  <a:gd name="connsiteY16" fmla="*/ 4320 h 112311"/>
                  <a:gd name="connsiteX17" fmla="*/ 15975 w 97396"/>
                  <a:gd name="connsiteY17" fmla="*/ 16219 h 112311"/>
                  <a:gd name="connsiteX18" fmla="*/ 4157 w 97396"/>
                  <a:gd name="connsiteY18" fmla="*/ 34068 h 112311"/>
                  <a:gd name="connsiteX19" fmla="*/ 0 w 97396"/>
                  <a:gd name="connsiteY19" fmla="*/ 56074 h 112311"/>
                  <a:gd name="connsiteX20" fmla="*/ 4157 w 97396"/>
                  <a:gd name="connsiteY20" fmla="*/ 78080 h 112311"/>
                  <a:gd name="connsiteX21" fmla="*/ 16056 w 97396"/>
                  <a:gd name="connsiteY21" fmla="*/ 96011 h 112311"/>
                  <a:gd name="connsiteX22" fmla="*/ 33987 w 97396"/>
                  <a:gd name="connsiteY22" fmla="*/ 107992 h 112311"/>
                  <a:gd name="connsiteX23" fmla="*/ 56319 w 97396"/>
                  <a:gd name="connsiteY23" fmla="*/ 112312 h 112311"/>
                  <a:gd name="connsiteX24" fmla="*/ 79466 w 97396"/>
                  <a:gd name="connsiteY24" fmla="*/ 108074 h 112311"/>
                  <a:gd name="connsiteX25" fmla="*/ 97397 w 97396"/>
                  <a:gd name="connsiteY25" fmla="*/ 96337 h 112311"/>
                  <a:gd name="connsiteX26" fmla="*/ 82971 w 97396"/>
                  <a:gd name="connsiteY26" fmla="*/ 81911 h 11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7396" h="112311">
                    <a:moveTo>
                      <a:pt x="82971" y="82074"/>
                    </a:moveTo>
                    <a:cubicBezTo>
                      <a:pt x="79873" y="85416"/>
                      <a:pt x="76124" y="88024"/>
                      <a:pt x="71805" y="89898"/>
                    </a:cubicBezTo>
                    <a:cubicBezTo>
                      <a:pt x="67485" y="91773"/>
                      <a:pt x="62269" y="92751"/>
                      <a:pt x="56156" y="92751"/>
                    </a:cubicBezTo>
                    <a:cubicBezTo>
                      <a:pt x="51103" y="92751"/>
                      <a:pt x="46457" y="91854"/>
                      <a:pt x="42300" y="90143"/>
                    </a:cubicBezTo>
                    <a:cubicBezTo>
                      <a:pt x="38144" y="88350"/>
                      <a:pt x="34476" y="85905"/>
                      <a:pt x="31379" y="82726"/>
                    </a:cubicBezTo>
                    <a:cubicBezTo>
                      <a:pt x="28282" y="79547"/>
                      <a:pt x="25918" y="75635"/>
                      <a:pt x="24207" y="71152"/>
                    </a:cubicBezTo>
                    <a:cubicBezTo>
                      <a:pt x="22576" y="66670"/>
                      <a:pt x="21762" y="61698"/>
                      <a:pt x="21762" y="56156"/>
                    </a:cubicBezTo>
                    <a:cubicBezTo>
                      <a:pt x="21762" y="50614"/>
                      <a:pt x="22576" y="45805"/>
                      <a:pt x="24207" y="41322"/>
                    </a:cubicBezTo>
                    <a:cubicBezTo>
                      <a:pt x="25837" y="36840"/>
                      <a:pt x="28200" y="32927"/>
                      <a:pt x="31379" y="29667"/>
                    </a:cubicBezTo>
                    <a:cubicBezTo>
                      <a:pt x="34557" y="26407"/>
                      <a:pt x="38144" y="23962"/>
                      <a:pt x="42300" y="22250"/>
                    </a:cubicBezTo>
                    <a:cubicBezTo>
                      <a:pt x="46457" y="20539"/>
                      <a:pt x="51021" y="19724"/>
                      <a:pt x="55993" y="19724"/>
                    </a:cubicBezTo>
                    <a:cubicBezTo>
                      <a:pt x="61780" y="19724"/>
                      <a:pt x="66833" y="20620"/>
                      <a:pt x="71153" y="22495"/>
                    </a:cubicBezTo>
                    <a:cubicBezTo>
                      <a:pt x="75472" y="24369"/>
                      <a:pt x="79140" y="26978"/>
                      <a:pt x="82156" y="30238"/>
                    </a:cubicBezTo>
                    <a:lnTo>
                      <a:pt x="96582" y="15811"/>
                    </a:lnTo>
                    <a:cubicBezTo>
                      <a:pt x="91529" y="10921"/>
                      <a:pt x="85742" y="7091"/>
                      <a:pt x="79140" y="4238"/>
                    </a:cubicBezTo>
                    <a:cubicBezTo>
                      <a:pt x="72538" y="1385"/>
                      <a:pt x="64877" y="0"/>
                      <a:pt x="55993" y="0"/>
                    </a:cubicBezTo>
                    <a:cubicBezTo>
                      <a:pt x="48006" y="0"/>
                      <a:pt x="40670" y="1467"/>
                      <a:pt x="33824" y="4320"/>
                    </a:cubicBezTo>
                    <a:cubicBezTo>
                      <a:pt x="26978" y="7172"/>
                      <a:pt x="21028" y="11166"/>
                      <a:pt x="15975" y="16219"/>
                    </a:cubicBezTo>
                    <a:cubicBezTo>
                      <a:pt x="10921" y="21272"/>
                      <a:pt x="7009" y="27222"/>
                      <a:pt x="4157" y="34068"/>
                    </a:cubicBezTo>
                    <a:cubicBezTo>
                      <a:pt x="1386" y="40915"/>
                      <a:pt x="0" y="48250"/>
                      <a:pt x="0" y="56074"/>
                    </a:cubicBezTo>
                    <a:cubicBezTo>
                      <a:pt x="0" y="63899"/>
                      <a:pt x="1386" y="71234"/>
                      <a:pt x="4157" y="78080"/>
                    </a:cubicBezTo>
                    <a:cubicBezTo>
                      <a:pt x="6928" y="84927"/>
                      <a:pt x="10921" y="90876"/>
                      <a:pt x="16056" y="96011"/>
                    </a:cubicBezTo>
                    <a:cubicBezTo>
                      <a:pt x="21191" y="101146"/>
                      <a:pt x="27141" y="105140"/>
                      <a:pt x="33987" y="107992"/>
                    </a:cubicBezTo>
                    <a:cubicBezTo>
                      <a:pt x="40833" y="110926"/>
                      <a:pt x="48250" y="112312"/>
                      <a:pt x="56319" y="112312"/>
                    </a:cubicBezTo>
                    <a:cubicBezTo>
                      <a:pt x="65040" y="112312"/>
                      <a:pt x="72701" y="110926"/>
                      <a:pt x="79466" y="108074"/>
                    </a:cubicBezTo>
                    <a:cubicBezTo>
                      <a:pt x="86231" y="105221"/>
                      <a:pt x="92181" y="101309"/>
                      <a:pt x="97397" y="96337"/>
                    </a:cubicBezTo>
                    <a:lnTo>
                      <a:pt x="82971" y="81911"/>
                    </a:lnTo>
                    <a:close/>
                  </a:path>
                </a:pathLst>
              </a:custGeom>
              <a:solidFill>
                <a:srgbClr val="FFFFFF"/>
              </a:solidFill>
              <a:ln w="81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C9997C95-D680-3082-F993-57925B3460B0}"/>
                </a:ext>
              </a:extLst>
            </p:cNvPr>
            <p:cNvSpPr/>
            <p:nvPr/>
          </p:nvSpPr>
          <p:spPr>
            <a:xfrm>
              <a:off x="5309816" y="3973036"/>
              <a:ext cx="302296" cy="50369"/>
            </a:xfrm>
            <a:custGeom>
              <a:avLst/>
              <a:gdLst>
                <a:gd name="connsiteX0" fmla="*/ 0 w 302296"/>
                <a:gd name="connsiteY0" fmla="*/ 0 h 50369"/>
                <a:gd name="connsiteX1" fmla="*/ 302297 w 302296"/>
                <a:gd name="connsiteY1" fmla="*/ 0 h 50369"/>
                <a:gd name="connsiteX2" fmla="*/ 302297 w 302296"/>
                <a:gd name="connsiteY2" fmla="*/ 50369 h 50369"/>
                <a:gd name="connsiteX3" fmla="*/ 0 w 302296"/>
                <a:gd name="connsiteY3" fmla="*/ 50369 h 50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296" h="50369">
                  <a:moveTo>
                    <a:pt x="0" y="0"/>
                  </a:moveTo>
                  <a:lnTo>
                    <a:pt x="302297" y="0"/>
                  </a:lnTo>
                  <a:lnTo>
                    <a:pt x="302297" y="50369"/>
                  </a:lnTo>
                  <a:lnTo>
                    <a:pt x="0" y="50369"/>
                  </a:lnTo>
                  <a:close/>
                </a:path>
              </a:pathLst>
            </a:custGeom>
            <a:solidFill>
              <a:srgbClr val="BDC7F5"/>
            </a:solidFill>
            <a:ln w="81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6706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3610-D68A-922D-46FF-746E218E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BD3B76-1EFA-A1C5-511C-58302A5417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22</a:t>
            </a:fld>
            <a:endParaRPr lang="en-DE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077B003-372B-A71C-AF6C-11BDC2484DCB}"/>
              </a:ext>
            </a:extLst>
          </p:cNvPr>
          <p:cNvSpPr txBox="1">
            <a:spLocks/>
          </p:cNvSpPr>
          <p:nvPr/>
        </p:nvSpPr>
        <p:spPr>
          <a:xfrm>
            <a:off x="486481" y="3130998"/>
            <a:ext cx="1890960" cy="788268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kern="1200">
                <a:solidFill>
                  <a:srgbClr val="403592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he-IL" sz="2800" dirty="0"/>
              <a:t>Graphic elem</a:t>
            </a:r>
            <a:r>
              <a:rPr lang="en-US" sz="2800" dirty="0"/>
              <a:t>e</a:t>
            </a:r>
            <a:r>
              <a:rPr lang="he-IL" sz="2800" dirty="0"/>
              <a:t>nts</a:t>
            </a:r>
            <a:endParaRPr lang="en-DE" sz="18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4B53FCC-0DA4-3CB5-DC46-93EE1D2559F3}"/>
              </a:ext>
            </a:extLst>
          </p:cNvPr>
          <p:cNvGrpSpPr/>
          <p:nvPr/>
        </p:nvGrpSpPr>
        <p:grpSpPr>
          <a:xfrm>
            <a:off x="4160519" y="1284985"/>
            <a:ext cx="7481027" cy="4457698"/>
            <a:chOff x="3280743" y="760755"/>
            <a:chExt cx="8360804" cy="4981928"/>
          </a:xfrm>
        </p:grpSpPr>
        <p:sp>
          <p:nvSpPr>
            <p:cNvPr id="10" name="Round Single Corner of Rectangle 9">
              <a:extLst>
                <a:ext uri="{FF2B5EF4-FFF2-40B4-BE49-F238E27FC236}">
                  <a16:creationId xmlns:a16="http://schemas.microsoft.com/office/drawing/2014/main" id="{FE593099-6573-1E97-9113-043A3963728B}"/>
                </a:ext>
              </a:extLst>
            </p:cNvPr>
            <p:cNvSpPr/>
            <p:nvPr/>
          </p:nvSpPr>
          <p:spPr>
            <a:xfrm rot="10800000" flipH="1">
              <a:off x="6029406" y="4654663"/>
              <a:ext cx="5563696" cy="1088020"/>
            </a:xfrm>
            <a:prstGeom prst="round1Rect">
              <a:avLst/>
            </a:prstGeom>
            <a:noFill/>
            <a:ln>
              <a:solidFill>
                <a:srgbClr val="BDC7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914400" rtl="1" eaLnBrk="1" latinLnBrk="0" hangingPunct="1"/>
              <a:endParaRPr lang="en-DE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FCF05D-7AEF-566B-4651-4049F115BF15}"/>
                </a:ext>
              </a:extLst>
            </p:cNvPr>
            <p:cNvSpPr txBox="1"/>
            <p:nvPr/>
          </p:nvSpPr>
          <p:spPr>
            <a:xfrm>
              <a:off x="6747037" y="4921807"/>
              <a:ext cx="467097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>
                  <a:effectLst/>
                </a:rPr>
                <a:t>Sed ut perspiciatis unde omnis iste natus error sit</a:t>
              </a:r>
              <a:r>
                <a:rPr lang="he-IL" sz="1400">
                  <a:effectLst/>
                </a:rPr>
                <a:t> </a:t>
              </a:r>
              <a:r>
                <a:rPr lang="en-GB" sz="1400">
                  <a:effectLst/>
                </a:rPr>
                <a:t>volup</a:t>
              </a:r>
              <a:r>
                <a:rPr lang="he-IL" sz="1400">
                  <a:effectLst/>
                </a:rPr>
                <a:t> </a:t>
              </a:r>
              <a:r>
                <a:rPr lang="en-GB" sz="1400">
                  <a:effectLst/>
                </a:rPr>
                <a:t>em accusantium doloremque </a:t>
              </a:r>
              <a:endParaRPr lang="en-DE" sz="140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37C4A2C-BA15-734E-8528-0DA0EBE89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97180" y="5064975"/>
              <a:ext cx="295071" cy="252918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408939D5-D066-3670-234D-5F85AB6C7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21416" y="5096829"/>
              <a:ext cx="257908" cy="221064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9701A7B-914B-4907-C9E5-96BDBE937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59343" y="5096829"/>
              <a:ext cx="257908" cy="221064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FA1CC9E-1370-6081-A954-D984AC10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14787" y="5096829"/>
              <a:ext cx="257908" cy="221064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BE7C9A50-B28E-569D-8382-4BF2D0895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61473" y="5096829"/>
              <a:ext cx="257908" cy="221064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ADB8817A-5BE9-B26E-5ADD-3DAF428D2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199682" y="5096829"/>
              <a:ext cx="257908" cy="221064"/>
            </a:xfrm>
            <a:prstGeom prst="rect">
              <a:avLst/>
            </a:prstGeom>
          </p:spPr>
        </p:pic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D3CAB51-39E5-73FD-6F50-22A40304C533}"/>
                </a:ext>
              </a:extLst>
            </p:cNvPr>
            <p:cNvSpPr/>
            <p:nvPr/>
          </p:nvSpPr>
          <p:spPr>
            <a:xfrm>
              <a:off x="6135174" y="3107889"/>
              <a:ext cx="3022411" cy="87039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1"/>
                  </a:solidFill>
                </a:rPr>
                <a:t>Text goes here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B3967F3D-D9B9-7EC7-E350-087F19E52D40}"/>
                </a:ext>
              </a:extLst>
            </p:cNvPr>
            <p:cNvSpPr/>
            <p:nvPr/>
          </p:nvSpPr>
          <p:spPr>
            <a:xfrm>
              <a:off x="6135174" y="760755"/>
              <a:ext cx="3022411" cy="87039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40359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rgbClr val="403592"/>
                  </a:solidFill>
                </a:rPr>
                <a:t>Text goes here</a:t>
              </a:r>
              <a:endParaRPr lang="en-DE" dirty="0">
                <a:solidFill>
                  <a:srgbClr val="403592"/>
                </a:solidFill>
              </a:endParaRP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92368EC6-8964-E1EF-177D-44772C582182}"/>
                </a:ext>
              </a:extLst>
            </p:cNvPr>
            <p:cNvSpPr/>
            <p:nvPr/>
          </p:nvSpPr>
          <p:spPr>
            <a:xfrm>
              <a:off x="6135174" y="1939841"/>
              <a:ext cx="3022411" cy="87039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accent5"/>
                  </a:solidFill>
                </a:rPr>
                <a:t>Text goes here</a:t>
              </a:r>
              <a:endParaRPr lang="en-DE" dirty="0">
                <a:solidFill>
                  <a:schemeClr val="accent5"/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B76B1D6-2E47-8AB9-EFFF-5D52283C8F98}"/>
                </a:ext>
              </a:extLst>
            </p:cNvPr>
            <p:cNvGrpSpPr/>
            <p:nvPr/>
          </p:nvGrpSpPr>
          <p:grpSpPr>
            <a:xfrm>
              <a:off x="9603210" y="1659123"/>
              <a:ext cx="2038337" cy="2302218"/>
              <a:chOff x="3862953" y="3657462"/>
              <a:chExt cx="2038337" cy="2302218"/>
            </a:xfrm>
          </p:grpSpPr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6D8A9267-342D-02E0-3650-7E3A0994B6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2953" y="4902487"/>
                <a:ext cx="2038337" cy="778799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SzPct val="70000"/>
                  <a:buFontTx/>
                  <a:buNone/>
                  <a:defRPr sz="1800" b="0" i="0" kern="120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Statistics metrics numbers </a:t>
                </a:r>
              </a:p>
            </p:txBody>
          </p:sp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86FBF957-994D-BBFE-290C-DD925ACE65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2953" y="3971462"/>
                <a:ext cx="2038337" cy="778799"/>
              </a:xfrm>
              <a:prstGeom prst="rect">
                <a:avLst/>
              </a:prstGeom>
            </p:spPr>
            <p:txBody>
              <a:bodyPr/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SzPct val="70000"/>
                  <a:buFontTx/>
                  <a:buNone/>
                  <a:defRPr sz="5500" b="0" i="0" kern="1200">
                    <a:solidFill>
                      <a:srgbClr val="403592"/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/>
                  <a:t>1.5B</a:t>
                </a:r>
                <a:endParaRPr lang="en-DE"/>
              </a:p>
            </p:txBody>
          </p:sp>
          <p:sp>
            <p:nvSpPr>
              <p:cNvPr id="19" name="Round Single Corner of Rectangle 18">
                <a:extLst>
                  <a:ext uri="{FF2B5EF4-FFF2-40B4-BE49-F238E27FC236}">
                    <a16:creationId xmlns:a16="http://schemas.microsoft.com/office/drawing/2014/main" id="{09C2A109-3CAB-F67B-B584-6FC55F0B00CD}"/>
                  </a:ext>
                </a:extLst>
              </p:cNvPr>
              <p:cNvSpPr/>
              <p:nvPr/>
            </p:nvSpPr>
            <p:spPr>
              <a:xfrm rot="10800000" flipH="1">
                <a:off x="3862953" y="3657462"/>
                <a:ext cx="2038337" cy="2302218"/>
              </a:xfrm>
              <a:prstGeom prst="round1Rect">
                <a:avLst/>
              </a:prstGeom>
              <a:noFill/>
              <a:ln>
                <a:solidFill>
                  <a:srgbClr val="BDC7F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AADB325-A9B7-CA7B-CB64-5809B0482E1B}"/>
                </a:ext>
              </a:extLst>
            </p:cNvPr>
            <p:cNvGrpSpPr/>
            <p:nvPr/>
          </p:nvGrpSpPr>
          <p:grpSpPr>
            <a:xfrm>
              <a:off x="3280743" y="910448"/>
              <a:ext cx="2466356" cy="2985709"/>
              <a:chOff x="3005914" y="1064356"/>
              <a:chExt cx="2466356" cy="2985709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97891361-07DF-C5E4-6003-8C633E7EA789}"/>
                  </a:ext>
                </a:extLst>
              </p:cNvPr>
              <p:cNvGrpSpPr/>
              <p:nvPr/>
            </p:nvGrpSpPr>
            <p:grpSpPr>
              <a:xfrm>
                <a:off x="3005914" y="1064356"/>
                <a:ext cx="2466356" cy="2985709"/>
                <a:chOff x="751968" y="2602289"/>
                <a:chExt cx="2466356" cy="2985709"/>
              </a:xfrm>
            </p:grpSpPr>
            <p:sp>
              <p:nvSpPr>
                <p:cNvPr id="29" name="Round Single Corner of Rectangle 28">
                  <a:extLst>
                    <a:ext uri="{FF2B5EF4-FFF2-40B4-BE49-F238E27FC236}">
                      <a16:creationId xmlns:a16="http://schemas.microsoft.com/office/drawing/2014/main" id="{D11F2BEE-18BF-6F35-61AD-1B95E95FF649}"/>
                    </a:ext>
                  </a:extLst>
                </p:cNvPr>
                <p:cNvSpPr/>
                <p:nvPr/>
              </p:nvSpPr>
              <p:spPr>
                <a:xfrm rot="10800000" flipH="1">
                  <a:off x="751969" y="2602289"/>
                  <a:ext cx="2466355" cy="2985709"/>
                </a:xfrm>
                <a:prstGeom prst="round1Rect">
                  <a:avLst/>
                </a:prstGeom>
                <a:noFill/>
                <a:ln>
                  <a:solidFill>
                    <a:srgbClr val="BDC7F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algn="ctr" defTabSz="914400" rtl="0" eaLnBrk="1" latinLnBrk="0" hangingPunct="1"/>
                  <a:endParaRPr lang="en-DE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Text Placeholder 2">
                  <a:extLst>
                    <a:ext uri="{FF2B5EF4-FFF2-40B4-BE49-F238E27FC236}">
                      <a16:creationId xmlns:a16="http://schemas.microsoft.com/office/drawing/2014/main" id="{82553325-8D66-073F-519B-9D7CA842584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51969" y="3007256"/>
                  <a:ext cx="2466355" cy="325225"/>
                </a:xfrm>
                <a:prstGeom prst="rect">
                  <a:avLst/>
                </a:prstGeom>
              </p:spPr>
              <p:txBody>
                <a:bodyPr/>
                <a:lstStyle>
                  <a:lvl1pPr marL="0" indent="0" algn="ctr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None/>
                    <a:defRPr sz="2400" b="0" i="0" kern="1200">
                      <a:solidFill>
                        <a:schemeClr val="tx1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/>
                    <a:t>Title here</a:t>
                  </a:r>
                  <a:endParaRPr lang="en-DE"/>
                </a:p>
              </p:txBody>
            </p:sp>
            <p:sp>
              <p:nvSpPr>
                <p:cNvPr id="31" name="Text Placeholder 2">
                  <a:extLst>
                    <a:ext uri="{FF2B5EF4-FFF2-40B4-BE49-F238E27FC236}">
                      <a16:creationId xmlns:a16="http://schemas.microsoft.com/office/drawing/2014/main" id="{AFDF57B7-DEB1-AE1E-7ED9-47F946F86BE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78297" y="3428503"/>
                  <a:ext cx="2031871" cy="617892"/>
                </a:xfrm>
                <a:prstGeom prst="rect">
                  <a:avLst/>
                </a:prstGeom>
              </p:spPr>
              <p:txBody>
                <a:bodyPr/>
                <a:lstStyle>
                  <a:lvl1pPr marL="0" marR="0" indent="0" algn="ctr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 sz="1400" b="0" i="0" kern="1200">
                      <a:solidFill>
                        <a:schemeClr val="tx1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ts val="1000"/>
                    </a:spcBef>
                    <a:defRPr/>
                  </a:pPr>
                  <a:r>
                    <a:rPr lang="en-GB"/>
                    <a:t>Text over here Text over here</a:t>
                  </a:r>
                  <a:r>
                    <a:rPr lang="en-DE"/>
                    <a:t> </a:t>
                  </a:r>
                  <a:r>
                    <a:rPr lang="en-GB"/>
                    <a:t>Text over here</a:t>
                  </a:r>
                  <a:endParaRPr lang="en-DE"/>
                </a:p>
                <a:p>
                  <a:pPr>
                    <a:defRPr/>
                  </a:pPr>
                  <a:r>
                    <a:rPr lang="en-GB"/>
                    <a:t>Text over here Text over</a:t>
                  </a:r>
                  <a:endParaRPr lang="en-DE"/>
                </a:p>
              </p:txBody>
            </p:sp>
            <p:sp>
              <p:nvSpPr>
                <p:cNvPr id="32" name="Round Diagonal Corner of Rectangle 31">
                  <a:extLst>
                    <a:ext uri="{FF2B5EF4-FFF2-40B4-BE49-F238E27FC236}">
                      <a16:creationId xmlns:a16="http://schemas.microsoft.com/office/drawing/2014/main" id="{226AF6A7-BE1E-B7BB-6962-19AC3620CB25}"/>
                    </a:ext>
                  </a:extLst>
                </p:cNvPr>
                <p:cNvSpPr/>
                <p:nvPr/>
              </p:nvSpPr>
              <p:spPr>
                <a:xfrm rot="10800000">
                  <a:off x="751968" y="4538132"/>
                  <a:ext cx="2466355" cy="1049865"/>
                </a:xfrm>
                <a:prstGeom prst="round2DiagRect">
                  <a:avLst>
                    <a:gd name="adj1" fmla="val 39451"/>
                    <a:gd name="adj2" fmla="val 0"/>
                  </a:avLst>
                </a:prstGeom>
                <a:noFill/>
                <a:ln>
                  <a:solidFill>
                    <a:srgbClr val="BDC7F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algn="ctr" defTabSz="914400" rtl="1" eaLnBrk="1" latinLnBrk="0" hangingPunct="1"/>
                  <a:endParaRPr lang="en-DE">
                    <a:solidFill>
                      <a:schemeClr val="tx1"/>
                    </a:solidFill>
                  </a:endParaRPr>
                </a:p>
              </p:txBody>
            </p:sp>
          </p:grpSp>
          <p:pic>
            <p:nvPicPr>
              <p:cNvPr id="34" name="Content Placeholder 6">
                <a:extLst>
                  <a:ext uri="{FF2B5EF4-FFF2-40B4-BE49-F238E27FC236}">
                    <a16:creationId xmlns:a16="http://schemas.microsoft.com/office/drawing/2014/main" id="{CD35BC99-7823-9665-AD89-DF329375D8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930904" y="3261797"/>
                <a:ext cx="555740" cy="540085"/>
              </a:xfrm>
              <a:prstGeom prst="rect">
                <a:avLst/>
              </a:prstGeom>
            </p:spPr>
          </p:pic>
        </p:grp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2E2ABF33-1E21-E59C-5C5F-5ABFDC3E2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799718" y="891670"/>
              <a:ext cx="1585032" cy="406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0408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DF62-3BC2-CF06-D301-C3D41689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9F70E5-00A1-501E-15DC-382FE0975A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064389-E369-E06B-9860-4FD37A3163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8EB316-456C-DB96-C640-76B15BA4A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A2350A-29EC-E546-BCCA-FF7831B45487}" type="slidenum">
              <a:rPr lang="en-DE"/>
              <a:pPr/>
              <a:t>23</a:t>
            </a:fld>
            <a:endParaRPr lang="en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9215F6-C033-B424-90CB-32F69E0C9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ontent Placeholder 10">
            <a:extLst>
              <a:ext uri="{FF2B5EF4-FFF2-40B4-BE49-F238E27FC236}">
                <a16:creationId xmlns:a16="http://schemas.microsoft.com/office/drawing/2014/main" id="{D4CD692C-5BDC-010F-5B1C-BDE49D7706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755262"/>
              </p:ext>
            </p:extLst>
          </p:nvPr>
        </p:nvGraphicFramePr>
        <p:xfrm>
          <a:off x="5548630" y="1591345"/>
          <a:ext cx="5622925" cy="3227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4" name="Graphic 3">
            <a:extLst>
              <a:ext uri="{FF2B5EF4-FFF2-40B4-BE49-F238E27FC236}">
                <a16:creationId xmlns:a16="http://schemas.microsoft.com/office/drawing/2014/main" id="{79D269D8-0092-DE6E-8CD0-47C82BB06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857" y="1286514"/>
            <a:ext cx="340834" cy="29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189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yte_2025">
      <a:dk1>
        <a:sysClr val="windowText" lastClr="000000"/>
      </a:dk1>
      <a:lt1>
        <a:sysClr val="window" lastClr="FFFFFF"/>
      </a:lt1>
      <a:dk2>
        <a:srgbClr val="7C878E"/>
      </a:dk2>
      <a:lt2>
        <a:srgbClr val="E3EDF8"/>
      </a:lt2>
      <a:accent1>
        <a:srgbClr val="464BA3"/>
      </a:accent1>
      <a:accent2>
        <a:srgbClr val="14285E"/>
      </a:accent2>
      <a:accent3>
        <a:srgbClr val="BDC7F5"/>
      </a:accent3>
      <a:accent4>
        <a:srgbClr val="2BC7C2"/>
      </a:accent4>
      <a:accent5>
        <a:srgbClr val="FF7DC4"/>
      </a:accent5>
      <a:accent6>
        <a:srgbClr val="FFED4F"/>
      </a:accent6>
      <a:hlink>
        <a:srgbClr val="464BA3"/>
      </a:hlink>
      <a:folHlink>
        <a:srgbClr val="2BC7C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gnyte_template_Nov2025_Short_version.potx  -  Read-Only" id="{E6F68DBC-1E8F-4482-A10D-D7B8DADF2A9F}" vid="{96BE7C5E-098A-4FDF-8D87-12277F93E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rganization xmlns="fed90868-80a9-4813-b7e1-38addd2552b2" xsi:nil="true"/>
    <Priority xmlns="http://schemas.microsoft.com/sharepoint/v3" xsi:nil="true"/>
    <Person_x0020_Name xmlns="fed90868-80a9-4813-b7e1-38addd2552b2" xsi:nil="true"/>
    <Document_x0020_Language xmlns="fed90868-80a9-4813-b7e1-38addd2552b2">1</Document_x0020_Language>
    <Document_x0020_Type xmlns="fed90868-80a9-4813-b7e1-38addd2552b2">9</Document_x0020_Type>
    <Document_x0020_Domain xmlns="fed90868-80a9-4813-b7e1-38addd2552b2">1</Document_x0020_Domain>
    <ItemOrder xmlns="fed90868-80a9-4813-b7e1-38addd2552b2" xsi:nil="true"/>
    <Categories xmlns="http://schemas.microsoft.com/sharepoint/v3" xsi:nil="true"/>
    <Share_with_Partners xmlns="fed90868-80a9-4813-b7e1-38addd2552b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0C39F0F82BB14E9FA42D705906CA8D" ma:contentTypeVersion="34" ma:contentTypeDescription="Create a new document." ma:contentTypeScope="" ma:versionID="42cd6f825d02aad72bbadc9549a77838">
  <xsd:schema xmlns:xsd="http://www.w3.org/2001/XMLSchema" xmlns:xs="http://www.w3.org/2001/XMLSchema" xmlns:p="http://schemas.microsoft.com/office/2006/metadata/properties" xmlns:ns1="http://schemas.microsoft.com/sharepoint/v3" xmlns:ns2="fed90868-80a9-4813-b7e1-38addd2552b2" xmlns:ns3="64c151f2-ad5d-4109-8341-426f14d643ea" targetNamespace="http://schemas.microsoft.com/office/2006/metadata/properties" ma:root="true" ma:fieldsID="7ab36bdd41232b8332dfed9433f66bbc" ns1:_="" ns2:_="" ns3:_="">
    <xsd:import namespace="http://schemas.microsoft.com/sharepoint/v3"/>
    <xsd:import namespace="fed90868-80a9-4813-b7e1-38addd2552b2"/>
    <xsd:import namespace="64c151f2-ad5d-4109-8341-426f14d643ea"/>
    <xsd:element name="properties">
      <xsd:complexType>
        <xsd:sequence>
          <xsd:element name="documentManagement">
            <xsd:complexType>
              <xsd:all>
                <xsd:element ref="ns2:Document_x0020_Type"/>
                <xsd:element ref="ns2:Document_x0020_Language"/>
                <xsd:element ref="ns2:Document_x0020_Domain"/>
                <xsd:element ref="ns1:Categories" minOccurs="0"/>
                <xsd:element ref="ns1:Priority" minOccurs="0"/>
                <xsd:element ref="ns2:Person_x0020_Name" minOccurs="0"/>
                <xsd:element ref="ns2:Organization" minOccurs="0"/>
                <xsd:element ref="ns2:ItemOrder" minOccurs="0"/>
                <xsd:element ref="ns2:Share_with_Partner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Categories" ma:index="5" nillable="true" ma:displayName="Categories" ma:description="" ma:internalName="Categories" ma:readOnly="false">
      <xsd:simpleType>
        <xsd:restriction base="dms:Text"/>
      </xsd:simpleType>
    </xsd:element>
    <xsd:element name="Priority" ma:index="6" nillable="true" ma:displayName="Category" ma:format="Dropdown" ma:internalName="Priority" ma:readOnly="false">
      <xsd:simpleType>
        <xsd:restriction base="dms:Choice">
          <xsd:enumeration value="Pricing"/>
          <xsd:enumeration value="Proposal template"/>
          <xsd:enumeration value="Proposal Tools"/>
          <xsd:enumeration value="Figures"/>
          <xsd:enumeration value="Competition"/>
          <xsd:enumeration value="Limitations"/>
          <xsd:enumeration value="NPI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d90868-80a9-4813-b7e1-38addd2552b2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2" ma:displayName="Document Type" ma:list="{c80f4f6b-8986-45cc-ab94-bb8d04e3a76d}" ma:internalName="Document_x0020_Type" ma:readOnly="false" ma:showField="Title" ma:web="fed90868-80a9-4813-b7e1-38addd2552b2">
      <xsd:simpleType>
        <xsd:restriction base="dms:Lookup"/>
      </xsd:simpleType>
    </xsd:element>
    <xsd:element name="Document_x0020_Language" ma:index="3" ma:displayName="Document Language" ma:list="{06206571-e3d5-4823-a986-71b8afeae3f7}" ma:internalName="Document_x0020_Language" ma:readOnly="false" ma:showField="Title" ma:web="fed90868-80a9-4813-b7e1-38addd2552b2">
      <xsd:simpleType>
        <xsd:restriction base="dms:Lookup"/>
      </xsd:simpleType>
    </xsd:element>
    <xsd:element name="Document_x0020_Domain" ma:index="4" ma:displayName="Document Domain" ma:list="{d90e0d2c-3570-4b5e-8510-e0a5a853b938}" ma:internalName="Document_x0020_Domain" ma:readOnly="false" ma:showField="Title" ma:web="fed90868-80a9-4813-b7e1-38addd2552b2">
      <xsd:simpleType>
        <xsd:restriction base="dms:Lookup"/>
      </xsd:simpleType>
    </xsd:element>
    <xsd:element name="Person_x0020_Name" ma:index="7" nillable="true" ma:displayName="Person Name" ma:internalName="Person_x0020_Name" ma:readOnly="false">
      <xsd:simpleType>
        <xsd:restriction base="dms:Text">
          <xsd:maxLength value="255"/>
        </xsd:restriction>
      </xsd:simpleType>
    </xsd:element>
    <xsd:element name="Organization" ma:index="8" nillable="true" ma:displayName="Organization" ma:internalName="Organization" ma:readOnly="false">
      <xsd:simpleType>
        <xsd:restriction base="dms:Text">
          <xsd:maxLength value="255"/>
        </xsd:restriction>
      </xsd:simpleType>
    </xsd:element>
    <xsd:element name="ItemOrder" ma:index="9" nillable="true" ma:displayName="Item Order" ma:internalName="ItemOrder" ma:readOnly="false" ma:percentage="FALSE">
      <xsd:simpleType>
        <xsd:restriction base="dms:Number"/>
      </xsd:simpleType>
    </xsd:element>
    <xsd:element name="Share_with_Partners" ma:index="10" nillable="true" ma:displayName="Share_with_Partners" ma:format="Dropdown" ma:internalName="Share_with_Partners" ma:readOnly="false">
      <xsd:simpleType>
        <xsd:restriction base="dms:Choice">
          <xsd:enumeration value="Yes"/>
          <xsd:enumeration value="No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151f2-ad5d-4109-8341-426f14d643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B579C4-FFD7-4225-BB76-C103A2A65354}">
  <ds:schemaRefs>
    <ds:schemaRef ds:uri="fed90868-80a9-4813-b7e1-38addd2552b2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64c151f2-ad5d-4109-8341-426f14d643e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B1CB3F8-86F2-4AF8-949C-729838E30F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F6E6E5-DA5F-422F-BC2E-B5DF6BA99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d90868-80a9-4813-b7e1-38addd2552b2"/>
    <ds:schemaRef ds:uri="64c151f2-ad5d-4109-8341-426f14d643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Cognyte_template_updated_Short_version</Template>
  <TotalTime>23</TotalTime>
  <Words>464</Words>
  <Application>Microsoft Office PowerPoint</Application>
  <PresentationFormat>Widescreen</PresentationFormat>
  <Paragraphs>133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Century Gothic</vt:lpstr>
      <vt:lpstr>1_Office Theme</vt:lpstr>
      <vt:lpstr>Enigma 22.14   Project Strategy </vt:lpstr>
      <vt:lpstr>PowerPoint Presentation</vt:lpstr>
      <vt:lpstr>PowerPoint Presentation</vt:lpstr>
      <vt:lpstr>Scope per phase </vt:lpstr>
      <vt:lpstr>PO Information</vt:lpstr>
      <vt:lpstr>PowerPoint Presentation</vt:lpstr>
      <vt:lpstr>HLP/Contractual Milestones</vt:lpstr>
      <vt:lpstr>PowerPoint Presentation</vt:lpstr>
      <vt:lpstr>Preliminary Risks</vt:lpstr>
      <vt:lpstr>Full Kit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Haver, Nesi</dc:creator>
  <cp:lastModifiedBy>Haver, Nesi</cp:lastModifiedBy>
  <cp:revision>5</cp:revision>
  <dcterms:created xsi:type="dcterms:W3CDTF">2026-03-06T14:20:06Z</dcterms:created>
  <dcterms:modified xsi:type="dcterms:W3CDTF">2026-03-06T14:48:20Z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5e00237-919f-4fc7-9a8c-91282f710a99_Enabled">
    <vt:lpwstr>true</vt:lpwstr>
  </property>
  <property fmtid="{D5CDD505-2E9C-101B-9397-08002B2CF9AE}" pid="3" name="MSIP_Label_05e00237-919f-4fc7-9a8c-91282f710a99_SetDate">
    <vt:lpwstr>2025-08-12T10:41:59Z</vt:lpwstr>
  </property>
  <property fmtid="{D5CDD505-2E9C-101B-9397-08002B2CF9AE}" pid="4" name="MSIP_Label_05e00237-919f-4fc7-9a8c-91282f710a99_Method">
    <vt:lpwstr>Privileged</vt:lpwstr>
  </property>
  <property fmtid="{D5CDD505-2E9C-101B-9397-08002B2CF9AE}" pid="5" name="MSIP_Label_05e00237-919f-4fc7-9a8c-91282f710a99_Name">
    <vt:lpwstr>Public</vt:lpwstr>
  </property>
  <property fmtid="{D5CDD505-2E9C-101B-9397-08002B2CF9AE}" pid="6" name="MSIP_Label_05e00237-919f-4fc7-9a8c-91282f710a99_SiteId">
    <vt:lpwstr>d689f9e5-4eb7-44b7-bd7d-705934cb0186</vt:lpwstr>
  </property>
  <property fmtid="{D5CDD505-2E9C-101B-9397-08002B2CF9AE}" pid="7" name="MSIP_Label_05e00237-919f-4fc7-9a8c-91282f710a99_ActionId">
    <vt:lpwstr>60d169f7-9295-4335-be19-b062139d2780</vt:lpwstr>
  </property>
  <property fmtid="{D5CDD505-2E9C-101B-9397-08002B2CF9AE}" pid="8" name="MSIP_Label_05e00237-919f-4fc7-9a8c-91282f710a99_ContentBits">
    <vt:lpwstr>0</vt:lpwstr>
  </property>
  <property fmtid="{D5CDD505-2E9C-101B-9397-08002B2CF9AE}" pid="9" name="MSIP_Label_05e00237-919f-4fc7-9a8c-91282f710a99_Tag">
    <vt:lpwstr>10, 0, 1, 1</vt:lpwstr>
  </property>
  <property fmtid="{D5CDD505-2E9C-101B-9397-08002B2CF9AE}" pid="10" name="ContentTypeId">
    <vt:lpwstr>0x010100AF0C39F0F82BB14E9FA42D705906CA8D</vt:lpwstr>
  </property>
</Properties>
</file>