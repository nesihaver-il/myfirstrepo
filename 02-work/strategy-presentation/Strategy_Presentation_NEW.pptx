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tIns="18288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Scope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PO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HLP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Assumptions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Project Risks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AI’s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tIns="18288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Scope per Phase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tIns="18288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 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tIns="18288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HLP/Contractual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Project Type: ARR project/Scratch installation/Upgrade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Phases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Ph1 – Based version: xxx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HW readiness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Ph2 – Based Version: xxx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Contractual Milestones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HW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tIns="18288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Assumptions: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Current HW supports X2 features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Should be approved by BD team + SRE (11/2)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VR on Barium move from SAU to MDE has no limiting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Check if VR can work with profile on SAU in parallel to profile on MDE (Stanimir)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tIns="18288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Risks: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tIns="18288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Full-Kit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365760" tIns="18288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AI’s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