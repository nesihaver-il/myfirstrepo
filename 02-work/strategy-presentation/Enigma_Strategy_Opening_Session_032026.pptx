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notesSlides/notesSlide5.xml" ContentType="application/vnd.openxmlformats-officedocument.presentationml.notesSlide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4"/>
  </p:sldMasterIdLst>
  <p:notesMasterIdLst>
    <p:notesMasterId r:id="rId49"/>
  </p:notesMasterIdLst>
  <p:sldIdLst>
    <p:sldId id="258" r:id="rId5"/>
    <p:sldId id="257" r:id="rId6"/>
    <p:sldId id="2147483491" r:id="rId7"/>
    <p:sldId id="2147483490" r:id="rId8"/>
    <p:sldId id="335" r:id="rId9"/>
    <p:sldId id="2147483492" r:id="rId10"/>
    <p:sldId id="2123259366" r:id="rId11"/>
    <p:sldId id="361" r:id="rId12"/>
    <p:sldId id="2147483470" r:id="rId13"/>
    <p:sldId id="2147483475" r:id="rId14"/>
    <p:sldId id="2147483486" r:id="rId15"/>
    <p:sldId id="2147483495" r:id="rId16"/>
    <p:sldId id="2147483496" r:id="rId17"/>
    <p:sldId id="2147483494" r:id="rId18"/>
    <p:sldId id="2147483487" r:id="rId19"/>
    <p:sldId id="2123259351" r:id="rId20"/>
    <p:sldId id="2147483447" r:id="rId21"/>
    <p:sldId id="2123259447" r:id="rId22"/>
    <p:sldId id="2147483471" r:id="rId23"/>
    <p:sldId id="2146848500" r:id="rId24"/>
    <p:sldId id="2147483476" r:id="rId25"/>
    <p:sldId id="2147483474" r:id="rId26"/>
    <p:sldId id="2147483473" r:id="rId27"/>
    <p:sldId id="2147483477" r:id="rId28"/>
    <p:sldId id="2123259356" r:id="rId29"/>
    <p:sldId id="2147483479" r:id="rId30"/>
    <p:sldId id="421" r:id="rId31"/>
    <p:sldId id="2147483480" r:id="rId32"/>
    <p:sldId id="2123259412" r:id="rId33"/>
    <p:sldId id="2147483483" r:id="rId34"/>
    <p:sldId id="2147483489" r:id="rId35"/>
    <p:sldId id="311" r:id="rId36"/>
    <p:sldId id="355" r:id="rId37"/>
    <p:sldId id="356" r:id="rId38"/>
    <p:sldId id="362" r:id="rId39"/>
    <p:sldId id="275" r:id="rId40"/>
    <p:sldId id="342" r:id="rId41"/>
    <p:sldId id="279" r:id="rId42"/>
    <p:sldId id="284" r:id="rId43"/>
    <p:sldId id="286" r:id="rId44"/>
    <p:sldId id="290" r:id="rId45"/>
    <p:sldId id="306" r:id="rId46"/>
    <p:sldId id="299" r:id="rId47"/>
    <p:sldId id="307" r:id="rId48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s" id="{227A56D1-6038-8F48-8336-DD9B09A5377B}">
          <p14:sldIdLst>
            <p14:sldId id="258"/>
          </p14:sldIdLst>
        </p14:section>
        <p14:section name="Agenda" id="{822399A4-C711-4945-AC01-0FF6D8B31E41}">
          <p14:sldIdLst>
            <p14:sldId id="257"/>
            <p14:sldId id="2147483491"/>
            <p14:sldId id="2147483490"/>
            <p14:sldId id="335"/>
            <p14:sldId id="2147483492"/>
            <p14:sldId id="2123259366"/>
            <p14:sldId id="361"/>
            <p14:sldId id="2147483470"/>
            <p14:sldId id="2147483475"/>
            <p14:sldId id="2147483486"/>
            <p14:sldId id="2147483495"/>
            <p14:sldId id="2147483496"/>
            <p14:sldId id="2147483494"/>
            <p14:sldId id="2147483487"/>
            <p14:sldId id="2123259351"/>
            <p14:sldId id="2147483447"/>
            <p14:sldId id="2123259447"/>
            <p14:sldId id="2147483471"/>
            <p14:sldId id="2146848500"/>
            <p14:sldId id="2147483476"/>
            <p14:sldId id="2147483474"/>
            <p14:sldId id="2147483473"/>
            <p14:sldId id="2147483477"/>
            <p14:sldId id="2123259356"/>
            <p14:sldId id="2147483479"/>
            <p14:sldId id="421"/>
            <p14:sldId id="2147483480"/>
            <p14:sldId id="2123259412"/>
            <p14:sldId id="2147483483"/>
            <p14:sldId id="2147483489"/>
          </p14:sldIdLst>
        </p14:section>
        <p14:section name="Dividers" id="{29DAFA8F-9685-254C-BDAD-542B38ACA8CF}">
          <p14:sldIdLst>
            <p14:sldId id="311"/>
          </p14:sldIdLst>
        </p14:section>
        <p14:section name="Side title" id="{B3C97FC7-FF1C-0F4A-9495-16FA3F835E8B}">
          <p14:sldIdLst/>
        </p14:section>
        <p14:section name="Upper Title" id="{4F936D72-895D-F54D-B386-F86F18A1217C}">
          <p14:sldIdLst>
            <p14:sldId id="355"/>
            <p14:sldId id="356"/>
            <p14:sldId id="362"/>
            <p14:sldId id="275"/>
          </p14:sldIdLst>
        </p14:section>
        <p14:section name="Images" id="{BF6B7975-84D9-42F6-B4D0-9D9500BEBD35}">
          <p14:sldIdLst>
            <p14:sldId id="342"/>
          </p14:sldIdLst>
        </p14:section>
        <p14:section name="CHART" id="{297E5F7E-B869-D247-9C73-91DC1BD8D49E}">
          <p14:sldIdLst>
            <p14:sldId id="279"/>
          </p14:sldIdLst>
        </p14:section>
        <p14:section name="POWER NO" id="{DA76C4E1-AE28-2441-930B-22C1B930BBA1}">
          <p14:sldIdLst>
            <p14:sldId id="284"/>
            <p14:sldId id="286"/>
          </p14:sldIdLst>
        </p14:section>
        <p14:section name="Boxes with icons" id="{1CFA0CAB-C8C1-0046-B491-A456E619B22D}">
          <p14:sldIdLst>
            <p14:sldId id="290"/>
          </p14:sldIdLst>
        </p14:section>
        <p14:section name="Image Background" id="{C702EF08-8E40-8D4D-BED2-333A15AF60AE}">
          <p14:sldIdLst/>
        </p14:section>
        <p14:section name="World map" id="{430B9264-E249-4041-BEE5-2EBBA689320B}">
          <p14:sldIdLst/>
        </p14:section>
        <p14:section name="Timeline" id="{5B3DC232-A572-2F40-94F6-E3A69069E51C}">
          <p14:sldIdLst>
            <p14:sldId id="306"/>
          </p14:sldIdLst>
        </p14:section>
        <p14:section name="Thank you" id="{FA7D4400-155E-FE4F-8FA8-EAF4AA263129}">
          <p14:sldIdLst>
            <p14:sldId id="299"/>
          </p14:sldIdLst>
        </p14:section>
        <p14:section name="Assetes" id="{C30CEBAD-7C60-8548-9ADE-856594E15803}">
          <p14:sldIdLst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C7F5"/>
    <a:srgbClr val="090D32"/>
    <a:srgbClr val="4035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2082" autoAdjust="0"/>
  </p:normalViewPr>
  <p:slideViewPr>
    <p:cSldViewPr snapToGrid="0">
      <p:cViewPr varScale="1">
        <p:scale>
          <a:sx n="83" d="100"/>
          <a:sy n="83" d="100"/>
        </p:scale>
        <p:origin x="1674" y="3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68" d="100"/>
          <a:sy n="168" d="100"/>
        </p:scale>
        <p:origin x="664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ver, Nesi" userId="f0b10392-936b-464b-8246-942839c7e500" providerId="ADAL" clId="{2C75765E-97EF-4590-A5F9-DDA3A8BFFBA6}"/>
    <pc:docChg chg="undo custSel addSld delSld addSection delSection modSection">
      <pc:chgData name="Haver, Nesi" userId="f0b10392-936b-464b-8246-942839c7e500" providerId="ADAL" clId="{2C75765E-97EF-4590-A5F9-DDA3A8BFFBA6}" dt="2026-03-06T14:26:52.981" v="21" actId="17851"/>
      <pc:docMkLst>
        <pc:docMk/>
      </pc:docMkLst>
      <pc:sldChg chg="del">
        <pc:chgData name="Haver, Nesi" userId="f0b10392-936b-464b-8246-942839c7e500" providerId="ADAL" clId="{2C75765E-97EF-4590-A5F9-DDA3A8BFFBA6}" dt="2026-03-06T14:22:34.626" v="0" actId="47"/>
        <pc:sldMkLst>
          <pc:docMk/>
          <pc:sldMk cId="4009536283" sldId="256"/>
        </pc:sldMkLst>
      </pc:sldChg>
      <pc:sldChg chg="del">
        <pc:chgData name="Haver, Nesi" userId="f0b10392-936b-464b-8246-942839c7e500" providerId="ADAL" clId="{2C75765E-97EF-4590-A5F9-DDA3A8BFFBA6}" dt="2026-03-06T14:22:34.626" v="0" actId="47"/>
        <pc:sldMkLst>
          <pc:docMk/>
          <pc:sldMk cId="3688116407" sldId="259"/>
        </pc:sldMkLst>
      </pc:sldChg>
      <pc:sldChg chg="del">
        <pc:chgData name="Haver, Nesi" userId="f0b10392-936b-464b-8246-942839c7e500" providerId="ADAL" clId="{2C75765E-97EF-4590-A5F9-DDA3A8BFFBA6}" dt="2026-03-06T14:22:34.626" v="0" actId="47"/>
        <pc:sldMkLst>
          <pc:docMk/>
          <pc:sldMk cId="3905597064" sldId="262"/>
        </pc:sldMkLst>
      </pc:sldChg>
      <pc:sldChg chg="del">
        <pc:chgData name="Haver, Nesi" userId="f0b10392-936b-464b-8246-942839c7e500" providerId="ADAL" clId="{2C75765E-97EF-4590-A5F9-DDA3A8BFFBA6}" dt="2026-03-06T14:24:31.014" v="7" actId="47"/>
        <pc:sldMkLst>
          <pc:docMk/>
          <pc:sldMk cId="2056630031" sldId="281"/>
        </pc:sldMkLst>
      </pc:sldChg>
      <pc:sldChg chg="del">
        <pc:chgData name="Haver, Nesi" userId="f0b10392-936b-464b-8246-942839c7e500" providerId="ADAL" clId="{2C75765E-97EF-4590-A5F9-DDA3A8BFFBA6}" dt="2026-03-06T14:24:42.388" v="8" actId="47"/>
        <pc:sldMkLst>
          <pc:docMk/>
          <pc:sldMk cId="3388040165" sldId="282"/>
        </pc:sldMkLst>
      </pc:sldChg>
      <pc:sldChg chg="del">
        <pc:chgData name="Haver, Nesi" userId="f0b10392-936b-464b-8246-942839c7e500" providerId="ADAL" clId="{2C75765E-97EF-4590-A5F9-DDA3A8BFFBA6}" dt="2026-03-06T14:24:42.388" v="8" actId="47"/>
        <pc:sldMkLst>
          <pc:docMk/>
          <pc:sldMk cId="289706088" sldId="283"/>
        </pc:sldMkLst>
      </pc:sldChg>
      <pc:sldChg chg="del">
        <pc:chgData name="Haver, Nesi" userId="f0b10392-936b-464b-8246-942839c7e500" providerId="ADAL" clId="{2C75765E-97EF-4590-A5F9-DDA3A8BFFBA6}" dt="2026-03-06T14:24:45.101" v="9" actId="47"/>
        <pc:sldMkLst>
          <pc:docMk/>
          <pc:sldMk cId="2815718490" sldId="285"/>
        </pc:sldMkLst>
      </pc:sldChg>
      <pc:sldChg chg="del">
        <pc:chgData name="Haver, Nesi" userId="f0b10392-936b-464b-8246-942839c7e500" providerId="ADAL" clId="{2C75765E-97EF-4590-A5F9-DDA3A8BFFBA6}" dt="2026-03-06T14:24:53.828" v="10" actId="47"/>
        <pc:sldMkLst>
          <pc:docMk/>
          <pc:sldMk cId="3133927523" sldId="289"/>
        </pc:sldMkLst>
      </pc:sldChg>
      <pc:sldChg chg="del">
        <pc:chgData name="Haver, Nesi" userId="f0b10392-936b-464b-8246-942839c7e500" providerId="ADAL" clId="{2C75765E-97EF-4590-A5F9-DDA3A8BFFBA6}" dt="2026-03-06T14:26:05.009" v="12" actId="47"/>
        <pc:sldMkLst>
          <pc:docMk/>
          <pc:sldMk cId="706346210" sldId="291"/>
        </pc:sldMkLst>
      </pc:sldChg>
      <pc:sldChg chg="del">
        <pc:chgData name="Haver, Nesi" userId="f0b10392-936b-464b-8246-942839c7e500" providerId="ADAL" clId="{2C75765E-97EF-4590-A5F9-DDA3A8BFFBA6}" dt="2026-03-06T14:26:05.009" v="12" actId="47"/>
        <pc:sldMkLst>
          <pc:docMk/>
          <pc:sldMk cId="2437681927" sldId="293"/>
        </pc:sldMkLst>
      </pc:sldChg>
      <pc:sldChg chg="del">
        <pc:chgData name="Haver, Nesi" userId="f0b10392-936b-464b-8246-942839c7e500" providerId="ADAL" clId="{2C75765E-97EF-4590-A5F9-DDA3A8BFFBA6}" dt="2026-03-06T14:25:12.050" v="11" actId="47"/>
        <pc:sldMkLst>
          <pc:docMk/>
          <pc:sldMk cId="1634821472" sldId="298"/>
        </pc:sldMkLst>
      </pc:sldChg>
      <pc:sldChg chg="del">
        <pc:chgData name="Haver, Nesi" userId="f0b10392-936b-464b-8246-942839c7e500" providerId="ADAL" clId="{2C75765E-97EF-4590-A5F9-DDA3A8BFFBA6}" dt="2026-03-06T14:26:16.311" v="13" actId="47"/>
        <pc:sldMkLst>
          <pc:docMk/>
          <pc:sldMk cId="3375518391" sldId="301"/>
        </pc:sldMkLst>
      </pc:sldChg>
      <pc:sldChg chg="del">
        <pc:chgData name="Haver, Nesi" userId="f0b10392-936b-464b-8246-942839c7e500" providerId="ADAL" clId="{2C75765E-97EF-4590-A5F9-DDA3A8BFFBA6}" dt="2026-03-06T14:26:05.009" v="12" actId="47"/>
        <pc:sldMkLst>
          <pc:docMk/>
          <pc:sldMk cId="2945695262" sldId="303"/>
        </pc:sldMkLst>
      </pc:sldChg>
      <pc:sldChg chg="del">
        <pc:chgData name="Haver, Nesi" userId="f0b10392-936b-464b-8246-942839c7e500" providerId="ADAL" clId="{2C75765E-97EF-4590-A5F9-DDA3A8BFFBA6}" dt="2026-03-06T14:26:27.490" v="14" actId="47"/>
        <pc:sldMkLst>
          <pc:docMk/>
          <pc:sldMk cId="152966986" sldId="308"/>
        </pc:sldMkLst>
      </pc:sldChg>
      <pc:sldChg chg="del">
        <pc:chgData name="Haver, Nesi" userId="f0b10392-936b-464b-8246-942839c7e500" providerId="ADAL" clId="{2C75765E-97EF-4590-A5F9-DDA3A8BFFBA6}" dt="2026-03-06T14:23:41.382" v="1" actId="47"/>
        <pc:sldMkLst>
          <pc:docMk/>
          <pc:sldMk cId="3283479918" sldId="309"/>
        </pc:sldMkLst>
      </pc:sldChg>
      <pc:sldChg chg="del">
        <pc:chgData name="Haver, Nesi" userId="f0b10392-936b-464b-8246-942839c7e500" providerId="ADAL" clId="{2C75765E-97EF-4590-A5F9-DDA3A8BFFBA6}" dt="2026-03-06T14:23:41.382" v="1" actId="47"/>
        <pc:sldMkLst>
          <pc:docMk/>
          <pc:sldMk cId="3897276850" sldId="310"/>
        </pc:sldMkLst>
      </pc:sldChg>
      <pc:sldChg chg="del">
        <pc:chgData name="Haver, Nesi" userId="f0b10392-936b-464b-8246-942839c7e500" providerId="ADAL" clId="{2C75765E-97EF-4590-A5F9-DDA3A8BFFBA6}" dt="2026-03-06T14:26:32.806" v="15" actId="47"/>
        <pc:sldMkLst>
          <pc:docMk/>
          <pc:sldMk cId="3758910003" sldId="317"/>
        </pc:sldMkLst>
      </pc:sldChg>
      <pc:sldChg chg="del">
        <pc:chgData name="Haver, Nesi" userId="f0b10392-936b-464b-8246-942839c7e500" providerId="ADAL" clId="{2C75765E-97EF-4590-A5F9-DDA3A8BFFBA6}" dt="2026-03-06T14:23:51.136" v="2" actId="47"/>
        <pc:sldMkLst>
          <pc:docMk/>
          <pc:sldMk cId="2700218310" sldId="329"/>
        </pc:sldMkLst>
      </pc:sldChg>
      <pc:sldChg chg="del">
        <pc:chgData name="Haver, Nesi" userId="f0b10392-936b-464b-8246-942839c7e500" providerId="ADAL" clId="{2C75765E-97EF-4590-A5F9-DDA3A8BFFBA6}" dt="2026-03-06T14:23:51.136" v="2" actId="47"/>
        <pc:sldMkLst>
          <pc:docMk/>
          <pc:sldMk cId="3356767662" sldId="334"/>
        </pc:sldMkLst>
      </pc:sldChg>
      <pc:sldChg chg="del">
        <pc:chgData name="Haver, Nesi" userId="f0b10392-936b-464b-8246-942839c7e500" providerId="ADAL" clId="{2C75765E-97EF-4590-A5F9-DDA3A8BFFBA6}" dt="2026-03-06T14:24:22.408" v="6" actId="47"/>
        <pc:sldMkLst>
          <pc:docMk/>
          <pc:sldMk cId="1951360174" sldId="340"/>
        </pc:sldMkLst>
      </pc:sldChg>
      <pc:sldChg chg="del">
        <pc:chgData name="Haver, Nesi" userId="f0b10392-936b-464b-8246-942839c7e500" providerId="ADAL" clId="{2C75765E-97EF-4590-A5F9-DDA3A8BFFBA6}" dt="2026-03-06T14:24:22.408" v="6" actId="47"/>
        <pc:sldMkLst>
          <pc:docMk/>
          <pc:sldMk cId="1754916072" sldId="341"/>
        </pc:sldMkLst>
      </pc:sldChg>
      <pc:sldChg chg="del">
        <pc:chgData name="Haver, Nesi" userId="f0b10392-936b-464b-8246-942839c7e500" providerId="ADAL" clId="{2C75765E-97EF-4590-A5F9-DDA3A8BFFBA6}" dt="2026-03-06T14:24:22.408" v="6" actId="47"/>
        <pc:sldMkLst>
          <pc:docMk/>
          <pc:sldMk cId="2580878260" sldId="343"/>
        </pc:sldMkLst>
      </pc:sldChg>
      <pc:sldChg chg="del">
        <pc:chgData name="Haver, Nesi" userId="f0b10392-936b-464b-8246-942839c7e500" providerId="ADAL" clId="{2C75765E-97EF-4590-A5F9-DDA3A8BFFBA6}" dt="2026-03-06T14:24:22.408" v="6" actId="47"/>
        <pc:sldMkLst>
          <pc:docMk/>
          <pc:sldMk cId="3457513648" sldId="344"/>
        </pc:sldMkLst>
      </pc:sldChg>
      <pc:sldChg chg="add del">
        <pc:chgData name="Haver, Nesi" userId="f0b10392-936b-464b-8246-942839c7e500" providerId="ADAL" clId="{2C75765E-97EF-4590-A5F9-DDA3A8BFFBA6}" dt="2026-03-06T14:23:56.693" v="4" actId="47"/>
        <pc:sldMkLst>
          <pc:docMk/>
          <pc:sldMk cId="1334813118" sldId="345"/>
        </pc:sldMkLst>
      </pc:sldChg>
      <pc:sldChg chg="del">
        <pc:chgData name="Haver, Nesi" userId="f0b10392-936b-464b-8246-942839c7e500" providerId="ADAL" clId="{2C75765E-97EF-4590-A5F9-DDA3A8BFFBA6}" dt="2026-03-06T14:24:22.408" v="6" actId="47"/>
        <pc:sldMkLst>
          <pc:docMk/>
          <pc:sldMk cId="947536107" sldId="348"/>
        </pc:sldMkLst>
      </pc:sldChg>
      <pc:sldChg chg="del">
        <pc:chgData name="Haver, Nesi" userId="f0b10392-936b-464b-8246-942839c7e500" providerId="ADAL" clId="{2C75765E-97EF-4590-A5F9-DDA3A8BFFBA6}" dt="2026-03-06T14:24:31.014" v="7" actId="47"/>
        <pc:sldMkLst>
          <pc:docMk/>
          <pc:sldMk cId="1899755673" sldId="349"/>
        </pc:sldMkLst>
      </pc:sldChg>
      <pc:sldChg chg="del">
        <pc:chgData name="Haver, Nesi" userId="f0b10392-936b-464b-8246-942839c7e500" providerId="ADAL" clId="{2C75765E-97EF-4590-A5F9-DDA3A8BFFBA6}" dt="2026-03-06T14:24:22.408" v="6" actId="47"/>
        <pc:sldMkLst>
          <pc:docMk/>
          <pc:sldMk cId="1878170048" sldId="350"/>
        </pc:sldMkLst>
      </pc:sldChg>
      <pc:sldChg chg="del">
        <pc:chgData name="Haver, Nesi" userId="f0b10392-936b-464b-8246-942839c7e500" providerId="ADAL" clId="{2C75765E-97EF-4590-A5F9-DDA3A8BFFBA6}" dt="2026-03-06T14:24:42.388" v="8" actId="47"/>
        <pc:sldMkLst>
          <pc:docMk/>
          <pc:sldMk cId="2905711535" sldId="351"/>
        </pc:sldMkLst>
      </pc:sldChg>
      <pc:sldChg chg="del">
        <pc:chgData name="Haver, Nesi" userId="f0b10392-936b-464b-8246-942839c7e500" providerId="ADAL" clId="{2C75765E-97EF-4590-A5F9-DDA3A8BFFBA6}" dt="2026-03-06T14:24:03.590" v="5" actId="47"/>
        <pc:sldMkLst>
          <pc:docMk/>
          <pc:sldMk cId="1011795567" sldId="357"/>
        </pc:sldMkLst>
      </pc:sldChg>
      <pc:sldChg chg="del">
        <pc:chgData name="Haver, Nesi" userId="f0b10392-936b-464b-8246-942839c7e500" providerId="ADAL" clId="{2C75765E-97EF-4590-A5F9-DDA3A8BFFBA6}" dt="2026-03-06T14:24:03.590" v="5" actId="47"/>
        <pc:sldMkLst>
          <pc:docMk/>
          <pc:sldMk cId="3135335055" sldId="359"/>
        </pc:sldMkLst>
      </pc:sldChg>
      <pc:sldChg chg="del">
        <pc:chgData name="Haver, Nesi" userId="f0b10392-936b-464b-8246-942839c7e500" providerId="ADAL" clId="{2C75765E-97EF-4590-A5F9-DDA3A8BFFBA6}" dt="2026-03-06T14:25:12.050" v="11" actId="47"/>
        <pc:sldMkLst>
          <pc:docMk/>
          <pc:sldMk cId="3650088144" sldId="362"/>
        </pc:sldMkLst>
      </pc:sldChg>
      <pc:sldMasterChg chg="delSldLayout">
        <pc:chgData name="Haver, Nesi" userId="f0b10392-936b-464b-8246-942839c7e500" providerId="ADAL" clId="{2C75765E-97EF-4590-A5F9-DDA3A8BFFBA6}" dt="2026-03-06T14:26:32.806" v="15" actId="47"/>
        <pc:sldMasterMkLst>
          <pc:docMk/>
          <pc:sldMasterMk cId="2767925382" sldId="2147483664"/>
        </pc:sldMasterMkLst>
        <pc:sldLayoutChg chg="del">
          <pc:chgData name="Haver, Nesi" userId="f0b10392-936b-464b-8246-942839c7e500" providerId="ADAL" clId="{2C75765E-97EF-4590-A5F9-DDA3A8BFFBA6}" dt="2026-03-06T14:22:34.626" v="0" actId="47"/>
          <pc:sldLayoutMkLst>
            <pc:docMk/>
            <pc:sldMasterMk cId="2767925382" sldId="2147483664"/>
            <pc:sldLayoutMk cId="2074263035" sldId="2147483802"/>
          </pc:sldLayoutMkLst>
        </pc:sldLayoutChg>
        <pc:sldLayoutChg chg="del">
          <pc:chgData name="Haver, Nesi" userId="f0b10392-936b-464b-8246-942839c7e500" providerId="ADAL" clId="{2C75765E-97EF-4590-A5F9-DDA3A8BFFBA6}" dt="2026-03-06T14:22:34.626" v="0" actId="47"/>
          <pc:sldLayoutMkLst>
            <pc:docMk/>
            <pc:sldMasterMk cId="2767925382" sldId="2147483664"/>
            <pc:sldLayoutMk cId="2005755324" sldId="2147483804"/>
          </pc:sldLayoutMkLst>
        </pc:sldLayoutChg>
        <pc:sldLayoutChg chg="del">
          <pc:chgData name="Haver, Nesi" userId="f0b10392-936b-464b-8246-942839c7e500" providerId="ADAL" clId="{2C75765E-97EF-4590-A5F9-DDA3A8BFFBA6}" dt="2026-03-06T14:23:41.382" v="1" actId="47"/>
          <pc:sldLayoutMkLst>
            <pc:docMk/>
            <pc:sldMasterMk cId="2767925382" sldId="2147483664"/>
            <pc:sldLayoutMk cId="1646059353" sldId="2147483806"/>
          </pc:sldLayoutMkLst>
        </pc:sldLayoutChg>
        <pc:sldLayoutChg chg="del">
          <pc:chgData name="Haver, Nesi" userId="f0b10392-936b-464b-8246-942839c7e500" providerId="ADAL" clId="{2C75765E-97EF-4590-A5F9-DDA3A8BFFBA6}" dt="2026-03-06T14:23:41.382" v="1" actId="47"/>
          <pc:sldLayoutMkLst>
            <pc:docMk/>
            <pc:sldMasterMk cId="2767925382" sldId="2147483664"/>
            <pc:sldLayoutMk cId="3180924866" sldId="2147483807"/>
          </pc:sldLayoutMkLst>
        </pc:sldLayoutChg>
        <pc:sldLayoutChg chg="del">
          <pc:chgData name="Haver, Nesi" userId="f0b10392-936b-464b-8246-942839c7e500" providerId="ADAL" clId="{2C75765E-97EF-4590-A5F9-DDA3A8BFFBA6}" dt="2026-03-06T14:26:32.806" v="15" actId="47"/>
          <pc:sldLayoutMkLst>
            <pc:docMk/>
            <pc:sldMasterMk cId="2767925382" sldId="2147483664"/>
            <pc:sldLayoutMk cId="3603256472" sldId="2147483813"/>
          </pc:sldLayoutMkLst>
        </pc:sldLayoutChg>
        <pc:sldLayoutChg chg="del">
          <pc:chgData name="Haver, Nesi" userId="f0b10392-936b-464b-8246-942839c7e500" providerId="ADAL" clId="{2C75765E-97EF-4590-A5F9-DDA3A8BFFBA6}" dt="2026-03-06T14:26:16.311" v="13" actId="47"/>
          <pc:sldLayoutMkLst>
            <pc:docMk/>
            <pc:sldMasterMk cId="2767925382" sldId="2147483664"/>
            <pc:sldLayoutMk cId="853948437" sldId="2147483815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>
                  <a:alpha val="90000"/>
                </a:schemeClr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  <a:effectLst>
                <a:innerShdw blurRad="114300">
                  <a:schemeClr val="accent1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1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B349-4DDA-ACD6-FEE74F585802}"/>
              </c:ext>
            </c:extLst>
          </c:dPt>
          <c:dPt>
            <c:idx val="1"/>
            <c:bubble3D val="0"/>
            <c:spPr>
              <a:solidFill>
                <a:schemeClr val="accent2">
                  <a:alpha val="90000"/>
                </a:schemeClr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innerShdw blurRad="114300">
                  <a:schemeClr val="accent2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2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B349-4DDA-ACD6-FEE74F585802}"/>
              </c:ext>
            </c:extLst>
          </c:dPt>
          <c:dPt>
            <c:idx val="2"/>
            <c:bubble3D val="0"/>
            <c:spPr>
              <a:solidFill>
                <a:schemeClr val="accent3">
                  <a:alpha val="90000"/>
                </a:schemeClr>
              </a:solidFill>
              <a:ln w="19050">
                <a:solidFill>
                  <a:schemeClr val="accent3">
                    <a:lumMod val="75000"/>
                  </a:schemeClr>
                </a:solidFill>
              </a:ln>
              <a:effectLst>
                <a:innerShdw blurRad="114300">
                  <a:schemeClr val="accent3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3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B349-4DDA-ACD6-FEE74F585802}"/>
              </c:ext>
            </c:extLst>
          </c:dPt>
          <c:dPt>
            <c:idx val="3"/>
            <c:bubble3D val="0"/>
            <c:spPr>
              <a:solidFill>
                <a:schemeClr val="accent4">
                  <a:alpha val="90000"/>
                </a:schemeClr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  <a:effectLst>
                <a:innerShdw blurRad="114300">
                  <a:schemeClr val="accent4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4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B349-4DDA-ACD6-FEE74F585802}"/>
              </c:ext>
            </c:extLst>
          </c:dPt>
          <c:dPt>
            <c:idx val="4"/>
            <c:bubble3D val="0"/>
            <c:spPr>
              <a:solidFill>
                <a:schemeClr val="accent5">
                  <a:alpha val="90000"/>
                </a:schemeClr>
              </a:solidFill>
              <a:ln w="19050">
                <a:solidFill>
                  <a:schemeClr val="accent5">
                    <a:lumMod val="75000"/>
                  </a:schemeClr>
                </a:solidFill>
              </a:ln>
              <a:effectLst>
                <a:innerShdw blurRad="114300">
                  <a:schemeClr val="accent5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5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B349-4DDA-ACD6-FEE74F585802}"/>
              </c:ext>
            </c:extLst>
          </c:dPt>
          <c:dLbls>
            <c:dLbl>
              <c:idx val="0"/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200" b="1" i="0" u="none" strike="noStrike" kern="1200" baseline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pPr>
                    <a:fld id="{3A4953C8-9862-4FFA-8874-FBEDBC674ACB}" type="CATEGORYNAME">
                      <a:rPr lang="en-US"/>
                      <a:pPr>
                        <a:defRPr sz="1200" b="1"/>
                      </a:pPr>
                      <a:t>[CATEGORY NAME]</a:t>
                    </a:fld>
                    <a:r>
                      <a:rPr lang="en-US" baseline="0" dirty="0"/>
                      <a:t> 191</a:t>
                    </a:r>
                  </a:p>
                  <a:p>
                    <a:pPr>
                      <a:defRPr sz="1200" b="1"/>
                    </a:pPr>
                    <a:endParaRPr lang="LID4096"/>
                  </a:p>
                </c:rich>
              </c:tx>
              <c:numFmt formatCode="General" sourceLinked="0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1"/>
                  </a:solidFill>
                  <a:round/>
                </a:ln>
                <a:effectLst>
                  <a:outerShdw blurRad="50800" dist="381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accent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349-4DDA-ACD6-FEE74F585802}"/>
                </c:ext>
              </c:extLst>
            </c:dLbl>
            <c:dLbl>
              <c:idx val="1"/>
              <c:layout>
                <c:manualLayout>
                  <c:x val="1.9962954488021616E-3"/>
                  <c:y val="0.43444817529582203"/>
                </c:manualLayout>
              </c:layout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2"/>
                  </a:solidFill>
                  <a:round/>
                </a:ln>
                <a:effectLst>
                  <a:outerShdw blurRad="50800" dist="38100" dir="2700000" algn="tl" rotWithShape="0">
                    <a:schemeClr val="accent2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accent2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349-4DDA-ACD6-FEE74F585802}"/>
                </c:ext>
              </c:extLst>
            </c:dLbl>
            <c:dLbl>
              <c:idx val="2"/>
              <c:layout>
                <c:manualLayout>
                  <c:x val="-6.5524607466771273E-2"/>
                  <c:y val="5.0550075511470512E-2"/>
                </c:manualLayout>
              </c:layout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3"/>
                  </a:solidFill>
                  <a:round/>
                </a:ln>
                <a:effectLst>
                  <a:outerShdw blurRad="50800" dist="38100" dir="2700000" algn="tl" rotWithShape="0">
                    <a:schemeClr val="accent3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accent3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349-4DDA-ACD6-FEE74F585802}"/>
                </c:ext>
              </c:extLst>
            </c:dLbl>
            <c:dLbl>
              <c:idx val="3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4"/>
                  </a:solidFill>
                  <a:round/>
                </a:ln>
                <a:effectLst>
                  <a:outerShdw blurRad="50800" dist="38100" dir="2700000" algn="tl" rotWithShape="0">
                    <a:schemeClr val="accent4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accent4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349-4DDA-ACD6-FEE74F585802}"/>
                </c:ext>
              </c:extLst>
            </c:dLbl>
            <c:dLbl>
              <c:idx val="4"/>
              <c:layout>
                <c:manualLayout>
                  <c:x val="-1.0760220808697845E-4"/>
                  <c:y val="-4.8791216128558974E-2"/>
                </c:manualLayout>
              </c:layout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5"/>
                  </a:solidFill>
                  <a:round/>
                </a:ln>
                <a:effectLst>
                  <a:outerShdw blurRad="50800" dist="38100" dir="2700000" algn="tl" rotWithShape="0">
                    <a:schemeClr val="accent5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accent5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349-4DDA-ACD6-FEE74F585802}"/>
                </c:ext>
              </c:extLst>
            </c:dLbl>
            <c:spPr>
              <a:solidFill>
                <a:sysClr val="window" lastClr="FFFFFF">
                  <a:alpha val="90000"/>
                </a:sysClr>
              </a:solidFill>
              <a:ln w="12700" cap="flat" cmpd="sng" algn="ctr">
                <a:solidFill>
                  <a:srgbClr val="4472C4"/>
                </a:solidFill>
                <a:round/>
              </a:ln>
              <a:effectLst>
                <a:outerShdw blurRad="50800" dist="38100" dir="2700000" algn="tl" rotWithShape="0">
                  <a:srgbClr val="4472C4">
                    <a:lumMod val="75000"/>
                    <a:alpha val="40000"/>
                  </a:srgb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accent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eparator> </c:separator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Sheet1!$B$4:$B$8</c:f>
              <c:strCache>
                <c:ptCount val="5"/>
                <c:pt idx="0">
                  <c:v>Supported</c:v>
                </c:pt>
                <c:pt idx="1">
                  <c:v>Not supported</c:v>
                </c:pt>
                <c:pt idx="2">
                  <c:v>Partially supported</c:v>
                </c:pt>
                <c:pt idx="3">
                  <c:v>Roadmap</c:v>
                </c:pt>
                <c:pt idx="4">
                  <c:v>WAD</c:v>
                </c:pt>
              </c:strCache>
            </c:strRef>
          </c:cat>
          <c:val>
            <c:numRef>
              <c:f>Sheet1!$C$4:$C$8</c:f>
              <c:numCache>
                <c:formatCode>General</c:formatCode>
                <c:ptCount val="5"/>
                <c:pt idx="0">
                  <c:v>196</c:v>
                </c:pt>
                <c:pt idx="1">
                  <c:v>61</c:v>
                </c:pt>
                <c:pt idx="2">
                  <c:v>8</c:v>
                </c:pt>
                <c:pt idx="3">
                  <c:v>26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349-4DDA-ACD6-FEE74F585802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6C-49CD-9E4C-A239BB8191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16C-49CD-9E4C-A239BB81913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16C-49CD-9E4C-A239BB8191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90442656"/>
        <c:axId val="990447456"/>
      </c:barChart>
      <c:catAx>
        <c:axId val="990442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0447456"/>
        <c:crosses val="autoZero"/>
        <c:auto val="1"/>
        <c:lblAlgn val="ctr"/>
        <c:lblOffset val="100"/>
        <c:noMultiLvlLbl val="0"/>
      </c:catAx>
      <c:valAx>
        <c:axId val="990447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0442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3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8100" tIns="19050" rIns="38100" bIns="19050" anchor="ctr" anchorCtr="1">
      <a:spAutoFit/>
    </cs:bodyPr>
  </cs:dataLabel>
  <cs:dataLabelCallout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90000"/>
        </a:schemeClr>
      </a:solidFill>
      <a:ln w="19050">
        <a:solidFill>
          <a:schemeClr val="phClr">
            <a:lumMod val="75000"/>
          </a:schemeClr>
        </a:solidFill>
      </a:ln>
      <a:effectLst>
        <a:innerShdw blurRad="114300">
          <a:schemeClr val="phClr">
            <a:lumMod val="75000"/>
          </a:schemeClr>
        </a:innerShdw>
      </a:effectLst>
      <a:scene3d>
        <a:camera prst="orthographicFront"/>
        <a:lightRig rig="threePt" dir="t"/>
      </a:scene3d>
      <a:sp3d contourW="19050" prstMaterial="flat">
        <a:contourClr>
          <a:schemeClr val="accent4">
            <a:lumMod val="75000"/>
          </a:schemeClr>
        </a:contourClr>
      </a:sp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3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8100" tIns="19050" rIns="38100" bIns="19050" anchor="ctr" anchorCtr="1">
      <a:spAutoFit/>
    </cs:bodyPr>
  </cs:dataLabel>
  <cs:dataLabelCallout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90000"/>
        </a:schemeClr>
      </a:solidFill>
      <a:ln w="19050">
        <a:solidFill>
          <a:schemeClr val="phClr">
            <a:lumMod val="75000"/>
          </a:schemeClr>
        </a:solidFill>
      </a:ln>
      <a:effectLst>
        <a:innerShdw blurRad="114300">
          <a:schemeClr val="phClr">
            <a:lumMod val="75000"/>
          </a:schemeClr>
        </a:innerShdw>
      </a:effectLst>
      <a:scene3d>
        <a:camera prst="orthographicFront"/>
        <a:lightRig rig="threePt" dir="t"/>
      </a:scene3d>
      <a:sp3d contourW="19050" prstMaterial="flat">
        <a:contourClr>
          <a:schemeClr val="accent4">
            <a:lumMod val="75000"/>
          </a:schemeClr>
        </a:contourClr>
      </a:sp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63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8100" tIns="19050" rIns="38100" bIns="19050" anchor="ctr" anchorCtr="1">
      <a:spAutoFit/>
    </cs:bodyPr>
  </cs:dataLabel>
  <cs:dataLabelCallout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90000"/>
        </a:schemeClr>
      </a:solidFill>
      <a:ln w="19050">
        <a:solidFill>
          <a:schemeClr val="phClr">
            <a:lumMod val="75000"/>
          </a:schemeClr>
        </a:solidFill>
      </a:ln>
      <a:effectLst>
        <a:innerShdw blurRad="114300">
          <a:schemeClr val="phClr">
            <a:lumMod val="75000"/>
          </a:schemeClr>
        </a:innerShdw>
      </a:effectLst>
      <a:scene3d>
        <a:camera prst="orthographicFront"/>
        <a:lightRig rig="threePt" dir="t"/>
      </a:scene3d>
      <a:sp3d contourW="19050" prstMaterial="flat">
        <a:contourClr>
          <a:schemeClr val="accent4">
            <a:lumMod val="75000"/>
          </a:schemeClr>
        </a:contourClr>
      </a:sp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63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8100" tIns="19050" rIns="38100" bIns="19050" anchor="ctr" anchorCtr="1">
      <a:spAutoFit/>
    </cs:bodyPr>
  </cs:dataLabel>
  <cs:dataLabelCallout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90000"/>
        </a:schemeClr>
      </a:solidFill>
      <a:ln w="19050">
        <a:solidFill>
          <a:schemeClr val="phClr">
            <a:lumMod val="75000"/>
          </a:schemeClr>
        </a:solidFill>
      </a:ln>
      <a:effectLst>
        <a:innerShdw blurRad="114300">
          <a:schemeClr val="phClr">
            <a:lumMod val="75000"/>
          </a:schemeClr>
        </a:innerShdw>
      </a:effectLst>
      <a:scene3d>
        <a:camera prst="orthographicFront"/>
        <a:lightRig rig="threePt" dir="t"/>
      </a:scene3d>
      <a:sp3d contourW="19050" prstMaterial="flat">
        <a:contourClr>
          <a:schemeClr val="accent4">
            <a:lumMod val="75000"/>
          </a:schemeClr>
        </a:contourClr>
      </a:sp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63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8100" tIns="19050" rIns="38100" bIns="19050" anchor="ctr" anchorCtr="1">
      <a:spAutoFit/>
    </cs:bodyPr>
  </cs:dataLabel>
  <cs:dataLabelCallout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90000"/>
        </a:schemeClr>
      </a:solidFill>
      <a:ln w="19050">
        <a:solidFill>
          <a:schemeClr val="phClr">
            <a:lumMod val="75000"/>
          </a:schemeClr>
        </a:solidFill>
      </a:ln>
      <a:effectLst>
        <a:innerShdw blurRad="114300">
          <a:schemeClr val="phClr">
            <a:lumMod val="75000"/>
          </a:schemeClr>
        </a:innerShdw>
      </a:effectLst>
      <a:scene3d>
        <a:camera prst="orthographicFront"/>
        <a:lightRig rig="threePt" dir="t"/>
      </a:scene3d>
      <a:sp3d contourW="19050" prstMaterial="flat">
        <a:contourClr>
          <a:schemeClr val="accent4">
            <a:lumMod val="75000"/>
          </a:schemeClr>
        </a:contourClr>
      </a:sp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63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8100" tIns="19050" rIns="38100" bIns="19050" anchor="ctr" anchorCtr="1">
      <a:spAutoFit/>
    </cs:bodyPr>
  </cs:dataLabel>
  <cs:dataLabelCallout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90000"/>
        </a:schemeClr>
      </a:solidFill>
      <a:ln w="19050">
        <a:solidFill>
          <a:schemeClr val="phClr">
            <a:lumMod val="75000"/>
          </a:schemeClr>
        </a:solidFill>
      </a:ln>
      <a:effectLst>
        <a:innerShdw blurRad="114300">
          <a:schemeClr val="phClr">
            <a:lumMod val="75000"/>
          </a:schemeClr>
        </a:innerShdw>
      </a:effectLst>
      <a:scene3d>
        <a:camera prst="orthographicFront"/>
        <a:lightRig rig="threePt" dir="t"/>
      </a:scene3d>
      <a:sp3d contourW="19050" prstMaterial="flat">
        <a:contourClr>
          <a:schemeClr val="accent4">
            <a:lumMod val="75000"/>
          </a:schemeClr>
        </a:contourClr>
      </a:sp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63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8100" tIns="19050" rIns="38100" bIns="19050" anchor="ctr" anchorCtr="1">
      <a:spAutoFit/>
    </cs:bodyPr>
  </cs:dataLabel>
  <cs:dataLabelCallout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90000"/>
        </a:schemeClr>
      </a:solidFill>
      <a:ln w="19050">
        <a:solidFill>
          <a:schemeClr val="phClr">
            <a:lumMod val="75000"/>
          </a:schemeClr>
        </a:solidFill>
      </a:ln>
      <a:effectLst>
        <a:innerShdw blurRad="114300">
          <a:schemeClr val="phClr">
            <a:lumMod val="75000"/>
          </a:schemeClr>
        </a:innerShdw>
      </a:effectLst>
      <a:scene3d>
        <a:camera prst="orthographicFront"/>
        <a:lightRig rig="threePt" dir="t"/>
      </a:scene3d>
      <a:sp3d contourW="19050" prstMaterial="flat">
        <a:contourClr>
          <a:schemeClr val="accent4">
            <a:lumMod val="75000"/>
          </a:schemeClr>
        </a:contourClr>
      </a:sp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70616-68AF-A940-9235-6051B03E57CA}" type="datetimeFigureOut">
              <a:t>03/15/2026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17CDD-1886-BA40-8FD9-A47E154EBD0B}" type="slidenum"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25901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dirty="0"/>
              <a:t>During upcoming we will have almost </a:t>
            </a:r>
            <a:r>
              <a:rPr lang="en-US" sz="1000" b="1" dirty="0"/>
              <a:t>11 sessions. </a:t>
            </a:r>
            <a:br>
              <a:rPr lang="en-US" sz="1000" b="1" dirty="0"/>
            </a:br>
            <a:r>
              <a:rPr lang="en-US" sz="1000" dirty="0"/>
              <a:t>Each session is one hour, fewer 1 hour 30, </a:t>
            </a:r>
            <a:br>
              <a:rPr lang="en-US" sz="1000" dirty="0"/>
            </a:br>
            <a:r>
              <a:rPr lang="en-US" sz="1000" dirty="0"/>
              <a:t>then we will cover all technical aspects in terms of </a:t>
            </a:r>
            <a:r>
              <a:rPr lang="en-US" sz="1000" b="1" dirty="0"/>
              <a:t>scope</a:t>
            </a:r>
            <a:r>
              <a:rPr lang="en-US" sz="1000" dirty="0"/>
              <a:t>, </a:t>
            </a:r>
            <a:r>
              <a:rPr lang="en-US" sz="1000" b="1" dirty="0"/>
              <a:t>risk management</a:t>
            </a:r>
            <a:r>
              <a:rPr lang="en-US" sz="1000" dirty="0"/>
              <a:t>, </a:t>
            </a:r>
            <a:r>
              <a:rPr lang="en-US" sz="1000" b="1" dirty="0"/>
              <a:t>assumptions</a:t>
            </a:r>
            <a:r>
              <a:rPr lang="en-US" sz="1000" dirty="0"/>
              <a:t>, and other </a:t>
            </a:r>
            <a:r>
              <a:rPr lang="en-US" sz="1000" b="1" dirty="0"/>
              <a:t>coordination</a:t>
            </a:r>
            <a:r>
              <a:rPr lang="en-US" sz="1000" dirty="0"/>
              <a:t> that require a </a:t>
            </a:r>
            <a:br>
              <a:rPr lang="en-US" sz="1000" dirty="0"/>
            </a:br>
            <a:r>
              <a:rPr lang="en-US" sz="1000" dirty="0"/>
              <a:t>I already published the author and the owner that will present his main expertise and domain related to this project. </a:t>
            </a:r>
            <a:br>
              <a:rPr lang="en-US" sz="1000" dirty="0"/>
            </a:br>
            <a:endParaRPr lang="LID4096" sz="1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17CDD-1886-BA40-8FD9-A47E154EBD0B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44714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17CDD-1886-BA40-8FD9-A47E154EBD0B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4879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map of the service providers with the existing frontends. </a:t>
            </a:r>
            <a:br>
              <a:rPr lang="en-US" dirty="0"/>
            </a:br>
            <a:r>
              <a:rPr lang="en-US" dirty="0"/>
              <a:t>In Total (needs to counts) Because this will impact the upgrade duration and the old process, we will work on site. 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17CDD-1886-BA40-8FD9-A47E154EBD0B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25980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33EF2-E12A-4134-B539-978165C307F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753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7C663-0327-73D6-D8A4-BBE18C12B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E8173A-1DFA-4804-372D-E789DD58C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4633A0-3D5A-A617-D2C6-4E8D27630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15102-2685-1098-F6C4-79A221505F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71B45A-8B6A-4988-B5BD-330219FFAC4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92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71B45A-8B6A-4988-B5BD-330219FFAC4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59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8A7C5-14F6-4961-B81D-DE8C61587D3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92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8A7C5-14F6-4961-B81D-DE8C61587D3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051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17CDD-1886-BA40-8FD9-A47E154EBD0B}" type="slidenum">
              <a:rPr lang="en-DE"/>
              <a:t>39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72929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1D152-2EFB-6638-9E2F-0BCE1B75A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54AF3-9231-AD25-167A-0C9678644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78DE4-2392-B3BC-0949-E0DF6D32F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E3470-FB0E-3E36-48E6-07613DBABE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17CDD-1886-BA40-8FD9-A47E154EBD0B}" type="slidenum">
              <a:rPr lang="en-DE"/>
              <a:t>40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45215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A41BE-9AC2-9F09-1DBF-14E9D5565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6CE194-9715-5631-5DA1-330345CF2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36C347-AA40-126A-9462-FB2CD98CE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C747B-0119-E730-0B8E-E8E7AFA17F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17CDD-1886-BA40-8FD9-A47E154EBD0B}" type="slidenum">
              <a:rPr lang="en-DE"/>
              <a:t>41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99204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5E44E-37C6-0272-CF6E-5496186F4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55817A-5E7A-3E25-1FD6-132520A3C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8915CB-07C1-DAF3-D4E6-E9A7676FC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E5A12-BCD0-15D6-BC10-269E227DD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17CDD-1886-BA40-8FD9-A47E154EBD0B}" type="slidenum">
              <a:rPr lang="en-DE"/>
              <a:t>42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00675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29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29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29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29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7" Type="http://schemas.openxmlformats.org/officeDocument/2006/relationships/image" Target="../media/image29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 - BRAND COL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B1C14DA-378E-9CCD-5D35-E90EFF865F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FEC38A9-26D0-6F99-31E1-09B880E4B4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34515" y="5773275"/>
            <a:ext cx="4920942" cy="7128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Speaker’s name </a:t>
            </a:r>
          </a:p>
          <a:p>
            <a:pPr lvl="0"/>
            <a:r>
              <a:rPr lang="en-US" dirty="0"/>
              <a:t>Title of the speaker </a:t>
            </a:r>
            <a:endParaRPr lang="en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DE8174-77A2-661B-ED82-2981EDAF5D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312" y="2196193"/>
            <a:ext cx="4920943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he-IL" dirty="0"/>
              <a:t>This is the </a:t>
            </a:r>
            <a:br>
              <a:rPr lang="he-IL" dirty="0"/>
            </a:br>
            <a:r>
              <a:rPr lang="he-IL" dirty="0"/>
              <a:t>title of the presentation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C9014A-9A29-E2F6-ABDF-8C3F8105F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312" y="4583793"/>
            <a:ext cx="6208855" cy="4165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EA6A6FE-E24F-719B-FF52-04492BCC06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57262" y="5895202"/>
            <a:ext cx="1884768" cy="483927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DBDE52-B545-ED08-B72A-602A4BA198BF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1723171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r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D0A4B-F671-1CCB-6AC7-FEA37FB3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4A0F87C-C07F-8AE6-9771-5272486DE2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7696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26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D0A4B-F671-1CCB-6AC7-FEA37FB3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4A0F87C-C07F-8AE6-9771-5272486DE2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76962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4BE8756-8A9F-857F-1B91-4F9E5FBB3905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defPPr>
              <a:defRPr lang="en-DE"/>
            </a:defPPr>
            <a:lvl1pPr marL="0" algn="ctr" defTabSz="914400" rtl="0" eaLnBrk="1" latinLnBrk="0" hangingPunct="1">
              <a:defRPr sz="600" b="0" kern="120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A2350A-29EC-E546-BCCA-FF7831B45487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B8A5AA7-8C67-E771-E7B9-C8A48C7F1933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8845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genda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D0A4B-F671-1CCB-6AC7-FEA37FB3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4A0F87C-C07F-8AE6-9771-5272486DE2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76962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4BE8756-8A9F-857F-1B91-4F9E5FBB3905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defPPr>
              <a:defRPr lang="en-DE"/>
            </a:defPPr>
            <a:lvl1pPr marL="0" algn="ctr" defTabSz="914400" rtl="0" eaLnBrk="1" latinLnBrk="0" hangingPunct="1">
              <a:defRPr sz="600" b="0" kern="120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A2350A-29EC-E546-BCCA-FF7831B45487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B8A5AA7-8C67-E771-E7B9-C8A48C7F1933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4264386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- Solid BG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B5C11F52-1938-3C1B-69B0-AB92017334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7262" y="5895202"/>
            <a:ext cx="1884768" cy="4839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B064202-EF0F-63B2-3F11-F6DDBDB0B5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885" y="2953599"/>
            <a:ext cx="4920943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he-IL" dirty="0"/>
              <a:t>This is a divi</a:t>
            </a:r>
            <a:r>
              <a:rPr lang="en-US" dirty="0"/>
              <a:t>d</a:t>
            </a:r>
            <a:r>
              <a:rPr lang="he-IL" dirty="0"/>
              <a:t>er slide title here</a:t>
            </a:r>
            <a:r>
              <a:rPr lang="en-US" dirty="0"/>
              <a:t> title here</a:t>
            </a:r>
            <a:endParaRPr lang="en-DE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FEC38A9-26D0-6F99-31E1-09B880E4B4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1884" y="2412141"/>
            <a:ext cx="1461947" cy="874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7200" b="0">
                <a:solidFill>
                  <a:srgbClr val="BDC7F5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02</a:t>
            </a:r>
            <a:endParaRPr lang="en-D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A7989B9-E1DD-3D83-9E7B-EE6CE57C2D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97C9A8-F1BB-5167-A687-A60C405FA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8979E9-CD6A-6F22-DEEB-D835475E6A4C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365239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SC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1E039A2-B758-8913-CC63-FF7CB70B06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5799" y="0"/>
            <a:ext cx="52324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DF3E63-BC8C-70FB-3E23-26B5117267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8096" y="588738"/>
            <a:ext cx="6156652" cy="98236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>
                <a:effectLst/>
              </a:rPr>
              <a:t>Here comes the title of slide here comes the title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8D884-2D77-81FC-2E1C-7DA55E65BA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98080" y="922713"/>
            <a:ext cx="4147838" cy="169112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0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DE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50950E-C996-7A70-253F-DEDAE5B6BFEC}"/>
              </a:ext>
            </a:extLst>
          </p:cNvPr>
          <p:cNvSpPr/>
          <p:nvPr userDrawn="1"/>
        </p:nvSpPr>
        <p:spPr>
          <a:xfrm>
            <a:off x="4572000" y="3150524"/>
            <a:ext cx="5020888" cy="2959331"/>
          </a:xfrm>
          <a:prstGeom prst="roundRect">
            <a:avLst>
              <a:gd name="adj" fmla="val 6610"/>
            </a:avLst>
          </a:prstGeom>
          <a:solidFill>
            <a:schemeClr val="bg1">
              <a:alpha val="30226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60C5915-03B7-576D-69E7-9F69FF5D122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91682" y="3329233"/>
            <a:ext cx="4581525" cy="2601913"/>
          </a:xfrm>
          <a:prstGeom prst="roundRect">
            <a:avLst>
              <a:gd name="adj" fmla="val 5804"/>
            </a:avLst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00">
                <a:solidFill>
                  <a:srgbClr val="BDC7F5"/>
                </a:solidFill>
              </a:defRPr>
            </a:lvl1pPr>
          </a:lstStyle>
          <a:p>
            <a:r>
              <a:rPr lang="en-DE"/>
              <a:t>ADD SCREEN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DC034CA-3872-630A-BFFE-44B52340B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4491922-BDD0-25A1-3E67-D50CCE1F96A7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8164BBC-8D0C-F9C7-BCE3-0665B4EFFA3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902825" y="3528464"/>
            <a:ext cx="1854200" cy="1101725"/>
          </a:xfrm>
          <a:prstGeom prst="rect">
            <a:avLst/>
          </a:prstGeom>
        </p:spPr>
        <p:txBody>
          <a:bodyPr/>
          <a:lstStyle>
            <a:lvl1pPr marL="180000" indent="-1800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solidFill>
                  <a:schemeClr val="bg1"/>
                </a:solidFill>
                <a:latin typeface="+mn-lt"/>
              </a:defRPr>
            </a:lvl1pPr>
            <a:lvl2pPr marL="396000" indent="-2160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solidFill>
                  <a:schemeClr val="bg1"/>
                </a:solidFill>
                <a:latin typeface="+mn-lt"/>
              </a:defRPr>
            </a:lvl2pPr>
            <a:lvl3pPr marL="612000" indent="-216000">
              <a:buClr>
                <a:schemeClr val="accent4"/>
              </a:buClr>
              <a:buFont typeface="Aptos" panose="020B0004020202020204" pitchFamily="34" charset="0"/>
              <a:buChar char="→"/>
              <a:defRPr sz="12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4pPr>
            <a:lvl5pPr marL="20574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5EE3B9B-D936-FBA6-A3D3-ECF73CF89C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096" y="2082853"/>
            <a:ext cx="3255510" cy="3578113"/>
          </a:xfrm>
          <a:prstGeom prst="rect">
            <a:avLst/>
          </a:prstGeom>
        </p:spPr>
        <p:txBody>
          <a:bodyPr/>
          <a:lstStyle>
            <a:lvl1pPr marL="180000" indent="-180000">
              <a:buClr>
                <a:schemeClr val="accent4"/>
              </a:buClr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1pPr>
            <a:lvl2pPr marL="360000" indent="-180000">
              <a:buClr>
                <a:schemeClr val="accent4"/>
              </a:buClr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540000" indent="-180000">
              <a:buClr>
                <a:schemeClr val="accent4"/>
              </a:buClr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4pPr>
            <a:lvl5pPr marL="20574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47329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SCREEN - L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1E039A2-B758-8913-CC63-FF7CB70B06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5799" y="0"/>
            <a:ext cx="52324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DF3E63-BC8C-70FB-3E23-26B5117267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8096" y="588738"/>
            <a:ext cx="6156652" cy="98236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>
                <a:effectLst/>
              </a:rPr>
              <a:t>Here comes the title of slide here comes the title</a:t>
            </a:r>
            <a:endParaRPr lang="en-D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50950E-C996-7A70-253F-DEDAE5B6BFEC}"/>
              </a:ext>
            </a:extLst>
          </p:cNvPr>
          <p:cNvSpPr/>
          <p:nvPr userDrawn="1"/>
        </p:nvSpPr>
        <p:spPr>
          <a:xfrm>
            <a:off x="4572000" y="3150524"/>
            <a:ext cx="5020888" cy="2959331"/>
          </a:xfrm>
          <a:prstGeom prst="roundRect">
            <a:avLst>
              <a:gd name="adj" fmla="val 6610"/>
            </a:avLst>
          </a:prstGeom>
          <a:solidFill>
            <a:schemeClr val="bg2">
              <a:alpha val="55000"/>
            </a:schemeClr>
          </a:solidFill>
          <a:ln w="9525">
            <a:solidFill>
              <a:srgbClr val="4035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D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60C5915-03B7-576D-69E7-9F69FF5D122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91682" y="3329233"/>
            <a:ext cx="4581525" cy="2601913"/>
          </a:xfrm>
          <a:prstGeom prst="roundRect">
            <a:avLst>
              <a:gd name="adj" fmla="val 5804"/>
            </a:avLst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DE"/>
              <a:t>ADD SCREEN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421E0-BFD1-546F-3967-A67121B22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02EEE14F-68BC-0C1A-0CA9-9BD23AB27D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98080" y="922713"/>
            <a:ext cx="4147838" cy="169112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0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DE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F20B8E2-C081-3E39-5AC4-D08A2E4001C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902825" y="3528464"/>
            <a:ext cx="1854200" cy="1101725"/>
          </a:xfrm>
          <a:prstGeom prst="rect">
            <a:avLst/>
          </a:prstGeom>
        </p:spPr>
        <p:txBody>
          <a:bodyPr/>
          <a:lstStyle>
            <a:lvl1pPr marL="180000" indent="-180000">
              <a:buClr>
                <a:schemeClr val="accent5">
                  <a:lumMod val="50000"/>
                </a:schemeClr>
              </a:buClr>
              <a:buFont typeface="Aptos" panose="020B0004020202020204" pitchFamily="34" charset="0"/>
              <a:buChar char="→"/>
              <a:defRPr sz="1100">
                <a:solidFill>
                  <a:schemeClr val="tx1"/>
                </a:solidFill>
                <a:latin typeface="+mn-lt"/>
              </a:defRPr>
            </a:lvl1pPr>
            <a:lvl2pPr marL="324000" indent="-144000">
              <a:buClr>
                <a:schemeClr val="accent5">
                  <a:lumMod val="50000"/>
                </a:schemeClr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2pPr>
            <a:lvl3pPr marL="504000" indent="-180000">
              <a:buClr>
                <a:schemeClr val="accent5">
                  <a:lumMod val="50000"/>
                </a:schemeClr>
              </a:buClr>
              <a:buFont typeface="Aptos" panose="020B0004020202020204" pitchFamily="34" charset="0"/>
              <a:buChar char="→"/>
              <a:defRPr sz="1200">
                <a:latin typeface="+mn-lt"/>
              </a:defRPr>
            </a:lvl3pPr>
            <a:lvl4pPr marL="16002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4pPr>
            <a:lvl5pPr marL="20574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5ADCE2A-2560-05B7-AE10-32E2E049B9B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096" y="2082853"/>
            <a:ext cx="3255510" cy="3578113"/>
          </a:xfrm>
          <a:prstGeom prst="rect">
            <a:avLst/>
          </a:prstGeom>
        </p:spPr>
        <p:txBody>
          <a:bodyPr/>
          <a:lstStyle>
            <a:lvl1pPr marL="180000" indent="-180000">
              <a:buClr>
                <a:schemeClr val="accent5">
                  <a:lumMod val="50000"/>
                </a:schemeClr>
              </a:buClr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1pPr>
            <a:lvl2pPr marL="360000" indent="-180000">
              <a:buClr>
                <a:schemeClr val="accent5">
                  <a:lumMod val="50000"/>
                </a:schemeClr>
              </a:buClr>
              <a:buFont typeface="Aptos" panose="020B0004020202020204" pitchFamily="34" charset="0"/>
              <a:buChar char="→"/>
              <a:defRPr sz="1400">
                <a:latin typeface="+mn-lt"/>
              </a:defRPr>
            </a:lvl2pPr>
            <a:lvl3pPr marL="576000" indent="-180000">
              <a:buClr>
                <a:schemeClr val="accent5">
                  <a:lumMod val="50000"/>
                </a:schemeClr>
              </a:buClr>
              <a:buFont typeface="Aptos" panose="020B0004020202020204" pitchFamily="34" charset="0"/>
              <a:buChar char="→"/>
              <a:defRPr sz="1200">
                <a:latin typeface="+mn-lt"/>
              </a:defRPr>
            </a:lvl3pPr>
            <a:lvl4pPr marL="16002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4pPr>
            <a:lvl5pPr marL="20574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2302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01">
    <p:bg>
      <p:bgPr>
        <a:solidFill>
          <a:srgbClr val="4035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6661C15-085A-D2D7-2CE6-A71EF577F0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7563" r="1756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EBE500B-B8A4-D9BE-1A77-EFAB67A071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992"/>
          <a:stretch>
            <a:fillRect/>
          </a:stretch>
        </p:blipFill>
        <p:spPr>
          <a:xfrm>
            <a:off x="0" y="0"/>
            <a:ext cx="4054208" cy="6858000"/>
          </a:xfrm>
          <a:custGeom>
            <a:avLst/>
            <a:gdLst>
              <a:gd name="connsiteX0" fmla="*/ 0 w 4054208"/>
              <a:gd name="connsiteY0" fmla="*/ 0 h 6858000"/>
              <a:gd name="connsiteX1" fmla="*/ 4054208 w 4054208"/>
              <a:gd name="connsiteY1" fmla="*/ 0 h 6858000"/>
              <a:gd name="connsiteX2" fmla="*/ 4054208 w 4054208"/>
              <a:gd name="connsiteY2" fmla="*/ 6858000 h 6858000"/>
              <a:gd name="connsiteX3" fmla="*/ 0 w 405420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4208" h="6858000">
                <a:moveTo>
                  <a:pt x="0" y="0"/>
                </a:moveTo>
                <a:lnTo>
                  <a:pt x="4054208" y="0"/>
                </a:lnTo>
                <a:lnTo>
                  <a:pt x="40542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EF8E5-E77B-0AD9-988E-167E3DB9609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016578" y="1671464"/>
            <a:ext cx="1942812" cy="132085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>
                <a:effectLst/>
              </a:rPr>
              <a:t>Here comes the title of the slide</a:t>
            </a:r>
            <a:endParaRPr lang="en-DE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8589B3A-318C-6C8C-00E6-5CE4B37C27D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0016578" y="1152276"/>
            <a:ext cx="1942812" cy="41182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Title over here</a:t>
            </a:r>
            <a:endParaRPr lang="en-DE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DB1C50-48F4-6941-B163-CE81A5789BC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016578" y="4047887"/>
            <a:ext cx="1942812" cy="132085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5F5DF16-756A-D2ED-B659-7AC638C1231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0016578" y="3528699"/>
            <a:ext cx="1942812" cy="41182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Title over here</a:t>
            </a:r>
            <a:endParaRPr lang="en-DE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D3FD480-68C1-22F1-7C9D-0E3B1B972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63EC526-BFFF-4BA9-F37C-1E46BE9EEAD1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478260A-FDA9-827C-1B12-84B7111CD0B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000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79488" y="408205"/>
            <a:ext cx="9433024" cy="114280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 of the</a:t>
            </a:r>
            <a:endParaRPr lang="en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FBFB7C9-E8C6-1BF0-833E-0917604800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9779" y="1810943"/>
            <a:ext cx="7892441" cy="4228093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A08A730-7487-E769-D85B-42ABEE51B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AD68CBD-4AF9-9DA7-A2A4-1A076D997667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3224338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79488" y="408205"/>
            <a:ext cx="9433024" cy="114280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accent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 of the</a:t>
            </a:r>
            <a:endParaRPr lang="en-D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2B384BF-F62D-9BC5-8C1E-291F7C3FAF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9779" y="1810943"/>
            <a:ext cx="7892441" cy="4228093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1B03C9E-7BCC-DA69-A381-B42FB04D1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0545C-6D4F-E40E-0AD8-7DFCCD26DD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97326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- DARK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2CA5C7-5B3C-253A-E6F4-F744CA79B1EF}"/>
              </a:ext>
            </a:extLst>
          </p:cNvPr>
          <p:cNvCxnSpPr/>
          <p:nvPr userDrawn="1"/>
        </p:nvCxnSpPr>
        <p:spPr>
          <a:xfrm>
            <a:off x="0" y="4094570"/>
            <a:ext cx="12192000" cy="0"/>
          </a:xfrm>
          <a:prstGeom prst="line">
            <a:avLst/>
          </a:prstGeom>
          <a:ln>
            <a:solidFill>
              <a:srgbClr val="BDC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29A8870-030D-A196-A964-3CD76713C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5D2F911-A518-782D-ED27-BF74B1D04A3B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60D057E-CAD3-3400-BB69-95F13C33DC0D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62BF325-2B27-9069-602A-4FA202743D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314150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WER NO WiTH ICON X4 - BRIGH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C77D2BB-CE02-C818-5E27-F8045883A22F}"/>
              </a:ext>
            </a:extLst>
          </p:cNvPr>
          <p:cNvCxnSpPr/>
          <p:nvPr userDrawn="1"/>
        </p:nvCxnSpPr>
        <p:spPr>
          <a:xfrm>
            <a:off x="0" y="4094570"/>
            <a:ext cx="12192000" cy="0"/>
          </a:xfrm>
          <a:prstGeom prst="line">
            <a:avLst/>
          </a:prstGeom>
          <a:ln>
            <a:solidFill>
              <a:srgbClr val="BDC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19E7379-B820-61AB-8E10-2BDFB2F1462F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007BF3E-4972-1B2B-4BFC-6209EC78EB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090D3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15845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5C4DA-E755-E9CA-4335-D928DEAEA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92116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76E3635-CDEA-FE23-F7EE-B0FB24815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944533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0A1396-01AD-7F81-4EBF-70BB95EBFB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AFE2E81-E38E-0FF5-36A1-014B9F24D5C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8020" y="1074386"/>
            <a:ext cx="6881209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159527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DE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26F692-5D91-5D25-5CDD-A3386FB1A7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4944533" cy="685799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95764775-EA26-2EFB-76A2-959543015D0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D244B6B-F246-A9CB-C034-3AB155D8A6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8020" y="1074386"/>
            <a:ext cx="6881209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804057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IDE TITL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26F692-5D91-5D25-5CDD-A3386FB1A7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4944533" cy="685799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E8824CE-FA18-8933-966E-FB2499E8EA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B65180F-02D2-B8FD-8FA2-897AEC13B1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8020" y="1074386"/>
            <a:ext cx="6881209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63452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IDE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76E3635-CDEA-FE23-F7EE-B0FB24815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944533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43C4561-3AAB-14EF-C44F-E0E56D01B17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9A7DD28-7799-6E47-C876-4A6C69DFF5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8020" y="1074386"/>
            <a:ext cx="6881209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189127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IDE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76E3635-CDEA-FE23-F7EE-B0FB24815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944533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A91D596-FBF3-BF06-B7D2-66155A86548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EBF6C2-7851-584D-D566-62DE8289DA8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8020" y="1074386"/>
            <a:ext cx="6881209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36585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IDE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76E3635-CDEA-FE23-F7EE-B0FB24815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944533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A91D596-FBF3-BF06-B7D2-66155A86548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ADC6C-865B-66EA-B50B-7DECB5DE8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892349" y="2926053"/>
            <a:ext cx="1942812" cy="132085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1956DCF-166D-F80B-DFFF-8564297DCB1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892349" y="2406865"/>
            <a:ext cx="1942812" cy="41182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Title over here</a:t>
            </a:r>
            <a:endParaRPr lang="en-DE"/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D137B0B9-640C-EAAA-66B8-668885A93A5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56762" y="893858"/>
            <a:ext cx="4279900" cy="4816475"/>
          </a:xfrm>
          <a:prstGeom prst="round1Rect">
            <a:avLst>
              <a:gd name="adj" fmla="val 11249"/>
            </a:avLst>
          </a:prstGeom>
          <a:solidFill>
            <a:srgbClr val="EDEDED">
              <a:alpha val="72349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42D5F-A280-2F87-16E5-274FCDF2B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158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IDE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76E3635-CDEA-FE23-F7EE-B0FB24815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944533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A91D596-FBF3-BF06-B7D2-66155A86548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63572756-5259-90FA-1183-65FAD6BEBC3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508635" y="414407"/>
            <a:ext cx="3522722" cy="2673294"/>
          </a:xfrm>
          <a:prstGeom prst="round1Rect">
            <a:avLst>
              <a:gd name="adj" fmla="val 11249"/>
            </a:avLst>
          </a:prstGeom>
          <a:solidFill>
            <a:schemeClr val="bg1">
              <a:lumMod val="75000"/>
              <a:alpha val="9634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4C8451AC-6E14-A2A6-E10E-D2D9F971F10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35" y="3422706"/>
            <a:ext cx="3522722" cy="2673294"/>
          </a:xfrm>
          <a:prstGeom prst="round1Rect">
            <a:avLst>
              <a:gd name="adj" fmla="val 11249"/>
            </a:avLst>
          </a:prstGeom>
          <a:solidFill>
            <a:schemeClr val="bg1">
              <a:lumMod val="75000"/>
              <a:alpha val="9634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4153E1-6060-93DD-5E55-105C76096BB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614644" y="1434968"/>
            <a:ext cx="1826507" cy="87091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C74D88E-48D7-B65A-AB86-B1931B0250D4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614644" y="4323942"/>
            <a:ext cx="1826507" cy="87091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EC429AD-D532-B287-40EF-5797D5557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902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IDE TITL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3BC070B-A7DA-3C02-8994-CCBEF22F4139}"/>
              </a:ext>
            </a:extLst>
          </p:cNvPr>
          <p:cNvSpPr/>
          <p:nvPr userDrawn="1"/>
        </p:nvSpPr>
        <p:spPr>
          <a:xfrm>
            <a:off x="1" y="0"/>
            <a:ext cx="4942477" cy="6858000"/>
          </a:xfrm>
          <a:custGeom>
            <a:avLst/>
            <a:gdLst>
              <a:gd name="connsiteX0" fmla="*/ 0 w 4942477"/>
              <a:gd name="connsiteY0" fmla="*/ 0 h 6858000"/>
              <a:gd name="connsiteX1" fmla="*/ 3657400 w 4942477"/>
              <a:gd name="connsiteY1" fmla="*/ 0 h 6858000"/>
              <a:gd name="connsiteX2" fmla="*/ 3657400 w 4942477"/>
              <a:gd name="connsiteY2" fmla="*/ 5568201 h 6858000"/>
              <a:gd name="connsiteX3" fmla="*/ 4811040 w 4942477"/>
              <a:gd name="connsiteY3" fmla="*/ 6850961 h 6858000"/>
              <a:gd name="connsiteX4" fmla="*/ 4942477 w 4942477"/>
              <a:gd name="connsiteY4" fmla="*/ 6858000 h 6858000"/>
              <a:gd name="connsiteX5" fmla="*/ 1 w 494247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2477" h="6858000">
                <a:moveTo>
                  <a:pt x="0" y="0"/>
                </a:moveTo>
                <a:lnTo>
                  <a:pt x="3657400" y="0"/>
                </a:lnTo>
                <a:lnTo>
                  <a:pt x="3657400" y="5568201"/>
                </a:lnTo>
                <a:cubicBezTo>
                  <a:pt x="3657400" y="6234720"/>
                  <a:pt x="4162749" y="6783176"/>
                  <a:pt x="4811040" y="6850961"/>
                </a:cubicBezTo>
                <a:lnTo>
                  <a:pt x="4942477" y="6858000"/>
                </a:lnTo>
                <a:lnTo>
                  <a:pt x="1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431C1FF-644B-4BB4-8D44-3F32B2D859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B2B328-E44B-6331-954C-A6B92F57636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8020" y="1074386"/>
            <a:ext cx="6881209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48317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69" userDrawn="1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IDE TITL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3BC070B-A7DA-3C02-8994-CCBEF22F4139}"/>
              </a:ext>
            </a:extLst>
          </p:cNvPr>
          <p:cNvSpPr/>
          <p:nvPr userDrawn="1"/>
        </p:nvSpPr>
        <p:spPr>
          <a:xfrm>
            <a:off x="1" y="0"/>
            <a:ext cx="4942477" cy="6858000"/>
          </a:xfrm>
          <a:custGeom>
            <a:avLst/>
            <a:gdLst>
              <a:gd name="connsiteX0" fmla="*/ 0 w 4942477"/>
              <a:gd name="connsiteY0" fmla="*/ 0 h 6858000"/>
              <a:gd name="connsiteX1" fmla="*/ 3657400 w 4942477"/>
              <a:gd name="connsiteY1" fmla="*/ 0 h 6858000"/>
              <a:gd name="connsiteX2" fmla="*/ 3657400 w 4942477"/>
              <a:gd name="connsiteY2" fmla="*/ 5568201 h 6858000"/>
              <a:gd name="connsiteX3" fmla="*/ 4811040 w 4942477"/>
              <a:gd name="connsiteY3" fmla="*/ 6850961 h 6858000"/>
              <a:gd name="connsiteX4" fmla="*/ 4942477 w 4942477"/>
              <a:gd name="connsiteY4" fmla="*/ 6858000 h 6858000"/>
              <a:gd name="connsiteX5" fmla="*/ 1 w 494247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2477" h="6858000">
                <a:moveTo>
                  <a:pt x="0" y="0"/>
                </a:moveTo>
                <a:lnTo>
                  <a:pt x="3657400" y="0"/>
                </a:lnTo>
                <a:lnTo>
                  <a:pt x="3657400" y="5568201"/>
                </a:lnTo>
                <a:cubicBezTo>
                  <a:pt x="3657400" y="6234720"/>
                  <a:pt x="4162749" y="6783176"/>
                  <a:pt x="4811040" y="6850961"/>
                </a:cubicBezTo>
                <a:lnTo>
                  <a:pt x="4942477" y="6858000"/>
                </a:lnTo>
                <a:lnTo>
                  <a:pt x="1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431C1FF-644B-4BB4-8D44-3F32B2D859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D3596-D695-4391-59BB-D5FD191053F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892349" y="2926053"/>
            <a:ext cx="1942812" cy="132085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C6FD75-46E7-AFC8-4173-916D8DF746E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892349" y="2406865"/>
            <a:ext cx="1942812" cy="41182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Title over here</a:t>
            </a:r>
            <a:endParaRPr lang="en-DE"/>
          </a:p>
        </p:txBody>
      </p:sp>
      <p:sp>
        <p:nvSpPr>
          <p:cNvPr id="10" name="Picture Placeholder 15">
            <a:extLst>
              <a:ext uri="{FF2B5EF4-FFF2-40B4-BE49-F238E27FC236}">
                <a16:creationId xmlns:a16="http://schemas.microsoft.com/office/drawing/2014/main" id="{F5C2B852-BC29-29F7-4F35-87E60F36F1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56762" y="893858"/>
            <a:ext cx="4279900" cy="4816475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8860664-9195-4C3A-C4E4-AEB12D268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583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69" userDrawn="1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IDE TITL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3BC070B-A7DA-3C02-8994-CCBEF22F4139}"/>
              </a:ext>
            </a:extLst>
          </p:cNvPr>
          <p:cNvSpPr/>
          <p:nvPr userDrawn="1"/>
        </p:nvSpPr>
        <p:spPr>
          <a:xfrm>
            <a:off x="1" y="0"/>
            <a:ext cx="4942477" cy="6858000"/>
          </a:xfrm>
          <a:custGeom>
            <a:avLst/>
            <a:gdLst>
              <a:gd name="connsiteX0" fmla="*/ 0 w 4942477"/>
              <a:gd name="connsiteY0" fmla="*/ 0 h 6858000"/>
              <a:gd name="connsiteX1" fmla="*/ 3657400 w 4942477"/>
              <a:gd name="connsiteY1" fmla="*/ 0 h 6858000"/>
              <a:gd name="connsiteX2" fmla="*/ 3657400 w 4942477"/>
              <a:gd name="connsiteY2" fmla="*/ 5568201 h 6858000"/>
              <a:gd name="connsiteX3" fmla="*/ 4811040 w 4942477"/>
              <a:gd name="connsiteY3" fmla="*/ 6850961 h 6858000"/>
              <a:gd name="connsiteX4" fmla="*/ 4942477 w 4942477"/>
              <a:gd name="connsiteY4" fmla="*/ 6858000 h 6858000"/>
              <a:gd name="connsiteX5" fmla="*/ 1 w 494247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2477" h="6858000">
                <a:moveTo>
                  <a:pt x="0" y="0"/>
                </a:moveTo>
                <a:lnTo>
                  <a:pt x="3657400" y="0"/>
                </a:lnTo>
                <a:lnTo>
                  <a:pt x="3657400" y="5568201"/>
                </a:lnTo>
                <a:cubicBezTo>
                  <a:pt x="3657400" y="6234720"/>
                  <a:pt x="4162749" y="6783176"/>
                  <a:pt x="4811040" y="6850961"/>
                </a:cubicBezTo>
                <a:lnTo>
                  <a:pt x="4942477" y="6858000"/>
                </a:lnTo>
                <a:lnTo>
                  <a:pt x="1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431C1FF-644B-4BB4-8D44-3F32B2D859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69D685C6-D359-FD73-B868-896FBF3C67A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508635" y="414407"/>
            <a:ext cx="3522722" cy="2673294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A3C5D756-1FB1-B10C-A243-63EC7B4E97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35" y="3422706"/>
            <a:ext cx="3522722" cy="2673294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9DEFA0C-33AB-FFA4-0B0B-34FC874E26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614644" y="1434968"/>
            <a:ext cx="1826507" cy="87091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B99FFBD-EC54-4EF9-A29E-00DD3FDBDA6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614644" y="4323942"/>
            <a:ext cx="1826507" cy="87091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81312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69" userDrawn="1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IDE TITL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76E3635-CDEA-FE23-F7EE-B0FB24815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944533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EB7ECB-EFC1-DA7B-03E1-58B4C30E1F8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683368-6387-7421-794D-0B3DAC7E5A7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8020" y="1074386"/>
            <a:ext cx="6881209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37772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OWER NO X4 - BRIGH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7F3EEE5-4541-CC20-D9A3-4D81DF2F81EA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E1A56E-DE6D-F0E4-29F7-9DA1130949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D0616A3-CF48-CCF6-F205-126C7A7B436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6343342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Upper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2A182B5-8061-D3E8-71BD-CA0871722F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47C530C-9CAD-7F1C-FD87-97B1B87752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" y="-11638"/>
            <a:ext cx="12208424" cy="133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76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Upper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958F9A-EB30-FFEC-B30A-673A99250C06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D8F5FDD-72A9-2647-F815-C79DF46FAA7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281540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ES WITH ICONS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5E542-0FEE-4CC6-A197-9329D0DE6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0DF81F-00BE-E0F9-5374-1DD248E62095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77AAA75-65C5-BF73-B8FC-CA63D06B37FC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70FF53-412B-8278-7F5F-61A010B648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477D81-D7FD-211E-B3B0-A734EED91B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9231681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Upper titl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F523E-3CBB-1846-E4DA-79A6891D6AB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21EF2B-83F4-A696-1AF0-51501207D1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09AF027-3B08-0C8B-027B-06FA08F3D8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" y="-11638"/>
            <a:ext cx="12208424" cy="133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914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WITH ICONS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5E542-0FEE-4CC6-A197-9329D0DE6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0DF81F-00BE-E0F9-5374-1DD248E62095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77AAA75-65C5-BF73-B8FC-CA63D06B37FC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70FF53-412B-8278-7F5F-61A010B648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F2076F7-67D9-5318-83D3-4121F59EE20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2098352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POWER NO X4 - BRIGH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7F3EEE5-4541-CC20-D9A3-4D81DF2F81EA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E1A56E-DE6D-F0E4-29F7-9DA1130949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090D3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92B8F-5125-E74C-1963-D6189A7CCE2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5068775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Upper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958F9A-EB30-FFEC-B30A-673A99250C06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D92F9757-859E-9DD0-BC51-6F63F6B92C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805765"/>
            <a:ext cx="4687888" cy="27899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D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30E6C14-F2D4-7517-04BE-CE07B65FD4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54427" y="1805765"/>
            <a:ext cx="5642248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944658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Upper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281B6BA-3C3D-55B2-6445-B9E399DC8E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805765"/>
            <a:ext cx="4687888" cy="27899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D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0EE546-70D7-3E8B-44F1-D71908E459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54427" y="1805765"/>
            <a:ext cx="5642248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DA16E9F-F3E0-3593-E814-48F7C9FB0C6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" y="-11638"/>
            <a:ext cx="12208424" cy="133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271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Upper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958F9A-EB30-FFEC-B30A-673A99250C06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7CECA70D-44A7-DAD9-6729-7095A8EBC0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805765"/>
            <a:ext cx="4687888" cy="27899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D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390888-13B0-654C-90EA-20062E3BE3E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54427" y="1805765"/>
            <a:ext cx="5642248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507736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Upper titl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958F9A-EB30-FFEC-B30A-673A99250C06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06C2810-C3CD-612E-6D1A-1DB884F89663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523FE963-1784-5CBD-5F1D-34FC8D373D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805765"/>
            <a:ext cx="4687888" cy="27899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D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D318630-82FB-06E6-7EB7-92A64F9746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54427" y="1805765"/>
            <a:ext cx="5642248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872856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+ SC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1E039A2-B758-8913-CC63-FF7CB70B06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5799" y="0"/>
            <a:ext cx="52324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DF3E63-BC8C-70FB-3E23-26B5117267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8096" y="588738"/>
            <a:ext cx="6156652" cy="98236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>
                <a:effectLst/>
              </a:rPr>
              <a:t>Here comes the title of slide here comes the title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8D884-2D77-81FC-2E1C-7DA55E65BA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98080" y="1093639"/>
            <a:ext cx="4147838" cy="1691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0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DE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50950E-C996-7A70-253F-DEDAE5B6BFEC}"/>
              </a:ext>
            </a:extLst>
          </p:cNvPr>
          <p:cNvSpPr/>
          <p:nvPr userDrawn="1"/>
        </p:nvSpPr>
        <p:spPr>
          <a:xfrm>
            <a:off x="4572000" y="3150524"/>
            <a:ext cx="5020888" cy="2959331"/>
          </a:xfrm>
          <a:prstGeom prst="roundRect">
            <a:avLst>
              <a:gd name="adj" fmla="val 6610"/>
            </a:avLst>
          </a:prstGeom>
          <a:solidFill>
            <a:schemeClr val="bg1">
              <a:alpha val="30226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60C5915-03B7-576D-69E7-9F69FF5D122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91682" y="3329233"/>
            <a:ext cx="4581525" cy="2601913"/>
          </a:xfrm>
          <a:prstGeom prst="roundRect">
            <a:avLst>
              <a:gd name="adj" fmla="val 5804"/>
            </a:avLst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00">
                <a:solidFill>
                  <a:srgbClr val="BDC7F5"/>
                </a:solidFill>
              </a:defRPr>
            </a:lvl1pPr>
          </a:lstStyle>
          <a:p>
            <a:r>
              <a:rPr lang="en-DE"/>
              <a:t>ADD SCREEN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DC034CA-3872-630A-BFFE-44B52340B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4491922-BDD0-25A1-3E67-D50CCE1F96A7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3101814-6D2A-BD6E-0FEB-09B05E1C794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096" y="2086712"/>
            <a:ext cx="3255511" cy="4023143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5040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756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B0BDBA9-D75C-FFE8-E1AB-9C5BAAE2D167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9855230" y="3742984"/>
            <a:ext cx="1790688" cy="1924571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0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504000" indent="-228600">
              <a:spcBef>
                <a:spcPts val="500"/>
              </a:spcBef>
              <a:buSzPct val="7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000">
                <a:solidFill>
                  <a:schemeClr val="tx1"/>
                </a:solidFill>
                <a:latin typeface="+mn-lt"/>
              </a:defRPr>
            </a:lvl2pPr>
            <a:lvl3pPr marL="527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70000"/>
              <a:buFontTx/>
              <a:buNone/>
              <a:tabLst/>
              <a:defRPr sz="10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3813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p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79488" y="408205"/>
            <a:ext cx="9433024" cy="114280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 of the</a:t>
            </a:r>
            <a:endParaRPr lang="en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FBFB7C9-E8C6-1BF0-833E-0917604800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9779" y="1810943"/>
            <a:ext cx="7892441" cy="4228093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A08A730-7487-E769-D85B-42ABEE51B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AD68CBD-4AF9-9DA7-A2A4-1A076D997667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9915257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MELINE - DARK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2CA5C7-5B3C-253A-E6F4-F744CA79B1EF}"/>
              </a:ext>
            </a:extLst>
          </p:cNvPr>
          <p:cNvCxnSpPr/>
          <p:nvPr userDrawn="1"/>
        </p:nvCxnSpPr>
        <p:spPr>
          <a:xfrm>
            <a:off x="0" y="4094570"/>
            <a:ext cx="12192000" cy="0"/>
          </a:xfrm>
          <a:prstGeom prst="line">
            <a:avLst/>
          </a:prstGeom>
          <a:ln>
            <a:solidFill>
              <a:srgbClr val="BDC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29A8870-030D-A196-A964-3CD76713C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5D2F911-A518-782D-ED27-BF74B1D04A3B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60D057E-CAD3-3400-BB69-95F13C33DC0D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62BF325-2B27-9069-602A-4FA202743D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75260619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02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2253AEEF-B666-07B6-31AB-5A59FE9466D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519570" y="2243262"/>
            <a:ext cx="6213074" cy="3753346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4DEF07-3C54-48F2-E4CD-71E9664C10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208185" y="3765923"/>
            <a:ext cx="1942812" cy="132085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C3DFCC2-85EA-93BF-D947-13DEF353DA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08185" y="3246735"/>
            <a:ext cx="1942812" cy="41182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Title over here</a:t>
            </a:r>
            <a:endParaRPr lang="en-DE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A4C692D-3DD0-0021-40AA-DE8BFE5E5CA9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80D1D2-05B4-4D67-7C49-F53255A356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CED2372-E213-181C-BE34-6EAC23D8D325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26724597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02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75B57B1C-F3D8-6F66-4767-E1A629F004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882" y="6286447"/>
            <a:ext cx="868152" cy="222904"/>
          </a:xfrm>
          <a:prstGeom prst="rect">
            <a:avLst/>
          </a:prstGeom>
        </p:spPr>
      </p:pic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2253AEEF-B666-07B6-31AB-5A59FE9466D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519570" y="2243262"/>
            <a:ext cx="6213074" cy="3753346"/>
          </a:xfrm>
          <a:prstGeom prst="round1Rect">
            <a:avLst>
              <a:gd name="adj" fmla="val 11249"/>
            </a:avLst>
          </a:prstGeom>
          <a:solidFill>
            <a:schemeClr val="bg1">
              <a:lumMod val="75000"/>
              <a:alpha val="9634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4DEF07-3C54-48F2-E4CD-71E9664C10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208185" y="3765923"/>
            <a:ext cx="1942812" cy="132085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C3DFCC2-85EA-93BF-D947-13DEF353DA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08185" y="3246735"/>
            <a:ext cx="1942812" cy="41182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Title over here</a:t>
            </a:r>
            <a:endParaRPr lang="en-DE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A8F382B-73E5-24F8-43B9-F24886E50086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2B6CD5-F2DE-900D-4183-70A6BC8A2B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40435139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02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F46C4-2C82-10AC-D455-B2AEB47A99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67667" y="3144498"/>
            <a:ext cx="1208148" cy="169996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2253AEEF-B666-07B6-31AB-5A59FE9466D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17974" y="2143871"/>
            <a:ext cx="3522722" cy="3479359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0" name="Picture Placeholder 15">
            <a:extLst>
              <a:ext uri="{FF2B5EF4-FFF2-40B4-BE49-F238E27FC236}">
                <a16:creationId xmlns:a16="http://schemas.microsoft.com/office/drawing/2014/main" id="{03D9323E-3B52-A92B-FF0E-AB1C4326376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462792" y="2143871"/>
            <a:ext cx="3522722" cy="3479359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663DFAA-07C6-9D39-A082-974E51723AA0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327871" y="3144498"/>
            <a:ext cx="1208148" cy="169996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A1D04DD-C2D2-66E8-CD3D-A0228140C56D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2A14D1C-3D74-615E-3AA2-D217337D5E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3D68A15-C295-931A-D748-F969A201556B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39797742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IMAGES02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A1D04DD-C2D2-66E8-CD3D-A0228140C56D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2A14D1C-3D74-615E-3AA2-D217337D5E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A4020495-BF79-F06D-5405-BE3AC499E65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5325" y="2153710"/>
            <a:ext cx="3148699" cy="3253085"/>
          </a:xfrm>
          <a:prstGeom prst="rect">
            <a:avLst/>
          </a:prstGeom>
          <a:solidFill>
            <a:srgbClr val="EDEDED">
              <a:alpha val="9634"/>
            </a:srgbClr>
          </a:solidFill>
          <a:ln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 dirty="0"/>
              <a:t>Add Image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E6E746C-F0ED-F8B1-4ECC-9C09BF6873BF}"/>
              </a:ext>
            </a:extLst>
          </p:cNvPr>
          <p:cNvSpPr/>
          <p:nvPr userDrawn="1"/>
        </p:nvSpPr>
        <p:spPr>
          <a:xfrm rot="10800000" flipH="1">
            <a:off x="695325" y="5406795"/>
            <a:ext cx="3148699" cy="452547"/>
          </a:xfrm>
          <a:custGeom>
            <a:avLst/>
            <a:gdLst>
              <a:gd name="connsiteX0" fmla="*/ 0 w 3852000"/>
              <a:gd name="connsiteY0" fmla="*/ 553629 h 553629"/>
              <a:gd name="connsiteX1" fmla="*/ 3852000 w 3852000"/>
              <a:gd name="connsiteY1" fmla="*/ 553629 h 553629"/>
              <a:gd name="connsiteX2" fmla="*/ 3852000 w 3852000"/>
              <a:gd name="connsiteY2" fmla="*/ 535505 h 553629"/>
              <a:gd name="connsiteX3" fmla="*/ 3316495 w 3852000"/>
              <a:gd name="connsiteY3" fmla="*/ 0 h 553629"/>
              <a:gd name="connsiteX4" fmla="*/ 0 w 3852000"/>
              <a:gd name="connsiteY4" fmla="*/ 0 h 553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52000" h="553629">
                <a:moveTo>
                  <a:pt x="0" y="553629"/>
                </a:moveTo>
                <a:lnTo>
                  <a:pt x="3852000" y="553629"/>
                </a:lnTo>
                <a:lnTo>
                  <a:pt x="3852000" y="535505"/>
                </a:lnTo>
                <a:cubicBezTo>
                  <a:pt x="3852000" y="239754"/>
                  <a:pt x="3612246" y="0"/>
                  <a:pt x="3316495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6" name="Round Single Corner of Rectangle 16">
            <a:extLst>
              <a:ext uri="{FF2B5EF4-FFF2-40B4-BE49-F238E27FC236}">
                <a16:creationId xmlns:a16="http://schemas.microsoft.com/office/drawing/2014/main" id="{C98E3AA7-58EC-3526-BC8C-43C68D2944CA}"/>
              </a:ext>
            </a:extLst>
          </p:cNvPr>
          <p:cNvSpPr/>
          <p:nvPr userDrawn="1"/>
        </p:nvSpPr>
        <p:spPr>
          <a:xfrm rot="10800000" flipH="1">
            <a:off x="695326" y="2143871"/>
            <a:ext cx="3148698" cy="3715472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2669E16B-1D44-FD82-15AB-1603C7DDF96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521650" y="2153710"/>
            <a:ext cx="3148699" cy="3253085"/>
          </a:xfrm>
          <a:prstGeom prst="rect">
            <a:avLst/>
          </a:prstGeom>
          <a:solidFill>
            <a:srgbClr val="EDEDED">
              <a:alpha val="9634"/>
            </a:srgbClr>
          </a:solidFill>
          <a:ln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 dirty="0"/>
              <a:t>Add Image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512DB21-13EA-83E5-604A-46D47BF308F7}"/>
              </a:ext>
            </a:extLst>
          </p:cNvPr>
          <p:cNvSpPr/>
          <p:nvPr userDrawn="1"/>
        </p:nvSpPr>
        <p:spPr>
          <a:xfrm rot="10800000" flipH="1">
            <a:off x="4521650" y="5406795"/>
            <a:ext cx="3148699" cy="452547"/>
          </a:xfrm>
          <a:custGeom>
            <a:avLst/>
            <a:gdLst>
              <a:gd name="connsiteX0" fmla="*/ 0 w 3852000"/>
              <a:gd name="connsiteY0" fmla="*/ 553629 h 553629"/>
              <a:gd name="connsiteX1" fmla="*/ 3852000 w 3852000"/>
              <a:gd name="connsiteY1" fmla="*/ 553629 h 553629"/>
              <a:gd name="connsiteX2" fmla="*/ 3852000 w 3852000"/>
              <a:gd name="connsiteY2" fmla="*/ 535505 h 553629"/>
              <a:gd name="connsiteX3" fmla="*/ 3316495 w 3852000"/>
              <a:gd name="connsiteY3" fmla="*/ 0 h 553629"/>
              <a:gd name="connsiteX4" fmla="*/ 0 w 3852000"/>
              <a:gd name="connsiteY4" fmla="*/ 0 h 553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52000" h="553629">
                <a:moveTo>
                  <a:pt x="0" y="553629"/>
                </a:moveTo>
                <a:lnTo>
                  <a:pt x="3852000" y="553629"/>
                </a:lnTo>
                <a:lnTo>
                  <a:pt x="3852000" y="535505"/>
                </a:lnTo>
                <a:cubicBezTo>
                  <a:pt x="3852000" y="239754"/>
                  <a:pt x="3612246" y="0"/>
                  <a:pt x="3316495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1" name="Round Single Corner of Rectangle 16">
            <a:extLst>
              <a:ext uri="{FF2B5EF4-FFF2-40B4-BE49-F238E27FC236}">
                <a16:creationId xmlns:a16="http://schemas.microsoft.com/office/drawing/2014/main" id="{F3211873-D9E4-6902-B2B7-D14A13121339}"/>
              </a:ext>
            </a:extLst>
          </p:cNvPr>
          <p:cNvSpPr/>
          <p:nvPr userDrawn="1"/>
        </p:nvSpPr>
        <p:spPr>
          <a:xfrm rot="10800000" flipH="1">
            <a:off x="4521651" y="2143871"/>
            <a:ext cx="3148698" cy="3715472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C3E9162E-34C8-C39B-D98F-6E8F469F9B4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47525" y="2153710"/>
            <a:ext cx="3148699" cy="3253085"/>
          </a:xfrm>
          <a:prstGeom prst="rect">
            <a:avLst/>
          </a:prstGeom>
          <a:solidFill>
            <a:srgbClr val="EDEDED">
              <a:alpha val="9634"/>
            </a:srgbClr>
          </a:solidFill>
          <a:ln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 dirty="0"/>
              <a:t>Add Image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1ADF1E8-52C0-DE38-B181-13334CBAB0C2}"/>
              </a:ext>
            </a:extLst>
          </p:cNvPr>
          <p:cNvSpPr/>
          <p:nvPr userDrawn="1"/>
        </p:nvSpPr>
        <p:spPr>
          <a:xfrm rot="10800000" flipH="1">
            <a:off x="8347525" y="5406795"/>
            <a:ext cx="3148699" cy="452547"/>
          </a:xfrm>
          <a:custGeom>
            <a:avLst/>
            <a:gdLst>
              <a:gd name="connsiteX0" fmla="*/ 0 w 3852000"/>
              <a:gd name="connsiteY0" fmla="*/ 553629 h 553629"/>
              <a:gd name="connsiteX1" fmla="*/ 3852000 w 3852000"/>
              <a:gd name="connsiteY1" fmla="*/ 553629 h 553629"/>
              <a:gd name="connsiteX2" fmla="*/ 3852000 w 3852000"/>
              <a:gd name="connsiteY2" fmla="*/ 535505 h 553629"/>
              <a:gd name="connsiteX3" fmla="*/ 3316495 w 3852000"/>
              <a:gd name="connsiteY3" fmla="*/ 0 h 553629"/>
              <a:gd name="connsiteX4" fmla="*/ 0 w 3852000"/>
              <a:gd name="connsiteY4" fmla="*/ 0 h 553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52000" h="553629">
                <a:moveTo>
                  <a:pt x="0" y="553629"/>
                </a:moveTo>
                <a:lnTo>
                  <a:pt x="3852000" y="553629"/>
                </a:lnTo>
                <a:lnTo>
                  <a:pt x="3852000" y="535505"/>
                </a:lnTo>
                <a:cubicBezTo>
                  <a:pt x="3852000" y="239754"/>
                  <a:pt x="3612246" y="0"/>
                  <a:pt x="3316495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ound Single Corner of Rectangle 16">
            <a:extLst>
              <a:ext uri="{FF2B5EF4-FFF2-40B4-BE49-F238E27FC236}">
                <a16:creationId xmlns:a16="http://schemas.microsoft.com/office/drawing/2014/main" id="{767A28A7-F25B-D080-8DD8-1F812CDAE858}"/>
              </a:ext>
            </a:extLst>
          </p:cNvPr>
          <p:cNvSpPr/>
          <p:nvPr userDrawn="1"/>
        </p:nvSpPr>
        <p:spPr>
          <a:xfrm rot="10800000" flipH="1">
            <a:off x="8347526" y="2143871"/>
            <a:ext cx="3148698" cy="3715472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B4FE151-C287-D30C-0FFB-456226F162BA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29973233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IMAGES02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A1D04DD-C2D2-66E8-CD3D-A0228140C56D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2A14D1C-3D74-615E-3AA2-D217337D5E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2" name="Round Single Corner of Rectangle 16">
            <a:extLst>
              <a:ext uri="{FF2B5EF4-FFF2-40B4-BE49-F238E27FC236}">
                <a16:creationId xmlns:a16="http://schemas.microsoft.com/office/drawing/2014/main" id="{C42E2C1A-5739-72D8-24DC-DFF147DB2BDC}"/>
              </a:ext>
            </a:extLst>
          </p:cNvPr>
          <p:cNvSpPr/>
          <p:nvPr userDrawn="1"/>
        </p:nvSpPr>
        <p:spPr>
          <a:xfrm rot="10800000" flipH="1" flipV="1">
            <a:off x="498650" y="1657512"/>
            <a:ext cx="3636000" cy="2076287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3" name="Round Single Corner of Rectangle 16">
            <a:extLst>
              <a:ext uri="{FF2B5EF4-FFF2-40B4-BE49-F238E27FC236}">
                <a16:creationId xmlns:a16="http://schemas.microsoft.com/office/drawing/2014/main" id="{4BB812D2-82C0-7906-6A8D-3A56E0D94472}"/>
              </a:ext>
            </a:extLst>
          </p:cNvPr>
          <p:cNvSpPr/>
          <p:nvPr userDrawn="1"/>
        </p:nvSpPr>
        <p:spPr>
          <a:xfrm rot="10800000" flipH="1" flipV="1">
            <a:off x="4260712" y="1657513"/>
            <a:ext cx="3636000" cy="2076287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5" name="Round Single Corner of Rectangle 16">
            <a:extLst>
              <a:ext uri="{FF2B5EF4-FFF2-40B4-BE49-F238E27FC236}">
                <a16:creationId xmlns:a16="http://schemas.microsoft.com/office/drawing/2014/main" id="{29E03294-6DF9-33C8-E8D2-9E0B25ED7ADC}"/>
              </a:ext>
            </a:extLst>
          </p:cNvPr>
          <p:cNvSpPr/>
          <p:nvPr userDrawn="1"/>
        </p:nvSpPr>
        <p:spPr>
          <a:xfrm rot="10800000" flipH="1" flipV="1">
            <a:off x="8022774" y="1657513"/>
            <a:ext cx="3636000" cy="2076287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11" name="Round Single Corner of Rectangle 16">
            <a:extLst>
              <a:ext uri="{FF2B5EF4-FFF2-40B4-BE49-F238E27FC236}">
                <a16:creationId xmlns:a16="http://schemas.microsoft.com/office/drawing/2014/main" id="{B689EB8F-F6D9-5F71-687D-2F97D155A0B9}"/>
              </a:ext>
            </a:extLst>
          </p:cNvPr>
          <p:cNvSpPr/>
          <p:nvPr userDrawn="1"/>
        </p:nvSpPr>
        <p:spPr>
          <a:xfrm rot="10800000" flipH="1" flipV="1">
            <a:off x="498650" y="4162343"/>
            <a:ext cx="3636000" cy="2076287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12" name="Round Single Corner of Rectangle 16">
            <a:extLst>
              <a:ext uri="{FF2B5EF4-FFF2-40B4-BE49-F238E27FC236}">
                <a16:creationId xmlns:a16="http://schemas.microsoft.com/office/drawing/2014/main" id="{F55852B4-32B2-7A61-DBEE-67046B9B2E07}"/>
              </a:ext>
            </a:extLst>
          </p:cNvPr>
          <p:cNvSpPr/>
          <p:nvPr userDrawn="1"/>
        </p:nvSpPr>
        <p:spPr>
          <a:xfrm rot="10800000" flipH="1" flipV="1">
            <a:off x="4260712" y="4162344"/>
            <a:ext cx="3636000" cy="2076287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13" name="Round Single Corner of Rectangle 16">
            <a:extLst>
              <a:ext uri="{FF2B5EF4-FFF2-40B4-BE49-F238E27FC236}">
                <a16:creationId xmlns:a16="http://schemas.microsoft.com/office/drawing/2014/main" id="{02470BD3-675E-C971-DF8D-7B6B1B2FFD08}"/>
              </a:ext>
            </a:extLst>
          </p:cNvPr>
          <p:cNvSpPr/>
          <p:nvPr userDrawn="1"/>
        </p:nvSpPr>
        <p:spPr>
          <a:xfrm rot="10800000" flipH="1" flipV="1">
            <a:off x="8022774" y="4162344"/>
            <a:ext cx="3636000" cy="2076287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93B1C7C8-2F1B-91C9-9EA0-729C54183E1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8174" y="1657512"/>
            <a:ext cx="3636000" cy="2076287"/>
          </a:xfrm>
          <a:prstGeom prst="round1Rect">
            <a:avLst>
              <a:gd name="adj" fmla="val 1491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36" name="Picture Placeholder 15">
            <a:extLst>
              <a:ext uri="{FF2B5EF4-FFF2-40B4-BE49-F238E27FC236}">
                <a16:creationId xmlns:a16="http://schemas.microsoft.com/office/drawing/2014/main" id="{2BCBFB75-53D6-6FE7-600B-B7DEFF9AACE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51188" y="1657512"/>
            <a:ext cx="3636000" cy="2076287"/>
          </a:xfrm>
          <a:prstGeom prst="round1Rect">
            <a:avLst>
              <a:gd name="adj" fmla="val 1491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37" name="Picture Placeholder 15">
            <a:extLst>
              <a:ext uri="{FF2B5EF4-FFF2-40B4-BE49-F238E27FC236}">
                <a16:creationId xmlns:a16="http://schemas.microsoft.com/office/drawing/2014/main" id="{24164E90-FD23-7489-FBFE-11BED2204FD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004038" y="1657512"/>
            <a:ext cx="3636000" cy="2076287"/>
          </a:xfrm>
          <a:prstGeom prst="round1Rect">
            <a:avLst>
              <a:gd name="adj" fmla="val 1491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38" name="Picture Placeholder 15">
            <a:extLst>
              <a:ext uri="{FF2B5EF4-FFF2-40B4-BE49-F238E27FC236}">
                <a16:creationId xmlns:a16="http://schemas.microsoft.com/office/drawing/2014/main" id="{87754533-F598-17AD-BD73-F4F326B5A8C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08174" y="4172112"/>
            <a:ext cx="3636000" cy="2076287"/>
          </a:xfrm>
          <a:prstGeom prst="round1Rect">
            <a:avLst>
              <a:gd name="adj" fmla="val 1491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39" name="Picture Placeholder 15">
            <a:extLst>
              <a:ext uri="{FF2B5EF4-FFF2-40B4-BE49-F238E27FC236}">
                <a16:creationId xmlns:a16="http://schemas.microsoft.com/office/drawing/2014/main" id="{5C890DB9-6B25-A005-95B9-C9A2A6A6CA2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251188" y="4172112"/>
            <a:ext cx="3636000" cy="2076287"/>
          </a:xfrm>
          <a:prstGeom prst="round1Rect">
            <a:avLst>
              <a:gd name="adj" fmla="val 1491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40" name="Picture Placeholder 15">
            <a:extLst>
              <a:ext uri="{FF2B5EF4-FFF2-40B4-BE49-F238E27FC236}">
                <a16:creationId xmlns:a16="http://schemas.microsoft.com/office/drawing/2014/main" id="{4CBFFF38-42E2-72F1-D112-C64AA77E614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04038" y="4172112"/>
            <a:ext cx="3636000" cy="2076287"/>
          </a:xfrm>
          <a:prstGeom prst="round1Rect">
            <a:avLst>
              <a:gd name="adj" fmla="val 1491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CEB3098-7B12-EB02-57F4-96ECA8D02CBF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188721715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02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F46C4-2C82-10AC-D455-B2AEB47A99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67667" y="3144498"/>
            <a:ext cx="1208148" cy="169996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2253AEEF-B666-07B6-31AB-5A59FE9466D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17974" y="2143871"/>
            <a:ext cx="3522722" cy="3479359"/>
          </a:xfrm>
          <a:prstGeom prst="round1Rect">
            <a:avLst>
              <a:gd name="adj" fmla="val 11249"/>
            </a:avLst>
          </a:prstGeom>
          <a:solidFill>
            <a:schemeClr val="bg1">
              <a:lumMod val="75000"/>
              <a:alpha val="18355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0" name="Picture Placeholder 15">
            <a:extLst>
              <a:ext uri="{FF2B5EF4-FFF2-40B4-BE49-F238E27FC236}">
                <a16:creationId xmlns:a16="http://schemas.microsoft.com/office/drawing/2014/main" id="{03D9323E-3B52-A92B-FF0E-AB1C4326376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462792" y="2143871"/>
            <a:ext cx="3522722" cy="3479359"/>
          </a:xfrm>
          <a:prstGeom prst="round1Rect">
            <a:avLst>
              <a:gd name="adj" fmla="val 11249"/>
            </a:avLst>
          </a:prstGeom>
          <a:solidFill>
            <a:schemeClr val="bg1">
              <a:lumMod val="75000"/>
              <a:alpha val="18355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663DFAA-07C6-9D39-A082-974E51723AA0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327871" y="3144498"/>
            <a:ext cx="1208148" cy="169996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D85A9AD-C49F-E894-5D98-1E150C2B728F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409BF81-3384-B410-AE4D-05F4AEFC1B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9399225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IMAGES02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D85A9AD-C49F-E894-5D98-1E150C2B728F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409BF81-3384-B410-AE4D-05F4AEFC1B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2" name="Picture Placeholder 15">
            <a:extLst>
              <a:ext uri="{FF2B5EF4-FFF2-40B4-BE49-F238E27FC236}">
                <a16:creationId xmlns:a16="http://schemas.microsoft.com/office/drawing/2014/main" id="{90C677DD-AB52-FFEB-B9D7-07A8C0F027F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17974" y="2143871"/>
            <a:ext cx="2905495" cy="3479359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CC6EAAF8-0AFA-3BC3-E28D-8AB08FD4B9D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802002" y="2143871"/>
            <a:ext cx="2905495" cy="3479359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4D90B56C-15F0-0755-81D4-BA3210ECA3A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568531" y="2143871"/>
            <a:ext cx="2905495" cy="3479359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</p:spTree>
    <p:extLst>
      <p:ext uri="{BB962C8B-B14F-4D97-AF65-F5344CB8AC3E}">
        <p14:creationId xmlns:p14="http://schemas.microsoft.com/office/powerpoint/2010/main" val="19951191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SCREEN - Light">
    <p:bg>
      <p:bgPr>
        <a:solidFill>
          <a:srgbClr val="BDC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1E039A2-B758-8913-CC63-FF7CB70B06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5799" y="0"/>
            <a:ext cx="52324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DF3E63-BC8C-70FB-3E23-26B5117267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8096" y="588738"/>
            <a:ext cx="6156652" cy="98236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>
                <a:effectLst/>
              </a:rPr>
              <a:t>Here comes the title of slide here comes the title</a:t>
            </a:r>
            <a:endParaRPr lang="en-D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50950E-C996-7A70-253F-DEDAE5B6BFEC}"/>
              </a:ext>
            </a:extLst>
          </p:cNvPr>
          <p:cNvSpPr/>
          <p:nvPr userDrawn="1"/>
        </p:nvSpPr>
        <p:spPr>
          <a:xfrm>
            <a:off x="4572000" y="3150524"/>
            <a:ext cx="5020888" cy="2959331"/>
          </a:xfrm>
          <a:prstGeom prst="roundRect">
            <a:avLst>
              <a:gd name="adj" fmla="val 6610"/>
            </a:avLst>
          </a:prstGeom>
          <a:solidFill>
            <a:schemeClr val="bg2">
              <a:alpha val="55000"/>
            </a:schemeClr>
          </a:solidFill>
          <a:ln w="9525">
            <a:solidFill>
              <a:srgbClr val="4035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D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60C5915-03B7-576D-69E7-9F69FF5D122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91682" y="3329233"/>
            <a:ext cx="4581525" cy="2601913"/>
          </a:xfrm>
          <a:prstGeom prst="roundRect">
            <a:avLst>
              <a:gd name="adj" fmla="val 5804"/>
            </a:avLst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DE"/>
              <a:t>ADD SCREEN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9E340-2C59-864A-1F7B-152B738D3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EFA2350A-29EC-E546-BCCA-FF7831B45487}" type="slidenum">
              <a:rPr lang="en-DE" smtClean="0"/>
              <a:pPr/>
              <a:t>‹#›</a:t>
            </a:fld>
            <a:endParaRPr lang="en-DE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106931A-A71D-046E-A002-361767A7AA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98080" y="1093639"/>
            <a:ext cx="4147838" cy="1691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0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DE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390B5D8-BD8E-BA2B-D876-31AEA8B7D7E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096" y="2086712"/>
            <a:ext cx="3255511" cy="4023143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5040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756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1AF368D-D009-435C-16ED-32526B4B02C3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9855230" y="3742984"/>
            <a:ext cx="1790688" cy="1924571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504000" indent="-228600">
              <a:spcBef>
                <a:spcPts val="500"/>
              </a:spcBef>
              <a:buSzPct val="7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000">
                <a:solidFill>
                  <a:schemeClr val="tx1"/>
                </a:solidFill>
                <a:latin typeface="+mn-lt"/>
              </a:defRPr>
            </a:lvl2pPr>
            <a:lvl3pPr marL="527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70000"/>
              <a:buFontTx/>
              <a:buNone/>
              <a:tabLst/>
              <a:defRPr sz="10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5216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0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2B064202-EF0F-63B2-3F11-F6DDBDB0B5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98444" y="2240462"/>
            <a:ext cx="6266946" cy="100362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80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>
                <a:effectLst/>
              </a:rPr>
              <a:t>Thank you!</a:t>
            </a:r>
            <a:endParaRPr lang="en-DE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847DD59-57E9-5B1B-F936-882309B34B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1084" y="5088067"/>
            <a:ext cx="1884768" cy="48392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E1BE199-CFCD-7475-9E43-561E53254947}"/>
              </a:ext>
            </a:extLst>
          </p:cNvPr>
          <p:cNvSpPr txBox="1">
            <a:spLocks/>
          </p:cNvSpPr>
          <p:nvPr userDrawn="1"/>
        </p:nvSpPr>
        <p:spPr>
          <a:xfrm>
            <a:off x="6863753" y="6145078"/>
            <a:ext cx="4920943" cy="347755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en-GB" sz="1600">
                <a:effectLst/>
              </a:rPr>
              <a:t>cognyte.com</a:t>
            </a:r>
            <a:endParaRPr lang="en-DE" sz="160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9B05142-84BE-3651-8D84-FEC96BE5907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EDA131F-C9CE-12C8-7C34-502A37C98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6539698-0B17-1617-F310-2C7B5B65CEE3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3348373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- Solid BG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B5C11F52-1938-3C1B-69B0-AB9201733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7262" y="5895202"/>
            <a:ext cx="1884768" cy="4839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B064202-EF0F-63B2-3F11-F6DDBDB0B5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885" y="2953599"/>
            <a:ext cx="4920943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he-IL" dirty="0"/>
              <a:t>This is a divi</a:t>
            </a:r>
            <a:r>
              <a:rPr lang="en-US" dirty="0"/>
              <a:t>d</a:t>
            </a:r>
            <a:r>
              <a:rPr lang="he-IL" dirty="0"/>
              <a:t>er slide title here</a:t>
            </a:r>
            <a:r>
              <a:rPr lang="en-US" dirty="0"/>
              <a:t> title here</a:t>
            </a:r>
            <a:endParaRPr lang="en-DE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FEC38A9-26D0-6F99-31E1-09B880E4B4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1884" y="2412141"/>
            <a:ext cx="1461947" cy="874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7200" b="0">
                <a:solidFill>
                  <a:srgbClr val="BDC7F5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02</a:t>
            </a:r>
            <a:endParaRPr lang="en-D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A7989B9-E1DD-3D83-9E7B-EE6CE57C2D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3FFA29C-C028-CB26-3F4D-568684DDE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32C851A-453B-635F-85CB-485DB2DC7582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355833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6D91BAB-CAB1-5952-5DA8-77B4E4395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0DB028F-FEA4-0B4D-9B58-2FCC45487A50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276792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669" r:id="rId2"/>
    <p:sldLayoutId id="2147483680" r:id="rId3"/>
    <p:sldLayoutId id="2147483777" r:id="rId4"/>
    <p:sldLayoutId id="2147483808" r:id="rId5"/>
    <p:sldLayoutId id="2147483711" r:id="rId6"/>
    <p:sldLayoutId id="2147483835" r:id="rId7"/>
    <p:sldLayoutId id="2147483713" r:id="rId8"/>
    <p:sldLayoutId id="2147483719" r:id="rId9"/>
    <p:sldLayoutId id="2147483720" r:id="rId10"/>
    <p:sldLayoutId id="2147483721" r:id="rId11"/>
    <p:sldLayoutId id="2147483722" r:id="rId12"/>
    <p:sldLayoutId id="2147483675" r:id="rId13"/>
    <p:sldLayoutId id="2147483778" r:id="rId14"/>
    <p:sldLayoutId id="2147483779" r:id="rId15"/>
    <p:sldLayoutId id="2147483797" r:id="rId16"/>
    <p:sldLayoutId id="2147483780" r:id="rId17"/>
    <p:sldLayoutId id="2147483783" r:id="rId18"/>
    <p:sldLayoutId id="2147483860" r:id="rId19"/>
    <p:sldLayoutId id="2147483861" r:id="rId20"/>
    <p:sldLayoutId id="2147483781" r:id="rId21"/>
    <p:sldLayoutId id="2147483858" r:id="rId22"/>
    <p:sldLayoutId id="2147483859" r:id="rId23"/>
    <p:sldLayoutId id="2147483785" r:id="rId24"/>
    <p:sldLayoutId id="2147483852" r:id="rId25"/>
    <p:sldLayoutId id="2147483853" r:id="rId26"/>
    <p:sldLayoutId id="2147483855" r:id="rId27"/>
    <p:sldLayoutId id="2147483849" r:id="rId28"/>
    <p:sldLayoutId id="2147483854" r:id="rId29"/>
    <p:sldLayoutId id="2147483708" r:id="rId30"/>
    <p:sldLayoutId id="2147483762" r:id="rId31"/>
    <p:sldLayoutId id="2147483817" r:id="rId32"/>
    <p:sldLayoutId id="2147483818" r:id="rId33"/>
    <p:sldLayoutId id="2147483819" r:id="rId34"/>
    <p:sldLayoutId id="2147483822" r:id="rId35"/>
    <p:sldLayoutId id="2147483770" r:id="rId36"/>
    <p:sldLayoutId id="2147483774" r:id="rId37"/>
    <p:sldLayoutId id="2147483775" r:id="rId38"/>
    <p:sldLayoutId id="2147483831" r:id="rId39"/>
    <p:sldLayoutId id="2147483832" r:id="rId40"/>
    <p:sldLayoutId id="2147483833" r:id="rId41"/>
    <p:sldLayoutId id="2147483846" r:id="rId42"/>
    <p:sldLayoutId id="2147483848" r:id="rId43"/>
    <p:sldLayoutId id="2147483834" r:id="rId44"/>
    <p:sldLayoutId id="2147483847" r:id="rId45"/>
    <p:sldLayoutId id="2147483837" r:id="rId46"/>
    <p:sldLayoutId id="2147483814" r:id="rId47"/>
    <p:sldLayoutId id="2147483862" r:id="rId4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438" userDrawn="1">
          <p15:clr>
            <a:srgbClr val="F26B43"/>
          </p15:clr>
        </p15:guide>
        <p15:guide id="3" pos="3940" userDrawn="1">
          <p15:clr>
            <a:srgbClr val="F26B43"/>
          </p15:clr>
        </p15:guide>
        <p15:guide id="4" pos="7242" userDrawn="1">
          <p15:clr>
            <a:srgbClr val="F26B43"/>
          </p15:clr>
        </p15:guide>
        <p15:guide id="5" pos="23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7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svg"/><Relationship Id="rId18" Type="http://schemas.openxmlformats.org/officeDocument/2006/relationships/image" Target="../media/image65.png"/><Relationship Id="rId26" Type="http://schemas.openxmlformats.org/officeDocument/2006/relationships/image" Target="../media/image73.png"/><Relationship Id="rId3" Type="http://schemas.openxmlformats.org/officeDocument/2006/relationships/image" Target="../media/image50.svg"/><Relationship Id="rId21" Type="http://schemas.openxmlformats.org/officeDocument/2006/relationships/image" Target="../media/image68.svg"/><Relationship Id="rId7" Type="http://schemas.openxmlformats.org/officeDocument/2006/relationships/image" Target="../media/image54.svg"/><Relationship Id="rId12" Type="http://schemas.openxmlformats.org/officeDocument/2006/relationships/image" Target="../media/image59.png"/><Relationship Id="rId17" Type="http://schemas.openxmlformats.org/officeDocument/2006/relationships/image" Target="../media/image64.svg"/><Relationship Id="rId25" Type="http://schemas.openxmlformats.org/officeDocument/2006/relationships/image" Target="../media/image72.svg"/><Relationship Id="rId2" Type="http://schemas.openxmlformats.org/officeDocument/2006/relationships/image" Target="../media/image49.png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11" Type="http://schemas.openxmlformats.org/officeDocument/2006/relationships/image" Target="../media/image58.svg"/><Relationship Id="rId24" Type="http://schemas.openxmlformats.org/officeDocument/2006/relationships/image" Target="../media/image71.png"/><Relationship Id="rId5" Type="http://schemas.openxmlformats.org/officeDocument/2006/relationships/image" Target="../media/image52.svg"/><Relationship Id="rId15" Type="http://schemas.openxmlformats.org/officeDocument/2006/relationships/image" Target="../media/image62.svg"/><Relationship Id="rId23" Type="http://schemas.openxmlformats.org/officeDocument/2006/relationships/image" Target="../media/image70.svg"/><Relationship Id="rId10" Type="http://schemas.openxmlformats.org/officeDocument/2006/relationships/image" Target="../media/image57.png"/><Relationship Id="rId19" Type="http://schemas.openxmlformats.org/officeDocument/2006/relationships/image" Target="../media/image66.svg"/><Relationship Id="rId4" Type="http://schemas.openxmlformats.org/officeDocument/2006/relationships/image" Target="../media/image51.png"/><Relationship Id="rId9" Type="http://schemas.openxmlformats.org/officeDocument/2006/relationships/image" Target="../media/image56.svg"/><Relationship Id="rId14" Type="http://schemas.openxmlformats.org/officeDocument/2006/relationships/image" Target="../media/image61.png"/><Relationship Id="rId22" Type="http://schemas.openxmlformats.org/officeDocument/2006/relationships/image" Target="../media/image69.png"/><Relationship Id="rId27" Type="http://schemas.openxmlformats.org/officeDocument/2006/relationships/image" Target="../media/image74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svg"/><Relationship Id="rId18" Type="http://schemas.openxmlformats.org/officeDocument/2006/relationships/image" Target="../media/image65.png"/><Relationship Id="rId26" Type="http://schemas.openxmlformats.org/officeDocument/2006/relationships/image" Target="../media/image75.png"/><Relationship Id="rId3" Type="http://schemas.openxmlformats.org/officeDocument/2006/relationships/image" Target="../media/image50.svg"/><Relationship Id="rId21" Type="http://schemas.openxmlformats.org/officeDocument/2006/relationships/image" Target="../media/image68.svg"/><Relationship Id="rId7" Type="http://schemas.openxmlformats.org/officeDocument/2006/relationships/image" Target="../media/image54.svg"/><Relationship Id="rId12" Type="http://schemas.openxmlformats.org/officeDocument/2006/relationships/image" Target="../media/image59.png"/><Relationship Id="rId17" Type="http://schemas.openxmlformats.org/officeDocument/2006/relationships/image" Target="../media/image64.svg"/><Relationship Id="rId25" Type="http://schemas.openxmlformats.org/officeDocument/2006/relationships/image" Target="../media/image72.svg"/><Relationship Id="rId2" Type="http://schemas.openxmlformats.org/officeDocument/2006/relationships/image" Target="../media/image49.png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29" Type="http://schemas.openxmlformats.org/officeDocument/2006/relationships/image" Target="../media/image7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11" Type="http://schemas.openxmlformats.org/officeDocument/2006/relationships/image" Target="../media/image58.svg"/><Relationship Id="rId24" Type="http://schemas.openxmlformats.org/officeDocument/2006/relationships/image" Target="../media/image71.png"/><Relationship Id="rId5" Type="http://schemas.openxmlformats.org/officeDocument/2006/relationships/image" Target="../media/image52.svg"/><Relationship Id="rId15" Type="http://schemas.openxmlformats.org/officeDocument/2006/relationships/image" Target="../media/image62.svg"/><Relationship Id="rId23" Type="http://schemas.openxmlformats.org/officeDocument/2006/relationships/image" Target="../media/image70.svg"/><Relationship Id="rId28" Type="http://schemas.openxmlformats.org/officeDocument/2006/relationships/image" Target="../media/image73.png"/><Relationship Id="rId10" Type="http://schemas.openxmlformats.org/officeDocument/2006/relationships/image" Target="../media/image57.png"/><Relationship Id="rId19" Type="http://schemas.openxmlformats.org/officeDocument/2006/relationships/image" Target="../media/image66.svg"/><Relationship Id="rId4" Type="http://schemas.openxmlformats.org/officeDocument/2006/relationships/image" Target="../media/image51.png"/><Relationship Id="rId9" Type="http://schemas.openxmlformats.org/officeDocument/2006/relationships/image" Target="../media/image56.svg"/><Relationship Id="rId14" Type="http://schemas.openxmlformats.org/officeDocument/2006/relationships/image" Target="../media/image61.png"/><Relationship Id="rId22" Type="http://schemas.openxmlformats.org/officeDocument/2006/relationships/image" Target="../media/image69.png"/><Relationship Id="rId27" Type="http://schemas.openxmlformats.org/officeDocument/2006/relationships/image" Target="../media/image76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1.png"/><Relationship Id="rId11" Type="http://schemas.openxmlformats.org/officeDocument/2006/relationships/image" Target="../media/image74.svg"/><Relationship Id="rId5" Type="http://schemas.openxmlformats.org/officeDocument/2006/relationships/image" Target="../media/image80.png"/><Relationship Id="rId10" Type="http://schemas.openxmlformats.org/officeDocument/2006/relationships/image" Target="../media/image73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tags" Target="../tags/tag117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63" Type="http://schemas.openxmlformats.org/officeDocument/2006/relationships/tags" Target="../tags/tag63.xml"/><Relationship Id="rId84" Type="http://schemas.openxmlformats.org/officeDocument/2006/relationships/tags" Target="../tags/tag84.xml"/><Relationship Id="rId138" Type="http://schemas.openxmlformats.org/officeDocument/2006/relationships/tags" Target="../tags/tag138.xml"/><Relationship Id="rId159" Type="http://schemas.openxmlformats.org/officeDocument/2006/relationships/tags" Target="../tags/tag159.xml"/><Relationship Id="rId170" Type="http://schemas.openxmlformats.org/officeDocument/2006/relationships/tags" Target="../tags/tag170.xml"/><Relationship Id="rId191" Type="http://schemas.openxmlformats.org/officeDocument/2006/relationships/tags" Target="../tags/tag191.xml"/><Relationship Id="rId205" Type="http://schemas.openxmlformats.org/officeDocument/2006/relationships/tags" Target="../tags/tag205.xml"/><Relationship Id="rId226" Type="http://schemas.openxmlformats.org/officeDocument/2006/relationships/tags" Target="../tags/tag226.xml"/><Relationship Id="rId247" Type="http://schemas.openxmlformats.org/officeDocument/2006/relationships/tags" Target="../tags/tag247.xml"/><Relationship Id="rId107" Type="http://schemas.openxmlformats.org/officeDocument/2006/relationships/tags" Target="../tags/tag107.xml"/><Relationship Id="rId268" Type="http://schemas.openxmlformats.org/officeDocument/2006/relationships/tags" Target="../tags/tag268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53" Type="http://schemas.openxmlformats.org/officeDocument/2006/relationships/tags" Target="../tags/tag53.xml"/><Relationship Id="rId74" Type="http://schemas.openxmlformats.org/officeDocument/2006/relationships/tags" Target="../tags/tag74.xml"/><Relationship Id="rId128" Type="http://schemas.openxmlformats.org/officeDocument/2006/relationships/tags" Target="../tags/tag128.xml"/><Relationship Id="rId149" Type="http://schemas.openxmlformats.org/officeDocument/2006/relationships/tags" Target="../tags/tag149.xml"/><Relationship Id="rId5" Type="http://schemas.openxmlformats.org/officeDocument/2006/relationships/tags" Target="../tags/tag5.xml"/><Relationship Id="rId95" Type="http://schemas.openxmlformats.org/officeDocument/2006/relationships/tags" Target="../tags/tag95.xml"/><Relationship Id="rId160" Type="http://schemas.openxmlformats.org/officeDocument/2006/relationships/tags" Target="../tags/tag160.xml"/><Relationship Id="rId181" Type="http://schemas.openxmlformats.org/officeDocument/2006/relationships/tags" Target="../tags/tag181.xml"/><Relationship Id="rId216" Type="http://schemas.openxmlformats.org/officeDocument/2006/relationships/tags" Target="../tags/tag216.xml"/><Relationship Id="rId237" Type="http://schemas.openxmlformats.org/officeDocument/2006/relationships/tags" Target="../tags/tag237.xml"/><Relationship Id="rId258" Type="http://schemas.openxmlformats.org/officeDocument/2006/relationships/tags" Target="../tags/tag258.xml"/><Relationship Id="rId22" Type="http://schemas.openxmlformats.org/officeDocument/2006/relationships/tags" Target="../tags/tag22.xml"/><Relationship Id="rId43" Type="http://schemas.openxmlformats.org/officeDocument/2006/relationships/tags" Target="../tags/tag43.xml"/><Relationship Id="rId64" Type="http://schemas.openxmlformats.org/officeDocument/2006/relationships/tags" Target="../tags/tag64.xml"/><Relationship Id="rId118" Type="http://schemas.openxmlformats.org/officeDocument/2006/relationships/tags" Target="../tags/tag118.xml"/><Relationship Id="rId139" Type="http://schemas.openxmlformats.org/officeDocument/2006/relationships/tags" Target="../tags/tag139.xml"/><Relationship Id="rId85" Type="http://schemas.openxmlformats.org/officeDocument/2006/relationships/tags" Target="../tags/tag85.xml"/><Relationship Id="rId150" Type="http://schemas.openxmlformats.org/officeDocument/2006/relationships/tags" Target="../tags/tag150.xml"/><Relationship Id="rId171" Type="http://schemas.openxmlformats.org/officeDocument/2006/relationships/tags" Target="../tags/tag171.xml"/><Relationship Id="rId192" Type="http://schemas.openxmlformats.org/officeDocument/2006/relationships/tags" Target="../tags/tag192.xml"/><Relationship Id="rId206" Type="http://schemas.openxmlformats.org/officeDocument/2006/relationships/tags" Target="../tags/tag206.xml"/><Relationship Id="rId227" Type="http://schemas.openxmlformats.org/officeDocument/2006/relationships/tags" Target="../tags/tag227.xml"/><Relationship Id="rId248" Type="http://schemas.openxmlformats.org/officeDocument/2006/relationships/tags" Target="../tags/tag248.xml"/><Relationship Id="rId269" Type="http://schemas.openxmlformats.org/officeDocument/2006/relationships/tags" Target="../tags/tag269.xml"/><Relationship Id="rId12" Type="http://schemas.openxmlformats.org/officeDocument/2006/relationships/tags" Target="../tags/tag12.xml"/><Relationship Id="rId33" Type="http://schemas.openxmlformats.org/officeDocument/2006/relationships/tags" Target="../tags/tag33.xml"/><Relationship Id="rId108" Type="http://schemas.openxmlformats.org/officeDocument/2006/relationships/tags" Target="../tags/tag108.xml"/><Relationship Id="rId129" Type="http://schemas.openxmlformats.org/officeDocument/2006/relationships/tags" Target="../tags/tag129.xml"/><Relationship Id="rId54" Type="http://schemas.openxmlformats.org/officeDocument/2006/relationships/tags" Target="../tags/tag54.xml"/><Relationship Id="rId75" Type="http://schemas.openxmlformats.org/officeDocument/2006/relationships/tags" Target="../tags/tag75.xml"/><Relationship Id="rId96" Type="http://schemas.openxmlformats.org/officeDocument/2006/relationships/tags" Target="../tags/tag96.xml"/><Relationship Id="rId140" Type="http://schemas.openxmlformats.org/officeDocument/2006/relationships/tags" Target="../tags/tag140.xml"/><Relationship Id="rId161" Type="http://schemas.openxmlformats.org/officeDocument/2006/relationships/tags" Target="../tags/tag161.xml"/><Relationship Id="rId182" Type="http://schemas.openxmlformats.org/officeDocument/2006/relationships/tags" Target="../tags/tag182.xml"/><Relationship Id="rId217" Type="http://schemas.openxmlformats.org/officeDocument/2006/relationships/tags" Target="../tags/tag217.xml"/><Relationship Id="rId6" Type="http://schemas.openxmlformats.org/officeDocument/2006/relationships/tags" Target="../tags/tag6.xml"/><Relationship Id="rId238" Type="http://schemas.openxmlformats.org/officeDocument/2006/relationships/tags" Target="../tags/tag238.xml"/><Relationship Id="rId259" Type="http://schemas.openxmlformats.org/officeDocument/2006/relationships/tags" Target="../tags/tag259.xml"/><Relationship Id="rId23" Type="http://schemas.openxmlformats.org/officeDocument/2006/relationships/tags" Target="../tags/tag23.xml"/><Relationship Id="rId119" Type="http://schemas.openxmlformats.org/officeDocument/2006/relationships/tags" Target="../tags/tag119.xml"/><Relationship Id="rId270" Type="http://schemas.openxmlformats.org/officeDocument/2006/relationships/tags" Target="../tags/tag270.xml"/><Relationship Id="rId44" Type="http://schemas.openxmlformats.org/officeDocument/2006/relationships/tags" Target="../tags/tag44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130" Type="http://schemas.openxmlformats.org/officeDocument/2006/relationships/tags" Target="../tags/tag130.xml"/><Relationship Id="rId135" Type="http://schemas.openxmlformats.org/officeDocument/2006/relationships/tags" Target="../tags/tag135.xml"/><Relationship Id="rId151" Type="http://schemas.openxmlformats.org/officeDocument/2006/relationships/tags" Target="../tags/tag151.xml"/><Relationship Id="rId156" Type="http://schemas.openxmlformats.org/officeDocument/2006/relationships/tags" Target="../tags/tag156.xml"/><Relationship Id="rId177" Type="http://schemas.openxmlformats.org/officeDocument/2006/relationships/tags" Target="../tags/tag177.xml"/><Relationship Id="rId198" Type="http://schemas.openxmlformats.org/officeDocument/2006/relationships/tags" Target="../tags/tag198.xml"/><Relationship Id="rId172" Type="http://schemas.openxmlformats.org/officeDocument/2006/relationships/tags" Target="../tags/tag172.xml"/><Relationship Id="rId193" Type="http://schemas.openxmlformats.org/officeDocument/2006/relationships/tags" Target="../tags/tag193.xml"/><Relationship Id="rId202" Type="http://schemas.openxmlformats.org/officeDocument/2006/relationships/tags" Target="../tags/tag202.xml"/><Relationship Id="rId207" Type="http://schemas.openxmlformats.org/officeDocument/2006/relationships/tags" Target="../tags/tag207.xml"/><Relationship Id="rId223" Type="http://schemas.openxmlformats.org/officeDocument/2006/relationships/tags" Target="../tags/tag223.xml"/><Relationship Id="rId228" Type="http://schemas.openxmlformats.org/officeDocument/2006/relationships/tags" Target="../tags/tag228.xml"/><Relationship Id="rId244" Type="http://schemas.openxmlformats.org/officeDocument/2006/relationships/tags" Target="../tags/tag244.xml"/><Relationship Id="rId249" Type="http://schemas.openxmlformats.org/officeDocument/2006/relationships/tags" Target="../tags/tag24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tags" Target="../tags/tag109.xml"/><Relationship Id="rId260" Type="http://schemas.openxmlformats.org/officeDocument/2006/relationships/tags" Target="../tags/tag260.xml"/><Relationship Id="rId265" Type="http://schemas.openxmlformats.org/officeDocument/2006/relationships/tags" Target="../tags/tag265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Relationship Id="rId120" Type="http://schemas.openxmlformats.org/officeDocument/2006/relationships/tags" Target="../tags/tag120.xml"/><Relationship Id="rId125" Type="http://schemas.openxmlformats.org/officeDocument/2006/relationships/tags" Target="../tags/tag125.xml"/><Relationship Id="rId141" Type="http://schemas.openxmlformats.org/officeDocument/2006/relationships/tags" Target="../tags/tag141.xml"/><Relationship Id="rId146" Type="http://schemas.openxmlformats.org/officeDocument/2006/relationships/tags" Target="../tags/tag146.xml"/><Relationship Id="rId167" Type="http://schemas.openxmlformats.org/officeDocument/2006/relationships/tags" Target="../tags/tag167.xml"/><Relationship Id="rId188" Type="http://schemas.openxmlformats.org/officeDocument/2006/relationships/tags" Target="../tags/tag188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162" Type="http://schemas.openxmlformats.org/officeDocument/2006/relationships/tags" Target="../tags/tag162.xml"/><Relationship Id="rId183" Type="http://schemas.openxmlformats.org/officeDocument/2006/relationships/tags" Target="../tags/tag183.xml"/><Relationship Id="rId213" Type="http://schemas.openxmlformats.org/officeDocument/2006/relationships/tags" Target="../tags/tag213.xml"/><Relationship Id="rId218" Type="http://schemas.openxmlformats.org/officeDocument/2006/relationships/tags" Target="../tags/tag218.xml"/><Relationship Id="rId234" Type="http://schemas.openxmlformats.org/officeDocument/2006/relationships/tags" Target="../tags/tag234.xml"/><Relationship Id="rId239" Type="http://schemas.openxmlformats.org/officeDocument/2006/relationships/tags" Target="../tags/tag239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50" Type="http://schemas.openxmlformats.org/officeDocument/2006/relationships/tags" Target="../tags/tag250.xml"/><Relationship Id="rId255" Type="http://schemas.openxmlformats.org/officeDocument/2006/relationships/tags" Target="../tags/tag255.xml"/><Relationship Id="rId271" Type="http://schemas.openxmlformats.org/officeDocument/2006/relationships/slideLayout" Target="../slideLayouts/slideLayout13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15" Type="http://schemas.openxmlformats.org/officeDocument/2006/relationships/tags" Target="../tags/tag115.xml"/><Relationship Id="rId131" Type="http://schemas.openxmlformats.org/officeDocument/2006/relationships/tags" Target="../tags/tag131.xml"/><Relationship Id="rId136" Type="http://schemas.openxmlformats.org/officeDocument/2006/relationships/tags" Target="../tags/tag136.xml"/><Relationship Id="rId157" Type="http://schemas.openxmlformats.org/officeDocument/2006/relationships/tags" Target="../tags/tag157.xml"/><Relationship Id="rId178" Type="http://schemas.openxmlformats.org/officeDocument/2006/relationships/tags" Target="../tags/tag178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52" Type="http://schemas.openxmlformats.org/officeDocument/2006/relationships/tags" Target="../tags/tag152.xml"/><Relationship Id="rId173" Type="http://schemas.openxmlformats.org/officeDocument/2006/relationships/tags" Target="../tags/tag173.xml"/><Relationship Id="rId194" Type="http://schemas.openxmlformats.org/officeDocument/2006/relationships/tags" Target="../tags/tag194.xml"/><Relationship Id="rId199" Type="http://schemas.openxmlformats.org/officeDocument/2006/relationships/tags" Target="../tags/tag199.xml"/><Relationship Id="rId203" Type="http://schemas.openxmlformats.org/officeDocument/2006/relationships/tags" Target="../tags/tag203.xml"/><Relationship Id="rId208" Type="http://schemas.openxmlformats.org/officeDocument/2006/relationships/tags" Target="../tags/tag208.xml"/><Relationship Id="rId229" Type="http://schemas.openxmlformats.org/officeDocument/2006/relationships/tags" Target="../tags/tag229.xml"/><Relationship Id="rId19" Type="http://schemas.openxmlformats.org/officeDocument/2006/relationships/tags" Target="../tags/tag19.xml"/><Relationship Id="rId224" Type="http://schemas.openxmlformats.org/officeDocument/2006/relationships/tags" Target="../tags/tag224.xml"/><Relationship Id="rId240" Type="http://schemas.openxmlformats.org/officeDocument/2006/relationships/tags" Target="../tags/tag240.xml"/><Relationship Id="rId245" Type="http://schemas.openxmlformats.org/officeDocument/2006/relationships/tags" Target="../tags/tag245.xml"/><Relationship Id="rId261" Type="http://schemas.openxmlformats.org/officeDocument/2006/relationships/tags" Target="../tags/tag261.xml"/><Relationship Id="rId266" Type="http://schemas.openxmlformats.org/officeDocument/2006/relationships/tags" Target="../tags/tag266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126" Type="http://schemas.openxmlformats.org/officeDocument/2006/relationships/tags" Target="../tags/tag126.xml"/><Relationship Id="rId147" Type="http://schemas.openxmlformats.org/officeDocument/2006/relationships/tags" Target="../tags/tag147.xml"/><Relationship Id="rId168" Type="http://schemas.openxmlformats.org/officeDocument/2006/relationships/tags" Target="../tags/tag168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142" Type="http://schemas.openxmlformats.org/officeDocument/2006/relationships/tags" Target="../tags/tag142.xml"/><Relationship Id="rId163" Type="http://schemas.openxmlformats.org/officeDocument/2006/relationships/tags" Target="../tags/tag163.xml"/><Relationship Id="rId184" Type="http://schemas.openxmlformats.org/officeDocument/2006/relationships/tags" Target="../tags/tag184.xml"/><Relationship Id="rId189" Type="http://schemas.openxmlformats.org/officeDocument/2006/relationships/tags" Target="../tags/tag189.xml"/><Relationship Id="rId219" Type="http://schemas.openxmlformats.org/officeDocument/2006/relationships/tags" Target="../tags/tag219.xml"/><Relationship Id="rId3" Type="http://schemas.openxmlformats.org/officeDocument/2006/relationships/tags" Target="../tags/tag3.xml"/><Relationship Id="rId214" Type="http://schemas.openxmlformats.org/officeDocument/2006/relationships/tags" Target="../tags/tag214.xml"/><Relationship Id="rId230" Type="http://schemas.openxmlformats.org/officeDocument/2006/relationships/tags" Target="../tags/tag230.xml"/><Relationship Id="rId235" Type="http://schemas.openxmlformats.org/officeDocument/2006/relationships/tags" Target="../tags/tag235.xml"/><Relationship Id="rId251" Type="http://schemas.openxmlformats.org/officeDocument/2006/relationships/tags" Target="../tags/tag251.xml"/><Relationship Id="rId256" Type="http://schemas.openxmlformats.org/officeDocument/2006/relationships/tags" Target="../tags/tag256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116" Type="http://schemas.openxmlformats.org/officeDocument/2006/relationships/tags" Target="../tags/tag116.xml"/><Relationship Id="rId137" Type="http://schemas.openxmlformats.org/officeDocument/2006/relationships/tags" Target="../tags/tag137.xml"/><Relationship Id="rId158" Type="http://schemas.openxmlformats.org/officeDocument/2006/relationships/tags" Target="../tags/tag158.xml"/><Relationship Id="rId272" Type="http://schemas.openxmlformats.org/officeDocument/2006/relationships/notesSlide" Target="../notesSlides/notesSlide5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32" Type="http://schemas.openxmlformats.org/officeDocument/2006/relationships/tags" Target="../tags/tag132.xml"/><Relationship Id="rId153" Type="http://schemas.openxmlformats.org/officeDocument/2006/relationships/tags" Target="../tags/tag153.xml"/><Relationship Id="rId174" Type="http://schemas.openxmlformats.org/officeDocument/2006/relationships/tags" Target="../tags/tag174.xml"/><Relationship Id="rId179" Type="http://schemas.openxmlformats.org/officeDocument/2006/relationships/tags" Target="../tags/tag179.xml"/><Relationship Id="rId195" Type="http://schemas.openxmlformats.org/officeDocument/2006/relationships/tags" Target="../tags/tag195.xml"/><Relationship Id="rId209" Type="http://schemas.openxmlformats.org/officeDocument/2006/relationships/tags" Target="../tags/tag209.xml"/><Relationship Id="rId190" Type="http://schemas.openxmlformats.org/officeDocument/2006/relationships/tags" Target="../tags/tag190.xml"/><Relationship Id="rId204" Type="http://schemas.openxmlformats.org/officeDocument/2006/relationships/tags" Target="../tags/tag204.xml"/><Relationship Id="rId220" Type="http://schemas.openxmlformats.org/officeDocument/2006/relationships/tags" Target="../tags/tag220.xml"/><Relationship Id="rId225" Type="http://schemas.openxmlformats.org/officeDocument/2006/relationships/tags" Target="../tags/tag225.xml"/><Relationship Id="rId241" Type="http://schemas.openxmlformats.org/officeDocument/2006/relationships/tags" Target="../tags/tag241.xml"/><Relationship Id="rId246" Type="http://schemas.openxmlformats.org/officeDocument/2006/relationships/tags" Target="../tags/tag246.xml"/><Relationship Id="rId267" Type="http://schemas.openxmlformats.org/officeDocument/2006/relationships/tags" Target="../tags/tag267.xml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106" Type="http://schemas.openxmlformats.org/officeDocument/2006/relationships/tags" Target="../tags/tag106.xml"/><Relationship Id="rId127" Type="http://schemas.openxmlformats.org/officeDocument/2006/relationships/tags" Target="../tags/tag127.xml"/><Relationship Id="rId262" Type="http://schemas.openxmlformats.org/officeDocument/2006/relationships/tags" Target="../tags/tag262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122" Type="http://schemas.openxmlformats.org/officeDocument/2006/relationships/tags" Target="../tags/tag122.xml"/><Relationship Id="rId143" Type="http://schemas.openxmlformats.org/officeDocument/2006/relationships/tags" Target="../tags/tag143.xml"/><Relationship Id="rId148" Type="http://schemas.openxmlformats.org/officeDocument/2006/relationships/tags" Target="../tags/tag148.xml"/><Relationship Id="rId164" Type="http://schemas.openxmlformats.org/officeDocument/2006/relationships/tags" Target="../tags/tag164.xml"/><Relationship Id="rId169" Type="http://schemas.openxmlformats.org/officeDocument/2006/relationships/tags" Target="../tags/tag169.xml"/><Relationship Id="rId185" Type="http://schemas.openxmlformats.org/officeDocument/2006/relationships/tags" Target="../tags/tag185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80" Type="http://schemas.openxmlformats.org/officeDocument/2006/relationships/tags" Target="../tags/tag180.xml"/><Relationship Id="rId210" Type="http://schemas.openxmlformats.org/officeDocument/2006/relationships/tags" Target="../tags/tag210.xml"/><Relationship Id="rId215" Type="http://schemas.openxmlformats.org/officeDocument/2006/relationships/tags" Target="../tags/tag215.xml"/><Relationship Id="rId236" Type="http://schemas.openxmlformats.org/officeDocument/2006/relationships/tags" Target="../tags/tag236.xml"/><Relationship Id="rId257" Type="http://schemas.openxmlformats.org/officeDocument/2006/relationships/tags" Target="../tags/tag257.xml"/><Relationship Id="rId26" Type="http://schemas.openxmlformats.org/officeDocument/2006/relationships/tags" Target="../tags/tag26.xml"/><Relationship Id="rId231" Type="http://schemas.openxmlformats.org/officeDocument/2006/relationships/tags" Target="../tags/tag231.xml"/><Relationship Id="rId252" Type="http://schemas.openxmlformats.org/officeDocument/2006/relationships/tags" Target="../tags/tag252.xml"/><Relationship Id="rId47" Type="http://schemas.openxmlformats.org/officeDocument/2006/relationships/tags" Target="../tags/tag47.xml"/><Relationship Id="rId68" Type="http://schemas.openxmlformats.org/officeDocument/2006/relationships/tags" Target="../tags/tag68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33" Type="http://schemas.openxmlformats.org/officeDocument/2006/relationships/tags" Target="../tags/tag133.xml"/><Relationship Id="rId154" Type="http://schemas.openxmlformats.org/officeDocument/2006/relationships/tags" Target="../tags/tag154.xml"/><Relationship Id="rId175" Type="http://schemas.openxmlformats.org/officeDocument/2006/relationships/tags" Target="../tags/tag175.xml"/><Relationship Id="rId196" Type="http://schemas.openxmlformats.org/officeDocument/2006/relationships/tags" Target="../tags/tag196.xml"/><Relationship Id="rId200" Type="http://schemas.openxmlformats.org/officeDocument/2006/relationships/tags" Target="../tags/tag200.xml"/><Relationship Id="rId16" Type="http://schemas.openxmlformats.org/officeDocument/2006/relationships/tags" Target="../tags/tag16.xml"/><Relationship Id="rId221" Type="http://schemas.openxmlformats.org/officeDocument/2006/relationships/tags" Target="../tags/tag221.xml"/><Relationship Id="rId242" Type="http://schemas.openxmlformats.org/officeDocument/2006/relationships/tags" Target="../tags/tag242.xml"/><Relationship Id="rId263" Type="http://schemas.openxmlformats.org/officeDocument/2006/relationships/tags" Target="../tags/tag263.xml"/><Relationship Id="rId37" Type="http://schemas.openxmlformats.org/officeDocument/2006/relationships/tags" Target="../tags/tag37.xml"/><Relationship Id="rId58" Type="http://schemas.openxmlformats.org/officeDocument/2006/relationships/tags" Target="../tags/tag58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23" Type="http://schemas.openxmlformats.org/officeDocument/2006/relationships/tags" Target="../tags/tag123.xml"/><Relationship Id="rId144" Type="http://schemas.openxmlformats.org/officeDocument/2006/relationships/tags" Target="../tags/tag144.xml"/><Relationship Id="rId90" Type="http://schemas.openxmlformats.org/officeDocument/2006/relationships/tags" Target="../tags/tag90.xml"/><Relationship Id="rId165" Type="http://schemas.openxmlformats.org/officeDocument/2006/relationships/tags" Target="../tags/tag165.xml"/><Relationship Id="rId186" Type="http://schemas.openxmlformats.org/officeDocument/2006/relationships/tags" Target="../tags/tag186.xml"/><Relationship Id="rId211" Type="http://schemas.openxmlformats.org/officeDocument/2006/relationships/tags" Target="../tags/tag211.xml"/><Relationship Id="rId232" Type="http://schemas.openxmlformats.org/officeDocument/2006/relationships/tags" Target="../tags/tag232.xml"/><Relationship Id="rId253" Type="http://schemas.openxmlformats.org/officeDocument/2006/relationships/tags" Target="../tags/tag253.xml"/><Relationship Id="rId27" Type="http://schemas.openxmlformats.org/officeDocument/2006/relationships/tags" Target="../tags/tag27.xml"/><Relationship Id="rId48" Type="http://schemas.openxmlformats.org/officeDocument/2006/relationships/tags" Target="../tags/tag48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134" Type="http://schemas.openxmlformats.org/officeDocument/2006/relationships/tags" Target="../tags/tag134.xml"/><Relationship Id="rId80" Type="http://schemas.openxmlformats.org/officeDocument/2006/relationships/tags" Target="../tags/tag80.xml"/><Relationship Id="rId155" Type="http://schemas.openxmlformats.org/officeDocument/2006/relationships/tags" Target="../tags/tag155.xml"/><Relationship Id="rId176" Type="http://schemas.openxmlformats.org/officeDocument/2006/relationships/tags" Target="../tags/tag176.xml"/><Relationship Id="rId197" Type="http://schemas.openxmlformats.org/officeDocument/2006/relationships/tags" Target="../tags/tag197.xml"/><Relationship Id="rId201" Type="http://schemas.openxmlformats.org/officeDocument/2006/relationships/tags" Target="../tags/tag201.xml"/><Relationship Id="rId222" Type="http://schemas.openxmlformats.org/officeDocument/2006/relationships/tags" Target="../tags/tag222.xml"/><Relationship Id="rId243" Type="http://schemas.openxmlformats.org/officeDocument/2006/relationships/tags" Target="../tags/tag243.xml"/><Relationship Id="rId264" Type="http://schemas.openxmlformats.org/officeDocument/2006/relationships/tags" Target="../tags/tag264.xml"/><Relationship Id="rId17" Type="http://schemas.openxmlformats.org/officeDocument/2006/relationships/tags" Target="../tags/tag17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24" Type="http://schemas.openxmlformats.org/officeDocument/2006/relationships/tags" Target="../tags/tag124.xml"/><Relationship Id="rId70" Type="http://schemas.openxmlformats.org/officeDocument/2006/relationships/tags" Target="../tags/tag70.xml"/><Relationship Id="rId91" Type="http://schemas.openxmlformats.org/officeDocument/2006/relationships/tags" Target="../tags/tag91.xml"/><Relationship Id="rId145" Type="http://schemas.openxmlformats.org/officeDocument/2006/relationships/tags" Target="../tags/tag145.xml"/><Relationship Id="rId166" Type="http://schemas.openxmlformats.org/officeDocument/2006/relationships/tags" Target="../tags/tag166.xml"/><Relationship Id="rId187" Type="http://schemas.openxmlformats.org/officeDocument/2006/relationships/tags" Target="../tags/tag187.xml"/><Relationship Id="rId1" Type="http://schemas.openxmlformats.org/officeDocument/2006/relationships/tags" Target="../tags/tag1.xml"/><Relationship Id="rId212" Type="http://schemas.openxmlformats.org/officeDocument/2006/relationships/tags" Target="../tags/tag212.xml"/><Relationship Id="rId233" Type="http://schemas.openxmlformats.org/officeDocument/2006/relationships/tags" Target="../tags/tag233.xml"/><Relationship Id="rId254" Type="http://schemas.openxmlformats.org/officeDocument/2006/relationships/tags" Target="../tags/tag254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tags" Target="../tags/tag114.xml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tags" Target="../tags/tag387.xml"/><Relationship Id="rId21" Type="http://schemas.openxmlformats.org/officeDocument/2006/relationships/tags" Target="../tags/tag291.xml"/><Relationship Id="rId42" Type="http://schemas.openxmlformats.org/officeDocument/2006/relationships/tags" Target="../tags/tag312.xml"/><Relationship Id="rId63" Type="http://schemas.openxmlformats.org/officeDocument/2006/relationships/tags" Target="../tags/tag333.xml"/><Relationship Id="rId84" Type="http://schemas.openxmlformats.org/officeDocument/2006/relationships/tags" Target="../tags/tag354.xml"/><Relationship Id="rId138" Type="http://schemas.openxmlformats.org/officeDocument/2006/relationships/tags" Target="../tags/tag408.xml"/><Relationship Id="rId159" Type="http://schemas.openxmlformats.org/officeDocument/2006/relationships/tags" Target="../tags/tag429.xml"/><Relationship Id="rId170" Type="http://schemas.openxmlformats.org/officeDocument/2006/relationships/tags" Target="../tags/tag440.xml"/><Relationship Id="rId191" Type="http://schemas.openxmlformats.org/officeDocument/2006/relationships/tags" Target="../tags/tag461.xml"/><Relationship Id="rId205" Type="http://schemas.openxmlformats.org/officeDocument/2006/relationships/tags" Target="../tags/tag475.xml"/><Relationship Id="rId107" Type="http://schemas.openxmlformats.org/officeDocument/2006/relationships/tags" Target="../tags/tag377.xml"/><Relationship Id="rId11" Type="http://schemas.openxmlformats.org/officeDocument/2006/relationships/tags" Target="../tags/tag281.xml"/><Relationship Id="rId32" Type="http://schemas.openxmlformats.org/officeDocument/2006/relationships/tags" Target="../tags/tag302.xml"/><Relationship Id="rId53" Type="http://schemas.openxmlformats.org/officeDocument/2006/relationships/tags" Target="../tags/tag323.xml"/><Relationship Id="rId74" Type="http://schemas.openxmlformats.org/officeDocument/2006/relationships/tags" Target="../tags/tag344.xml"/><Relationship Id="rId128" Type="http://schemas.openxmlformats.org/officeDocument/2006/relationships/tags" Target="../tags/tag398.xml"/><Relationship Id="rId149" Type="http://schemas.openxmlformats.org/officeDocument/2006/relationships/tags" Target="../tags/tag419.xml"/><Relationship Id="rId5" Type="http://schemas.openxmlformats.org/officeDocument/2006/relationships/tags" Target="../tags/tag275.xml"/><Relationship Id="rId90" Type="http://schemas.openxmlformats.org/officeDocument/2006/relationships/tags" Target="../tags/tag360.xml"/><Relationship Id="rId95" Type="http://schemas.openxmlformats.org/officeDocument/2006/relationships/tags" Target="../tags/tag365.xml"/><Relationship Id="rId160" Type="http://schemas.openxmlformats.org/officeDocument/2006/relationships/tags" Target="../tags/tag430.xml"/><Relationship Id="rId165" Type="http://schemas.openxmlformats.org/officeDocument/2006/relationships/tags" Target="../tags/tag435.xml"/><Relationship Id="rId181" Type="http://schemas.openxmlformats.org/officeDocument/2006/relationships/tags" Target="../tags/tag451.xml"/><Relationship Id="rId186" Type="http://schemas.openxmlformats.org/officeDocument/2006/relationships/tags" Target="../tags/tag456.xml"/><Relationship Id="rId216" Type="http://schemas.openxmlformats.org/officeDocument/2006/relationships/tags" Target="../tags/tag486.xml"/><Relationship Id="rId211" Type="http://schemas.openxmlformats.org/officeDocument/2006/relationships/tags" Target="../tags/tag481.xml"/><Relationship Id="rId22" Type="http://schemas.openxmlformats.org/officeDocument/2006/relationships/tags" Target="../tags/tag292.xml"/><Relationship Id="rId27" Type="http://schemas.openxmlformats.org/officeDocument/2006/relationships/tags" Target="../tags/tag297.xml"/><Relationship Id="rId43" Type="http://schemas.openxmlformats.org/officeDocument/2006/relationships/tags" Target="../tags/tag313.xml"/><Relationship Id="rId48" Type="http://schemas.openxmlformats.org/officeDocument/2006/relationships/tags" Target="../tags/tag318.xml"/><Relationship Id="rId64" Type="http://schemas.openxmlformats.org/officeDocument/2006/relationships/tags" Target="../tags/tag334.xml"/><Relationship Id="rId69" Type="http://schemas.openxmlformats.org/officeDocument/2006/relationships/tags" Target="../tags/tag339.xml"/><Relationship Id="rId113" Type="http://schemas.openxmlformats.org/officeDocument/2006/relationships/tags" Target="../tags/tag383.xml"/><Relationship Id="rId118" Type="http://schemas.openxmlformats.org/officeDocument/2006/relationships/tags" Target="../tags/tag388.xml"/><Relationship Id="rId134" Type="http://schemas.openxmlformats.org/officeDocument/2006/relationships/tags" Target="../tags/tag404.xml"/><Relationship Id="rId139" Type="http://schemas.openxmlformats.org/officeDocument/2006/relationships/tags" Target="../tags/tag409.xml"/><Relationship Id="rId80" Type="http://schemas.openxmlformats.org/officeDocument/2006/relationships/tags" Target="../tags/tag350.xml"/><Relationship Id="rId85" Type="http://schemas.openxmlformats.org/officeDocument/2006/relationships/tags" Target="../tags/tag355.xml"/><Relationship Id="rId150" Type="http://schemas.openxmlformats.org/officeDocument/2006/relationships/tags" Target="../tags/tag420.xml"/><Relationship Id="rId155" Type="http://schemas.openxmlformats.org/officeDocument/2006/relationships/tags" Target="../tags/tag425.xml"/><Relationship Id="rId171" Type="http://schemas.openxmlformats.org/officeDocument/2006/relationships/tags" Target="../tags/tag441.xml"/><Relationship Id="rId176" Type="http://schemas.openxmlformats.org/officeDocument/2006/relationships/tags" Target="../tags/tag446.xml"/><Relationship Id="rId192" Type="http://schemas.openxmlformats.org/officeDocument/2006/relationships/tags" Target="../tags/tag462.xml"/><Relationship Id="rId197" Type="http://schemas.openxmlformats.org/officeDocument/2006/relationships/tags" Target="../tags/tag467.xml"/><Relationship Id="rId206" Type="http://schemas.openxmlformats.org/officeDocument/2006/relationships/tags" Target="../tags/tag476.xml"/><Relationship Id="rId201" Type="http://schemas.openxmlformats.org/officeDocument/2006/relationships/tags" Target="../tags/tag471.xml"/><Relationship Id="rId222" Type="http://schemas.openxmlformats.org/officeDocument/2006/relationships/notesSlide" Target="../notesSlides/notesSlide6.xml"/><Relationship Id="rId12" Type="http://schemas.openxmlformats.org/officeDocument/2006/relationships/tags" Target="../tags/tag282.xml"/><Relationship Id="rId17" Type="http://schemas.openxmlformats.org/officeDocument/2006/relationships/tags" Target="../tags/tag287.xml"/><Relationship Id="rId33" Type="http://schemas.openxmlformats.org/officeDocument/2006/relationships/tags" Target="../tags/tag303.xml"/><Relationship Id="rId38" Type="http://schemas.openxmlformats.org/officeDocument/2006/relationships/tags" Target="../tags/tag308.xml"/><Relationship Id="rId59" Type="http://schemas.openxmlformats.org/officeDocument/2006/relationships/tags" Target="../tags/tag329.xml"/><Relationship Id="rId103" Type="http://schemas.openxmlformats.org/officeDocument/2006/relationships/tags" Target="../tags/tag373.xml"/><Relationship Id="rId108" Type="http://schemas.openxmlformats.org/officeDocument/2006/relationships/tags" Target="../tags/tag378.xml"/><Relationship Id="rId124" Type="http://schemas.openxmlformats.org/officeDocument/2006/relationships/tags" Target="../tags/tag394.xml"/><Relationship Id="rId129" Type="http://schemas.openxmlformats.org/officeDocument/2006/relationships/tags" Target="../tags/tag399.xml"/><Relationship Id="rId54" Type="http://schemas.openxmlformats.org/officeDocument/2006/relationships/tags" Target="../tags/tag324.xml"/><Relationship Id="rId70" Type="http://schemas.openxmlformats.org/officeDocument/2006/relationships/tags" Target="../tags/tag340.xml"/><Relationship Id="rId75" Type="http://schemas.openxmlformats.org/officeDocument/2006/relationships/tags" Target="../tags/tag345.xml"/><Relationship Id="rId91" Type="http://schemas.openxmlformats.org/officeDocument/2006/relationships/tags" Target="../tags/tag361.xml"/><Relationship Id="rId96" Type="http://schemas.openxmlformats.org/officeDocument/2006/relationships/tags" Target="../tags/tag366.xml"/><Relationship Id="rId140" Type="http://schemas.openxmlformats.org/officeDocument/2006/relationships/tags" Target="../tags/tag410.xml"/><Relationship Id="rId145" Type="http://schemas.openxmlformats.org/officeDocument/2006/relationships/tags" Target="../tags/tag415.xml"/><Relationship Id="rId161" Type="http://schemas.openxmlformats.org/officeDocument/2006/relationships/tags" Target="../tags/tag431.xml"/><Relationship Id="rId166" Type="http://schemas.openxmlformats.org/officeDocument/2006/relationships/tags" Target="../tags/tag436.xml"/><Relationship Id="rId182" Type="http://schemas.openxmlformats.org/officeDocument/2006/relationships/tags" Target="../tags/tag452.xml"/><Relationship Id="rId187" Type="http://schemas.openxmlformats.org/officeDocument/2006/relationships/tags" Target="../tags/tag457.xml"/><Relationship Id="rId217" Type="http://schemas.openxmlformats.org/officeDocument/2006/relationships/tags" Target="../tags/tag487.xml"/><Relationship Id="rId1" Type="http://schemas.openxmlformats.org/officeDocument/2006/relationships/tags" Target="../tags/tag271.xml"/><Relationship Id="rId6" Type="http://schemas.openxmlformats.org/officeDocument/2006/relationships/tags" Target="../tags/tag276.xml"/><Relationship Id="rId212" Type="http://schemas.openxmlformats.org/officeDocument/2006/relationships/tags" Target="../tags/tag482.xml"/><Relationship Id="rId23" Type="http://schemas.openxmlformats.org/officeDocument/2006/relationships/tags" Target="../tags/tag293.xml"/><Relationship Id="rId28" Type="http://schemas.openxmlformats.org/officeDocument/2006/relationships/tags" Target="../tags/tag298.xml"/><Relationship Id="rId49" Type="http://schemas.openxmlformats.org/officeDocument/2006/relationships/tags" Target="../tags/tag319.xml"/><Relationship Id="rId114" Type="http://schemas.openxmlformats.org/officeDocument/2006/relationships/tags" Target="../tags/tag384.xml"/><Relationship Id="rId119" Type="http://schemas.openxmlformats.org/officeDocument/2006/relationships/tags" Target="../tags/tag389.xml"/><Relationship Id="rId44" Type="http://schemas.openxmlformats.org/officeDocument/2006/relationships/tags" Target="../tags/tag314.xml"/><Relationship Id="rId60" Type="http://schemas.openxmlformats.org/officeDocument/2006/relationships/tags" Target="../tags/tag330.xml"/><Relationship Id="rId65" Type="http://schemas.openxmlformats.org/officeDocument/2006/relationships/tags" Target="../tags/tag335.xml"/><Relationship Id="rId81" Type="http://schemas.openxmlformats.org/officeDocument/2006/relationships/tags" Target="../tags/tag351.xml"/><Relationship Id="rId86" Type="http://schemas.openxmlformats.org/officeDocument/2006/relationships/tags" Target="../tags/tag356.xml"/><Relationship Id="rId130" Type="http://schemas.openxmlformats.org/officeDocument/2006/relationships/tags" Target="../tags/tag400.xml"/><Relationship Id="rId135" Type="http://schemas.openxmlformats.org/officeDocument/2006/relationships/tags" Target="../tags/tag405.xml"/><Relationship Id="rId151" Type="http://schemas.openxmlformats.org/officeDocument/2006/relationships/tags" Target="../tags/tag421.xml"/><Relationship Id="rId156" Type="http://schemas.openxmlformats.org/officeDocument/2006/relationships/tags" Target="../tags/tag426.xml"/><Relationship Id="rId177" Type="http://schemas.openxmlformats.org/officeDocument/2006/relationships/tags" Target="../tags/tag447.xml"/><Relationship Id="rId198" Type="http://schemas.openxmlformats.org/officeDocument/2006/relationships/tags" Target="../tags/tag468.xml"/><Relationship Id="rId172" Type="http://schemas.openxmlformats.org/officeDocument/2006/relationships/tags" Target="../tags/tag442.xml"/><Relationship Id="rId193" Type="http://schemas.openxmlformats.org/officeDocument/2006/relationships/tags" Target="../tags/tag463.xml"/><Relationship Id="rId202" Type="http://schemas.openxmlformats.org/officeDocument/2006/relationships/tags" Target="../tags/tag472.xml"/><Relationship Id="rId207" Type="http://schemas.openxmlformats.org/officeDocument/2006/relationships/tags" Target="../tags/tag477.xml"/><Relationship Id="rId13" Type="http://schemas.openxmlformats.org/officeDocument/2006/relationships/tags" Target="../tags/tag283.xml"/><Relationship Id="rId18" Type="http://schemas.openxmlformats.org/officeDocument/2006/relationships/tags" Target="../tags/tag288.xml"/><Relationship Id="rId39" Type="http://schemas.openxmlformats.org/officeDocument/2006/relationships/tags" Target="../tags/tag309.xml"/><Relationship Id="rId109" Type="http://schemas.openxmlformats.org/officeDocument/2006/relationships/tags" Target="../tags/tag379.xml"/><Relationship Id="rId34" Type="http://schemas.openxmlformats.org/officeDocument/2006/relationships/tags" Target="../tags/tag304.xml"/><Relationship Id="rId50" Type="http://schemas.openxmlformats.org/officeDocument/2006/relationships/tags" Target="../tags/tag320.xml"/><Relationship Id="rId55" Type="http://schemas.openxmlformats.org/officeDocument/2006/relationships/tags" Target="../tags/tag325.xml"/><Relationship Id="rId76" Type="http://schemas.openxmlformats.org/officeDocument/2006/relationships/tags" Target="../tags/tag346.xml"/><Relationship Id="rId97" Type="http://schemas.openxmlformats.org/officeDocument/2006/relationships/tags" Target="../tags/tag367.xml"/><Relationship Id="rId104" Type="http://schemas.openxmlformats.org/officeDocument/2006/relationships/tags" Target="../tags/tag374.xml"/><Relationship Id="rId120" Type="http://schemas.openxmlformats.org/officeDocument/2006/relationships/tags" Target="../tags/tag390.xml"/><Relationship Id="rId125" Type="http://schemas.openxmlformats.org/officeDocument/2006/relationships/tags" Target="../tags/tag395.xml"/><Relationship Id="rId141" Type="http://schemas.openxmlformats.org/officeDocument/2006/relationships/tags" Target="../tags/tag411.xml"/><Relationship Id="rId146" Type="http://schemas.openxmlformats.org/officeDocument/2006/relationships/tags" Target="../tags/tag416.xml"/><Relationship Id="rId167" Type="http://schemas.openxmlformats.org/officeDocument/2006/relationships/tags" Target="../tags/tag437.xml"/><Relationship Id="rId188" Type="http://schemas.openxmlformats.org/officeDocument/2006/relationships/tags" Target="../tags/tag458.xml"/><Relationship Id="rId7" Type="http://schemas.openxmlformats.org/officeDocument/2006/relationships/tags" Target="../tags/tag277.xml"/><Relationship Id="rId71" Type="http://schemas.openxmlformats.org/officeDocument/2006/relationships/tags" Target="../tags/tag341.xml"/><Relationship Id="rId92" Type="http://schemas.openxmlformats.org/officeDocument/2006/relationships/tags" Target="../tags/tag362.xml"/><Relationship Id="rId162" Type="http://schemas.openxmlformats.org/officeDocument/2006/relationships/tags" Target="../tags/tag432.xml"/><Relationship Id="rId183" Type="http://schemas.openxmlformats.org/officeDocument/2006/relationships/tags" Target="../tags/tag453.xml"/><Relationship Id="rId213" Type="http://schemas.openxmlformats.org/officeDocument/2006/relationships/tags" Target="../tags/tag483.xml"/><Relationship Id="rId218" Type="http://schemas.openxmlformats.org/officeDocument/2006/relationships/tags" Target="../tags/tag488.xml"/><Relationship Id="rId2" Type="http://schemas.openxmlformats.org/officeDocument/2006/relationships/tags" Target="../tags/tag272.xml"/><Relationship Id="rId29" Type="http://schemas.openxmlformats.org/officeDocument/2006/relationships/tags" Target="../tags/tag299.xml"/><Relationship Id="rId24" Type="http://schemas.openxmlformats.org/officeDocument/2006/relationships/tags" Target="../tags/tag294.xml"/><Relationship Id="rId40" Type="http://schemas.openxmlformats.org/officeDocument/2006/relationships/tags" Target="../tags/tag310.xml"/><Relationship Id="rId45" Type="http://schemas.openxmlformats.org/officeDocument/2006/relationships/tags" Target="../tags/tag315.xml"/><Relationship Id="rId66" Type="http://schemas.openxmlformats.org/officeDocument/2006/relationships/tags" Target="../tags/tag336.xml"/><Relationship Id="rId87" Type="http://schemas.openxmlformats.org/officeDocument/2006/relationships/tags" Target="../tags/tag357.xml"/><Relationship Id="rId110" Type="http://schemas.openxmlformats.org/officeDocument/2006/relationships/tags" Target="../tags/tag380.xml"/><Relationship Id="rId115" Type="http://schemas.openxmlformats.org/officeDocument/2006/relationships/tags" Target="../tags/tag385.xml"/><Relationship Id="rId131" Type="http://schemas.openxmlformats.org/officeDocument/2006/relationships/tags" Target="../tags/tag401.xml"/><Relationship Id="rId136" Type="http://schemas.openxmlformats.org/officeDocument/2006/relationships/tags" Target="../tags/tag406.xml"/><Relationship Id="rId157" Type="http://schemas.openxmlformats.org/officeDocument/2006/relationships/tags" Target="../tags/tag427.xml"/><Relationship Id="rId178" Type="http://schemas.openxmlformats.org/officeDocument/2006/relationships/tags" Target="../tags/tag448.xml"/><Relationship Id="rId61" Type="http://schemas.openxmlformats.org/officeDocument/2006/relationships/tags" Target="../tags/tag331.xml"/><Relationship Id="rId82" Type="http://schemas.openxmlformats.org/officeDocument/2006/relationships/tags" Target="../tags/tag352.xml"/><Relationship Id="rId152" Type="http://schemas.openxmlformats.org/officeDocument/2006/relationships/tags" Target="../tags/tag422.xml"/><Relationship Id="rId173" Type="http://schemas.openxmlformats.org/officeDocument/2006/relationships/tags" Target="../tags/tag443.xml"/><Relationship Id="rId194" Type="http://schemas.openxmlformats.org/officeDocument/2006/relationships/tags" Target="../tags/tag464.xml"/><Relationship Id="rId199" Type="http://schemas.openxmlformats.org/officeDocument/2006/relationships/tags" Target="../tags/tag469.xml"/><Relationship Id="rId203" Type="http://schemas.openxmlformats.org/officeDocument/2006/relationships/tags" Target="../tags/tag473.xml"/><Relationship Id="rId208" Type="http://schemas.openxmlformats.org/officeDocument/2006/relationships/tags" Target="../tags/tag478.xml"/><Relationship Id="rId19" Type="http://schemas.openxmlformats.org/officeDocument/2006/relationships/tags" Target="../tags/tag289.xml"/><Relationship Id="rId14" Type="http://schemas.openxmlformats.org/officeDocument/2006/relationships/tags" Target="../tags/tag284.xml"/><Relationship Id="rId30" Type="http://schemas.openxmlformats.org/officeDocument/2006/relationships/tags" Target="../tags/tag300.xml"/><Relationship Id="rId35" Type="http://schemas.openxmlformats.org/officeDocument/2006/relationships/tags" Target="../tags/tag305.xml"/><Relationship Id="rId56" Type="http://schemas.openxmlformats.org/officeDocument/2006/relationships/tags" Target="../tags/tag326.xml"/><Relationship Id="rId77" Type="http://schemas.openxmlformats.org/officeDocument/2006/relationships/tags" Target="../tags/tag347.xml"/><Relationship Id="rId100" Type="http://schemas.openxmlformats.org/officeDocument/2006/relationships/tags" Target="../tags/tag370.xml"/><Relationship Id="rId105" Type="http://schemas.openxmlformats.org/officeDocument/2006/relationships/tags" Target="../tags/tag375.xml"/><Relationship Id="rId126" Type="http://schemas.openxmlformats.org/officeDocument/2006/relationships/tags" Target="../tags/tag396.xml"/><Relationship Id="rId147" Type="http://schemas.openxmlformats.org/officeDocument/2006/relationships/tags" Target="../tags/tag417.xml"/><Relationship Id="rId168" Type="http://schemas.openxmlformats.org/officeDocument/2006/relationships/tags" Target="../tags/tag438.xml"/><Relationship Id="rId8" Type="http://schemas.openxmlformats.org/officeDocument/2006/relationships/tags" Target="../tags/tag278.xml"/><Relationship Id="rId51" Type="http://schemas.openxmlformats.org/officeDocument/2006/relationships/tags" Target="../tags/tag321.xml"/><Relationship Id="rId72" Type="http://schemas.openxmlformats.org/officeDocument/2006/relationships/tags" Target="../tags/tag342.xml"/><Relationship Id="rId93" Type="http://schemas.openxmlformats.org/officeDocument/2006/relationships/tags" Target="../tags/tag363.xml"/><Relationship Id="rId98" Type="http://schemas.openxmlformats.org/officeDocument/2006/relationships/tags" Target="../tags/tag368.xml"/><Relationship Id="rId121" Type="http://schemas.openxmlformats.org/officeDocument/2006/relationships/tags" Target="../tags/tag391.xml"/><Relationship Id="rId142" Type="http://schemas.openxmlformats.org/officeDocument/2006/relationships/tags" Target="../tags/tag412.xml"/><Relationship Id="rId163" Type="http://schemas.openxmlformats.org/officeDocument/2006/relationships/tags" Target="../tags/tag433.xml"/><Relationship Id="rId184" Type="http://schemas.openxmlformats.org/officeDocument/2006/relationships/tags" Target="../tags/tag454.xml"/><Relationship Id="rId189" Type="http://schemas.openxmlformats.org/officeDocument/2006/relationships/tags" Target="../tags/tag459.xml"/><Relationship Id="rId219" Type="http://schemas.openxmlformats.org/officeDocument/2006/relationships/tags" Target="../tags/tag489.xml"/><Relationship Id="rId3" Type="http://schemas.openxmlformats.org/officeDocument/2006/relationships/tags" Target="../tags/tag273.xml"/><Relationship Id="rId214" Type="http://schemas.openxmlformats.org/officeDocument/2006/relationships/tags" Target="../tags/tag484.xml"/><Relationship Id="rId25" Type="http://schemas.openxmlformats.org/officeDocument/2006/relationships/tags" Target="../tags/tag295.xml"/><Relationship Id="rId46" Type="http://schemas.openxmlformats.org/officeDocument/2006/relationships/tags" Target="../tags/tag316.xml"/><Relationship Id="rId67" Type="http://schemas.openxmlformats.org/officeDocument/2006/relationships/tags" Target="../tags/tag337.xml"/><Relationship Id="rId116" Type="http://schemas.openxmlformats.org/officeDocument/2006/relationships/tags" Target="../tags/tag386.xml"/><Relationship Id="rId137" Type="http://schemas.openxmlformats.org/officeDocument/2006/relationships/tags" Target="../tags/tag407.xml"/><Relationship Id="rId158" Type="http://schemas.openxmlformats.org/officeDocument/2006/relationships/tags" Target="../tags/tag428.xml"/><Relationship Id="rId20" Type="http://schemas.openxmlformats.org/officeDocument/2006/relationships/tags" Target="../tags/tag290.xml"/><Relationship Id="rId41" Type="http://schemas.openxmlformats.org/officeDocument/2006/relationships/tags" Target="../tags/tag311.xml"/><Relationship Id="rId62" Type="http://schemas.openxmlformats.org/officeDocument/2006/relationships/tags" Target="../tags/tag332.xml"/><Relationship Id="rId83" Type="http://schemas.openxmlformats.org/officeDocument/2006/relationships/tags" Target="../tags/tag353.xml"/><Relationship Id="rId88" Type="http://schemas.openxmlformats.org/officeDocument/2006/relationships/tags" Target="../tags/tag358.xml"/><Relationship Id="rId111" Type="http://schemas.openxmlformats.org/officeDocument/2006/relationships/tags" Target="../tags/tag381.xml"/><Relationship Id="rId132" Type="http://schemas.openxmlformats.org/officeDocument/2006/relationships/tags" Target="../tags/tag402.xml"/><Relationship Id="rId153" Type="http://schemas.openxmlformats.org/officeDocument/2006/relationships/tags" Target="../tags/tag423.xml"/><Relationship Id="rId174" Type="http://schemas.openxmlformats.org/officeDocument/2006/relationships/tags" Target="../tags/tag444.xml"/><Relationship Id="rId179" Type="http://schemas.openxmlformats.org/officeDocument/2006/relationships/tags" Target="../tags/tag449.xml"/><Relationship Id="rId195" Type="http://schemas.openxmlformats.org/officeDocument/2006/relationships/tags" Target="../tags/tag465.xml"/><Relationship Id="rId209" Type="http://schemas.openxmlformats.org/officeDocument/2006/relationships/tags" Target="../tags/tag479.xml"/><Relationship Id="rId190" Type="http://schemas.openxmlformats.org/officeDocument/2006/relationships/tags" Target="../tags/tag460.xml"/><Relationship Id="rId204" Type="http://schemas.openxmlformats.org/officeDocument/2006/relationships/tags" Target="../tags/tag474.xml"/><Relationship Id="rId220" Type="http://schemas.openxmlformats.org/officeDocument/2006/relationships/tags" Target="../tags/tag490.xml"/><Relationship Id="rId15" Type="http://schemas.openxmlformats.org/officeDocument/2006/relationships/tags" Target="../tags/tag285.xml"/><Relationship Id="rId36" Type="http://schemas.openxmlformats.org/officeDocument/2006/relationships/tags" Target="../tags/tag306.xml"/><Relationship Id="rId57" Type="http://schemas.openxmlformats.org/officeDocument/2006/relationships/tags" Target="../tags/tag327.xml"/><Relationship Id="rId106" Type="http://schemas.openxmlformats.org/officeDocument/2006/relationships/tags" Target="../tags/tag376.xml"/><Relationship Id="rId127" Type="http://schemas.openxmlformats.org/officeDocument/2006/relationships/tags" Target="../tags/tag397.xml"/><Relationship Id="rId10" Type="http://schemas.openxmlformats.org/officeDocument/2006/relationships/tags" Target="../tags/tag280.xml"/><Relationship Id="rId31" Type="http://schemas.openxmlformats.org/officeDocument/2006/relationships/tags" Target="../tags/tag301.xml"/><Relationship Id="rId52" Type="http://schemas.openxmlformats.org/officeDocument/2006/relationships/tags" Target="../tags/tag322.xml"/><Relationship Id="rId73" Type="http://schemas.openxmlformats.org/officeDocument/2006/relationships/tags" Target="../tags/tag343.xml"/><Relationship Id="rId78" Type="http://schemas.openxmlformats.org/officeDocument/2006/relationships/tags" Target="../tags/tag348.xml"/><Relationship Id="rId94" Type="http://schemas.openxmlformats.org/officeDocument/2006/relationships/tags" Target="../tags/tag364.xml"/><Relationship Id="rId99" Type="http://schemas.openxmlformats.org/officeDocument/2006/relationships/tags" Target="../tags/tag369.xml"/><Relationship Id="rId101" Type="http://schemas.openxmlformats.org/officeDocument/2006/relationships/tags" Target="../tags/tag371.xml"/><Relationship Id="rId122" Type="http://schemas.openxmlformats.org/officeDocument/2006/relationships/tags" Target="../tags/tag392.xml"/><Relationship Id="rId143" Type="http://schemas.openxmlformats.org/officeDocument/2006/relationships/tags" Target="../tags/tag413.xml"/><Relationship Id="rId148" Type="http://schemas.openxmlformats.org/officeDocument/2006/relationships/tags" Target="../tags/tag418.xml"/><Relationship Id="rId164" Type="http://schemas.openxmlformats.org/officeDocument/2006/relationships/tags" Target="../tags/tag434.xml"/><Relationship Id="rId169" Type="http://schemas.openxmlformats.org/officeDocument/2006/relationships/tags" Target="../tags/tag439.xml"/><Relationship Id="rId185" Type="http://schemas.openxmlformats.org/officeDocument/2006/relationships/tags" Target="../tags/tag455.xml"/><Relationship Id="rId4" Type="http://schemas.openxmlformats.org/officeDocument/2006/relationships/tags" Target="../tags/tag274.xml"/><Relationship Id="rId9" Type="http://schemas.openxmlformats.org/officeDocument/2006/relationships/tags" Target="../tags/tag279.xml"/><Relationship Id="rId180" Type="http://schemas.openxmlformats.org/officeDocument/2006/relationships/tags" Target="../tags/tag450.xml"/><Relationship Id="rId210" Type="http://schemas.openxmlformats.org/officeDocument/2006/relationships/tags" Target="../tags/tag480.xml"/><Relationship Id="rId215" Type="http://schemas.openxmlformats.org/officeDocument/2006/relationships/tags" Target="../tags/tag485.xml"/><Relationship Id="rId26" Type="http://schemas.openxmlformats.org/officeDocument/2006/relationships/tags" Target="../tags/tag296.xml"/><Relationship Id="rId47" Type="http://schemas.openxmlformats.org/officeDocument/2006/relationships/tags" Target="../tags/tag317.xml"/><Relationship Id="rId68" Type="http://schemas.openxmlformats.org/officeDocument/2006/relationships/tags" Target="../tags/tag338.xml"/><Relationship Id="rId89" Type="http://schemas.openxmlformats.org/officeDocument/2006/relationships/tags" Target="../tags/tag359.xml"/><Relationship Id="rId112" Type="http://schemas.openxmlformats.org/officeDocument/2006/relationships/tags" Target="../tags/tag382.xml"/><Relationship Id="rId133" Type="http://schemas.openxmlformats.org/officeDocument/2006/relationships/tags" Target="../tags/tag403.xml"/><Relationship Id="rId154" Type="http://schemas.openxmlformats.org/officeDocument/2006/relationships/tags" Target="../tags/tag424.xml"/><Relationship Id="rId175" Type="http://schemas.openxmlformats.org/officeDocument/2006/relationships/tags" Target="../tags/tag445.xml"/><Relationship Id="rId196" Type="http://schemas.openxmlformats.org/officeDocument/2006/relationships/tags" Target="../tags/tag466.xml"/><Relationship Id="rId200" Type="http://schemas.openxmlformats.org/officeDocument/2006/relationships/tags" Target="../tags/tag470.xml"/><Relationship Id="rId16" Type="http://schemas.openxmlformats.org/officeDocument/2006/relationships/tags" Target="../tags/tag286.xml"/><Relationship Id="rId221" Type="http://schemas.openxmlformats.org/officeDocument/2006/relationships/slideLayout" Target="../slideLayouts/slideLayout13.xml"/><Relationship Id="rId37" Type="http://schemas.openxmlformats.org/officeDocument/2006/relationships/tags" Target="../tags/tag307.xml"/><Relationship Id="rId58" Type="http://schemas.openxmlformats.org/officeDocument/2006/relationships/tags" Target="../tags/tag328.xml"/><Relationship Id="rId79" Type="http://schemas.openxmlformats.org/officeDocument/2006/relationships/tags" Target="../tags/tag349.xml"/><Relationship Id="rId102" Type="http://schemas.openxmlformats.org/officeDocument/2006/relationships/tags" Target="../tags/tag372.xml"/><Relationship Id="rId123" Type="http://schemas.openxmlformats.org/officeDocument/2006/relationships/tags" Target="../tags/tag393.xml"/><Relationship Id="rId144" Type="http://schemas.openxmlformats.org/officeDocument/2006/relationships/tags" Target="../tags/tag4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87.sv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1.svg"/><Relationship Id="rId5" Type="http://schemas.openxmlformats.org/officeDocument/2006/relationships/image" Target="../media/image90.png"/><Relationship Id="rId10" Type="http://schemas.openxmlformats.org/officeDocument/2006/relationships/image" Target="../media/image95.svg"/><Relationship Id="rId4" Type="http://schemas.openxmlformats.org/officeDocument/2006/relationships/image" Target="../media/image89.svg"/><Relationship Id="rId9" Type="http://schemas.openxmlformats.org/officeDocument/2006/relationships/image" Target="../media/image9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svg"/><Relationship Id="rId13" Type="http://schemas.openxmlformats.org/officeDocument/2006/relationships/image" Target="../media/image106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12" Type="http://schemas.openxmlformats.org/officeDocument/2006/relationships/image" Target="../media/image10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9.sv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0" Type="http://schemas.openxmlformats.org/officeDocument/2006/relationships/image" Target="../media/image103.svg"/><Relationship Id="rId4" Type="http://schemas.openxmlformats.org/officeDocument/2006/relationships/image" Target="../media/image97.svg"/><Relationship Id="rId9" Type="http://schemas.openxmlformats.org/officeDocument/2006/relationships/image" Target="../media/image102.png"/><Relationship Id="rId14" Type="http://schemas.openxmlformats.org/officeDocument/2006/relationships/image" Target="../media/image107.sv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53ECA-E495-B61D-B2C7-BA58EA7A8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AD95B9-D032-B714-2410-553037B581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Nesi Haver  03/2026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E67175-151A-C826-908D-79CFEF4CE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256" y="1168924"/>
            <a:ext cx="3563332" cy="1614350"/>
          </a:xfrm>
        </p:spPr>
        <p:txBody>
          <a:bodyPr/>
          <a:lstStyle/>
          <a:p>
            <a:r>
              <a:rPr lang="en-US" sz="3200" b="1" dirty="0"/>
              <a:t>Enigma 22.14 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Project Strategy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405760-CBFB-FC86-C05F-61091A8ED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558" y="3088741"/>
            <a:ext cx="6208855" cy="416568"/>
          </a:xfrm>
        </p:spPr>
        <p:txBody>
          <a:bodyPr/>
          <a:lstStyle/>
          <a:p>
            <a:r>
              <a:rPr lang="en-US" dirty="0"/>
              <a:t>Opening Session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E2854C0-ACF2-6401-2441-348976143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298" y="5826816"/>
            <a:ext cx="248045" cy="20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721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291CA-41C2-BA58-F763-6501E7073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11915" y="6247029"/>
            <a:ext cx="825846" cy="365125"/>
          </a:xfrm>
        </p:spPr>
        <p:txBody>
          <a:bodyPr/>
          <a:lstStyle/>
          <a:p>
            <a:fld id="{EFA2350A-29EC-E546-BCCA-FF7831B45487}" type="slidenum">
              <a:rPr lang="en-DE"/>
              <a:t>2</a:t>
            </a:fld>
            <a:endParaRPr lang="en-DE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DE687D6-5C4F-65C5-5349-678D05A48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453585"/>
              </p:ext>
            </p:extLst>
          </p:nvPr>
        </p:nvGraphicFramePr>
        <p:xfrm>
          <a:off x="7501401" y="152091"/>
          <a:ext cx="4118093" cy="6553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230">
                  <a:extLst>
                    <a:ext uri="{9D8B030D-6E8A-4147-A177-3AD203B41FA5}">
                      <a16:colId xmlns:a16="http://schemas.microsoft.com/office/drawing/2014/main" val="791369806"/>
                    </a:ext>
                  </a:extLst>
                </a:gridCol>
                <a:gridCol w="3332863">
                  <a:extLst>
                    <a:ext uri="{9D8B030D-6E8A-4147-A177-3AD203B41FA5}">
                      <a16:colId xmlns:a16="http://schemas.microsoft.com/office/drawing/2014/main" val="2835075047"/>
                    </a:ext>
                  </a:extLst>
                </a:gridCol>
              </a:tblGrid>
              <a:tr h="728202">
                <a:tc>
                  <a:txBody>
                    <a:bodyPr/>
                    <a:lstStyle/>
                    <a:p>
                      <a:r>
                        <a:rPr lang="en-DE" sz="3200" b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</a:rPr>
                        <a:t>01</a:t>
                      </a:r>
                      <a:endParaRPr lang="en-DE" sz="1600" b="0">
                        <a:solidFill>
                          <a:srgbClr val="40359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Aptos" panose="020B0004020202020204" pitchFamily="34" charset="0"/>
                        </a:rPr>
                        <a:t>Welcome - Strategy Session</a:t>
                      </a:r>
                      <a:endParaRPr lang="en-DE" sz="14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359220"/>
                  </a:ext>
                </a:extLst>
              </a:tr>
              <a:tr h="728202">
                <a:tc>
                  <a:txBody>
                    <a:bodyPr/>
                    <a:lstStyle/>
                    <a:p>
                      <a:r>
                        <a:rPr lang="en-DE" sz="3200" b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</a:rPr>
                        <a:t>02</a:t>
                      </a:r>
                      <a:endParaRPr lang="en-DE" sz="1600" b="0">
                        <a:solidFill>
                          <a:srgbClr val="40359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Aptos" panose="020B0004020202020204" pitchFamily="34" charset="0"/>
                        </a:rPr>
                        <a:t>PO Information</a:t>
                      </a:r>
                      <a:endParaRPr lang="en-DE" sz="14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074651"/>
                  </a:ext>
                </a:extLst>
              </a:tr>
              <a:tr h="728202">
                <a:tc>
                  <a:txBody>
                    <a:bodyPr/>
                    <a:lstStyle/>
                    <a:p>
                      <a:r>
                        <a:rPr lang="en-DE" sz="3200" b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</a:rPr>
                        <a:t>03</a:t>
                      </a:r>
                      <a:endParaRPr lang="en-DE" sz="1600" b="0">
                        <a:solidFill>
                          <a:srgbClr val="40359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High-level plan (Scope &amp; timeline) </a:t>
                      </a:r>
                      <a:endParaRPr lang="en-DE" sz="1400" b="1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256084"/>
                  </a:ext>
                </a:extLst>
              </a:tr>
              <a:tr h="728202">
                <a:tc>
                  <a:txBody>
                    <a:bodyPr/>
                    <a:lstStyle/>
                    <a:p>
                      <a:r>
                        <a:rPr lang="en-DE" sz="3200" b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</a:rPr>
                        <a:t>04</a:t>
                      </a:r>
                      <a:endParaRPr lang="en-DE" sz="1600" b="0">
                        <a:solidFill>
                          <a:srgbClr val="40359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Assumptions</a:t>
                      </a:r>
                      <a:endParaRPr lang="en-DE" sz="1400" b="1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417626"/>
                  </a:ext>
                </a:extLst>
              </a:tr>
              <a:tr h="728202">
                <a:tc>
                  <a:txBody>
                    <a:bodyPr/>
                    <a:lstStyle/>
                    <a:p>
                      <a:r>
                        <a:rPr lang="en-DE" sz="3200" b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</a:rPr>
                        <a:t>05</a:t>
                      </a:r>
                      <a:endParaRPr lang="en-DE" sz="1600" b="0">
                        <a:solidFill>
                          <a:srgbClr val="40359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Full kit </a:t>
                      </a:r>
                      <a:endParaRPr lang="en-DE" sz="1400" b="1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243270"/>
                  </a:ext>
                </a:extLst>
              </a:tr>
              <a:tr h="728202">
                <a:tc>
                  <a:txBody>
                    <a:bodyPr/>
                    <a:lstStyle/>
                    <a:p>
                      <a:r>
                        <a:rPr lang="en-DE" sz="3200" b="0" dirty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</a:rPr>
                        <a:t>06</a:t>
                      </a:r>
                      <a:endParaRPr lang="en-DE" sz="1600" b="0" dirty="0">
                        <a:solidFill>
                          <a:srgbClr val="40359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Project Risks </a:t>
                      </a:r>
                      <a:endParaRPr lang="en-DE" sz="1400" b="1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491867"/>
                  </a:ext>
                </a:extLst>
              </a:tr>
              <a:tr h="728202">
                <a:tc>
                  <a:txBody>
                    <a:bodyPr/>
                    <a:lstStyle/>
                    <a:p>
                      <a:r>
                        <a:rPr lang="en-DE" sz="3200" b="0" dirty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</a:rPr>
                        <a:t>07</a:t>
                      </a:r>
                      <a:endParaRPr lang="en-DE" sz="1600" b="0" dirty="0">
                        <a:solidFill>
                          <a:srgbClr val="40359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Main Milestones (NI) </a:t>
                      </a:r>
                      <a:endParaRPr lang="en-DE" sz="1400" b="1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772494"/>
                  </a:ext>
                </a:extLst>
              </a:tr>
              <a:tr h="728202">
                <a:tc>
                  <a:txBody>
                    <a:bodyPr/>
                    <a:lstStyle/>
                    <a:p>
                      <a:r>
                        <a:rPr lang="en-US" sz="3200" b="0" dirty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</a:rPr>
                        <a:t>08</a:t>
                      </a:r>
                      <a:endParaRPr lang="en-DE" sz="1600" b="0" dirty="0">
                        <a:solidFill>
                          <a:srgbClr val="40359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sz="1400" b="1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1549224"/>
                  </a:ext>
                </a:extLst>
              </a:tr>
              <a:tr h="728202">
                <a:tc>
                  <a:txBody>
                    <a:bodyPr/>
                    <a:lstStyle/>
                    <a:p>
                      <a:r>
                        <a:rPr lang="en-US" sz="3200" b="0" dirty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</a:rPr>
                        <a:t>09</a:t>
                      </a:r>
                      <a:endParaRPr lang="en-DE" sz="1600" b="0" dirty="0">
                        <a:solidFill>
                          <a:srgbClr val="40359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sz="1400" b="1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968459"/>
                  </a:ext>
                </a:extLst>
              </a:tr>
            </a:tbl>
          </a:graphicData>
        </a:graphic>
      </p:graphicFrame>
      <p:sp>
        <p:nvSpPr>
          <p:cNvPr id="11" name="Title 3">
            <a:extLst>
              <a:ext uri="{FF2B5EF4-FFF2-40B4-BE49-F238E27FC236}">
                <a16:creationId xmlns:a16="http://schemas.microsoft.com/office/drawing/2014/main" id="{46582E9E-C23B-DF9D-4D08-3EC87ED48AF7}"/>
              </a:ext>
            </a:extLst>
          </p:cNvPr>
          <p:cNvSpPr txBox="1">
            <a:spLocks/>
          </p:cNvSpPr>
          <p:nvPr/>
        </p:nvSpPr>
        <p:spPr>
          <a:xfrm>
            <a:off x="739026" y="2561129"/>
            <a:ext cx="5435350" cy="238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>
              <a:lnSpc>
                <a:spcPct val="80000"/>
              </a:lnSpc>
            </a:pPr>
            <a:r>
              <a:rPr lang="en-US" sz="9400" dirty="0">
                <a:solidFill>
                  <a:srgbClr val="403592"/>
                </a:solidFill>
                <a:latin typeface="Century Gothic" panose="020B0502020202020204" pitchFamily="34" charset="0"/>
              </a:rPr>
              <a:t>Agenda</a:t>
            </a:r>
            <a:endParaRPr lang="en-DE" sz="9400" dirty="0">
              <a:solidFill>
                <a:srgbClr val="403592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764D640-E3D6-1155-952C-A65A537DBDE3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defPPr>
              <a:defRPr lang="en-DE"/>
            </a:defPPr>
            <a:lvl1pPr marL="0" algn="ctr" defTabSz="914400" rtl="0" eaLnBrk="1" latinLnBrk="0" hangingPunct="1">
              <a:defRPr sz="600" b="0" kern="120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A2350A-29EC-E546-BCCA-FF7831B4548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505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9470D-9801-D762-B02E-C5A663B64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006" y="1741671"/>
            <a:ext cx="3378059" cy="1520003"/>
          </a:xfrm>
        </p:spPr>
        <p:txBody>
          <a:bodyPr/>
          <a:lstStyle/>
          <a:p>
            <a:r>
              <a:rPr lang="en-US" sz="2800" dirty="0"/>
              <a:t>Strategy 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Sessions</a:t>
            </a:r>
            <a:endParaRPr lang="en-US" sz="20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4F371E5-2DE4-5136-864D-55485C8091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919" y="1283844"/>
            <a:ext cx="340834" cy="292143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4E97A7-1A76-FE51-CCE2-A3C21988EE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7902309"/>
              </p:ext>
            </p:extLst>
          </p:nvPr>
        </p:nvGraphicFramePr>
        <p:xfrm>
          <a:off x="4012504" y="1083384"/>
          <a:ext cx="7723971" cy="42897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815">
                  <a:extLst>
                    <a:ext uri="{9D8B030D-6E8A-4147-A177-3AD203B41FA5}">
                      <a16:colId xmlns:a16="http://schemas.microsoft.com/office/drawing/2014/main" val="574882419"/>
                    </a:ext>
                  </a:extLst>
                </a:gridCol>
                <a:gridCol w="1406387">
                  <a:extLst>
                    <a:ext uri="{9D8B030D-6E8A-4147-A177-3AD203B41FA5}">
                      <a16:colId xmlns:a16="http://schemas.microsoft.com/office/drawing/2014/main" val="802674446"/>
                    </a:ext>
                  </a:extLst>
                </a:gridCol>
                <a:gridCol w="1388962">
                  <a:extLst>
                    <a:ext uri="{9D8B030D-6E8A-4147-A177-3AD203B41FA5}">
                      <a16:colId xmlns:a16="http://schemas.microsoft.com/office/drawing/2014/main" val="2977870590"/>
                    </a:ext>
                  </a:extLst>
                </a:gridCol>
                <a:gridCol w="1597307">
                  <a:extLst>
                    <a:ext uri="{9D8B030D-6E8A-4147-A177-3AD203B41FA5}">
                      <a16:colId xmlns:a16="http://schemas.microsoft.com/office/drawing/2014/main" val="862060160"/>
                    </a:ext>
                  </a:extLst>
                </a:gridCol>
                <a:gridCol w="1666500">
                  <a:extLst>
                    <a:ext uri="{9D8B030D-6E8A-4147-A177-3AD203B41FA5}">
                      <a16:colId xmlns:a16="http://schemas.microsoft.com/office/drawing/2014/main" val="46692134"/>
                    </a:ext>
                  </a:extLst>
                </a:gridCol>
              </a:tblGrid>
              <a:tr h="82031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Monday </a:t>
                      </a:r>
                      <a:br>
                        <a:rPr lang="en-US" dirty="0"/>
                      </a:br>
                      <a:r>
                        <a:rPr lang="en-US" b="0" i="1" dirty="0"/>
                        <a:t>(March) </a:t>
                      </a:r>
                      <a:endParaRPr lang="LID4096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Tuesday</a:t>
                      </a:r>
                      <a:br>
                        <a:rPr lang="en-US" dirty="0"/>
                      </a:br>
                      <a:r>
                        <a:rPr lang="en-US" b="0" i="1" dirty="0"/>
                        <a:t>(March)</a:t>
                      </a:r>
                      <a:endParaRPr lang="LID4096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May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May 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6892"/>
                  </a:ext>
                </a:extLst>
              </a:tr>
              <a:tr h="820313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400" b="1" dirty="0"/>
                        <a:t>Opening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400" b="1" dirty="0"/>
                        <a:t>Project HLP</a:t>
                      </a:r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400" b="1" dirty="0"/>
                        <a:t>Target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Risk Management </a:t>
                      </a:r>
                      <a:endParaRPr lang="LID4096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Strategy Closure</a:t>
                      </a:r>
                    </a:p>
                    <a:p>
                      <a:endParaRPr lang="LID4096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861223"/>
                  </a:ext>
                </a:extLst>
              </a:tr>
              <a:tr h="820313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400" b="1" dirty="0"/>
                        <a:t>Project content   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400" b="1" dirty="0"/>
                        <a:t>22.14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400" b="1" dirty="0"/>
                        <a:t>(shift-left)</a:t>
                      </a:r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400" b="1" dirty="0"/>
                        <a:t>Project timeline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400" b="1" dirty="0"/>
                        <a:t>SI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Project site Plan</a:t>
                      </a:r>
                    </a:p>
                    <a:p>
                      <a:endParaRPr lang="LID4096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Risk management</a:t>
                      </a:r>
                    </a:p>
                    <a:p>
                      <a:endParaRPr lang="LID4096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153918"/>
                  </a:ext>
                </a:extLst>
              </a:tr>
              <a:tr h="820313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400" b="1" dirty="0"/>
                        <a:t>QA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MMI Review Outcome</a:t>
                      </a:r>
                    </a:p>
                    <a:p>
                      <a:endParaRPr lang="LID4096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697417"/>
                  </a:ext>
                </a:extLst>
              </a:tr>
              <a:tr h="820313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820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624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B1519-4336-AC99-2AD9-220908CA5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16961-79E1-DFE9-5346-8AD6CD1C10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Enigma – Customer </a:t>
            </a:r>
            <a:r>
              <a:rPr lang="en-US" dirty="0" err="1">
                <a:solidFill>
                  <a:schemeClr val="accent1"/>
                </a:solidFill>
              </a:rPr>
              <a:t>backgroup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70786-2258-0B7B-1051-688243EE7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23" y="1414914"/>
            <a:ext cx="11284496" cy="508213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sz="1800" dirty="0"/>
              <a:t>Country: "</a:t>
            </a:r>
            <a:r>
              <a:rPr sz="1800" b="1" dirty="0"/>
              <a:t>Brine</a:t>
            </a:r>
            <a:r>
              <a:rPr sz="1800" dirty="0"/>
              <a:t>"</a:t>
            </a:r>
          </a:p>
          <a:p>
            <a:pPr>
              <a:lnSpc>
                <a:spcPct val="150000"/>
              </a:lnSpc>
            </a:pPr>
            <a:r>
              <a:rPr sz="1800" dirty="0"/>
              <a:t>Customer: </a:t>
            </a:r>
            <a:r>
              <a:rPr sz="1800" b="1" dirty="0"/>
              <a:t>NIA</a:t>
            </a:r>
            <a:r>
              <a:rPr sz="1800" dirty="0"/>
              <a:t> </a:t>
            </a:r>
            <a:r>
              <a:rPr sz="1800" i="1" dirty="0"/>
              <a:t>(National Intelligence Agency)</a:t>
            </a:r>
            <a:endParaRPr lang="en-US" sz="1800" i="1" dirty="0"/>
          </a:p>
          <a:p>
            <a:pPr lvl="2">
              <a:lnSpc>
                <a:spcPct val="150000"/>
              </a:lnSpc>
              <a:spcAft>
                <a:spcPts val="600"/>
              </a:spcAft>
            </a:pPr>
            <a:r>
              <a:rPr lang="en-US" sz="1500" dirty="0"/>
              <a:t>Existing customer, very veteran with our products </a:t>
            </a:r>
            <a:endParaRPr sz="1800" dirty="0"/>
          </a:p>
          <a:p>
            <a:endParaRPr sz="1800" dirty="0"/>
          </a:p>
          <a:p>
            <a:r>
              <a:rPr sz="1800" b="1" dirty="0"/>
              <a:t>Deployment History:</a:t>
            </a:r>
          </a:p>
          <a:p>
            <a:pPr lvl="1"/>
            <a:r>
              <a:rPr lang="en-US" sz="1800" dirty="0"/>
              <a:t>1</a:t>
            </a:r>
            <a:r>
              <a:rPr lang="en-US" sz="1800" baseline="30000" dirty="0"/>
              <a:t>st</a:t>
            </a:r>
            <a:r>
              <a:rPr lang="en-US" sz="1800" dirty="0"/>
              <a:t> deployment : </a:t>
            </a:r>
            <a:r>
              <a:rPr sz="1800" dirty="0"/>
              <a:t>2012: VBW 5 + Reliant 11</a:t>
            </a:r>
            <a:r>
              <a:rPr lang="en-US" sz="1800" dirty="0"/>
              <a:t> </a:t>
            </a:r>
            <a:endParaRPr sz="1800" dirty="0"/>
          </a:p>
          <a:p>
            <a:pPr lvl="1"/>
            <a:r>
              <a:rPr lang="en-US" sz="1800" dirty="0"/>
              <a:t>2</a:t>
            </a:r>
            <a:r>
              <a:rPr lang="en-US" sz="1800" baseline="30000" dirty="0"/>
              <a:t>nd</a:t>
            </a:r>
            <a:r>
              <a:rPr lang="en-US" sz="1800" dirty="0"/>
              <a:t> Deployment  </a:t>
            </a:r>
            <a:r>
              <a:rPr sz="1800" dirty="0"/>
              <a:t>2018: Vantage V19 &amp; Reliant 12</a:t>
            </a:r>
            <a:endParaRPr lang="en-US" sz="1800" dirty="0"/>
          </a:p>
          <a:p>
            <a:pPr lvl="1"/>
            <a:endParaRPr lang="en-US" sz="1800" dirty="0"/>
          </a:p>
          <a:p>
            <a:pPr marL="0" indent="0">
              <a:buNone/>
            </a:pPr>
            <a:endParaRPr sz="1800" dirty="0"/>
          </a:p>
          <a:p>
            <a:r>
              <a:rPr sz="1800" b="1" dirty="0"/>
              <a:t>Prime (Cyborg)</a:t>
            </a:r>
          </a:p>
          <a:p>
            <a:pPr lvl="1"/>
            <a:r>
              <a:rPr sz="1800" dirty="0"/>
              <a:t>Profile: Very high standards, highly technical</a:t>
            </a:r>
            <a:r>
              <a:rPr lang="en-US" sz="1800" dirty="0"/>
              <a:t> </a:t>
            </a:r>
            <a:r>
              <a:rPr sz="1800" dirty="0"/>
              <a:t> </a:t>
            </a:r>
          </a:p>
          <a:p>
            <a:pPr lvl="1"/>
            <a:r>
              <a:rPr sz="1800" dirty="0"/>
              <a:t>deeply proficient with our products</a:t>
            </a:r>
          </a:p>
        </p:txBody>
      </p:sp>
    </p:spTree>
    <p:extLst>
      <p:ext uri="{BB962C8B-B14F-4D97-AF65-F5344CB8AC3E}">
        <p14:creationId xmlns:p14="http://schemas.microsoft.com/office/powerpoint/2010/main" val="1784319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3009900" y="3984855"/>
            <a:ext cx="4343400" cy="1981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32" tIns="45719" rIns="91332" bIns="45719" rtlCol="0" anchor="ctr"/>
          <a:lstStyle/>
          <a:p>
            <a:pPr algn="ctr"/>
            <a:endParaRPr lang="en-US" sz="2400" b="1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Relationship Flow 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1042" y="1544449"/>
            <a:ext cx="4555958" cy="906379"/>
          </a:xfrm>
          <a:prstGeom prst="rect">
            <a:avLst/>
          </a:prstGeom>
          <a:solidFill>
            <a:schemeClr val="accent5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32" tIns="45719" rIns="91332" bIns="45719"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NIA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(End User)</a:t>
            </a:r>
            <a:endParaRPr lang="en-US" sz="2400" b="1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86200" y="2830141"/>
            <a:ext cx="2590800" cy="6858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32" tIns="45719" rIns="91332" bIns="45719"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Cyborg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9100" y="4866364"/>
            <a:ext cx="1905000" cy="685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32" tIns="45719" rIns="91332" bIns="45719"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S3Tel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788346" y="4137255"/>
            <a:ext cx="3182351" cy="685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32" tIns="45719" rIns="91332" bIns="45719"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Syborg (Cognyte) </a:t>
            </a:r>
          </a:p>
        </p:txBody>
      </p:sp>
      <p:cxnSp>
        <p:nvCxnSpPr>
          <p:cNvPr id="14" name="Straight Arrow Connector 13"/>
          <p:cNvCxnSpPr>
            <a:cxnSpLocks/>
            <a:stCxn id="5" idx="2"/>
          </p:cNvCxnSpPr>
          <p:nvPr/>
        </p:nvCxnSpPr>
        <p:spPr>
          <a:xfrm>
            <a:off x="4199021" y="2450828"/>
            <a:ext cx="0" cy="36865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</p:cNvCxnSpPr>
          <p:nvPr/>
        </p:nvCxnSpPr>
        <p:spPr>
          <a:xfrm>
            <a:off x="5086936" y="3484176"/>
            <a:ext cx="0" cy="500678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 rot="16200000">
            <a:off x="8184281" y="3032354"/>
            <a:ext cx="3962400" cy="685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32" tIns="45719" rIns="91332" bIns="45719" rtlCol="0" anchor="ctr"/>
          <a:lstStyle/>
          <a:p>
            <a:pPr algn="ctr"/>
            <a:r>
              <a:rPr lang="en-US" sz="2400" b="1"/>
              <a:t>Telecom  Service  Providers</a:t>
            </a:r>
          </a:p>
        </p:txBody>
      </p:sp>
      <p:sp>
        <p:nvSpPr>
          <p:cNvPr id="20" name="Rectangle 19"/>
          <p:cNvSpPr/>
          <p:nvPr/>
        </p:nvSpPr>
        <p:spPr>
          <a:xfrm rot="16200000">
            <a:off x="7886700" y="2346554"/>
            <a:ext cx="2590800" cy="685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32" tIns="45719" rIns="91332" bIns="45719" rtlCol="0" anchor="ctr"/>
          <a:lstStyle/>
          <a:p>
            <a:pPr algn="ctr"/>
            <a:r>
              <a:rPr lang="en-US" sz="2400" b="1"/>
              <a:t>TRA</a:t>
            </a:r>
          </a:p>
        </p:txBody>
      </p:sp>
      <p:cxnSp>
        <p:nvCxnSpPr>
          <p:cNvPr id="22" name="Elbow Connector 21"/>
          <p:cNvCxnSpPr>
            <a:stCxn id="5" idx="3"/>
          </p:cNvCxnSpPr>
          <p:nvPr/>
        </p:nvCxnSpPr>
        <p:spPr>
          <a:xfrm>
            <a:off x="6477000" y="1997639"/>
            <a:ext cx="1981200" cy="501315"/>
          </a:xfrm>
          <a:prstGeom prst="bentConnector3">
            <a:avLst>
              <a:gd name="adj1" fmla="val 50000"/>
            </a:avLst>
          </a:prstGeom>
          <a:ln w="285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/>
          <p:nvPr/>
        </p:nvCxnSpPr>
        <p:spPr>
          <a:xfrm flipV="1">
            <a:off x="8382000" y="2460856"/>
            <a:ext cx="457200" cy="3810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/>
          <p:cNvCxnSpPr>
            <a:stCxn id="6" idx="3"/>
          </p:cNvCxnSpPr>
          <p:nvPr/>
        </p:nvCxnSpPr>
        <p:spPr>
          <a:xfrm>
            <a:off x="6477000" y="3173044"/>
            <a:ext cx="3352800" cy="952500"/>
          </a:xfrm>
          <a:prstGeom prst="bentConnector3">
            <a:avLst>
              <a:gd name="adj1" fmla="val 50000"/>
            </a:avLst>
          </a:prstGeom>
          <a:ln w="285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467600" y="5975036"/>
            <a:ext cx="1828800" cy="685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32" tIns="45719" rIns="91332" bIns="45719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3</a:t>
            </a:r>
            <a:r>
              <a:rPr lang="en-US" sz="1200" b="1" baseline="30000">
                <a:solidFill>
                  <a:schemeClr val="tx1"/>
                </a:solidFill>
              </a:rPr>
              <a:t>rd</a:t>
            </a:r>
            <a:r>
              <a:rPr lang="en-US" sz="1200" b="1">
                <a:solidFill>
                  <a:schemeClr val="tx1"/>
                </a:solidFill>
              </a:rPr>
              <a:t> Party HW CFE </a:t>
            </a:r>
          </a:p>
        </p:txBody>
      </p:sp>
      <p:cxnSp>
        <p:nvCxnSpPr>
          <p:cNvPr id="37" name="Shape 36"/>
          <p:cNvCxnSpPr>
            <a:cxnSpLocks/>
            <a:stCxn id="8" idx="2"/>
            <a:endCxn id="35" idx="1"/>
          </p:cNvCxnSpPr>
          <p:nvPr/>
        </p:nvCxnSpPr>
        <p:spPr>
          <a:xfrm rot="16200000" flipH="1">
            <a:off x="5941714" y="4792050"/>
            <a:ext cx="765772" cy="2286000"/>
          </a:xfrm>
          <a:prstGeom prst="bentConnector2">
            <a:avLst/>
          </a:prstGeom>
          <a:ln w="285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748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E3132-2ADC-891D-E896-BED22B730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A3EAE-F052-F187-88B9-2F5E56206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302" y="104174"/>
            <a:ext cx="10780608" cy="980651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PO Information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9CEE83-33B4-47F9-8900-AFD2C9E6203A}"/>
              </a:ext>
            </a:extLst>
          </p:cNvPr>
          <p:cNvSpPr txBox="1">
            <a:spLocks/>
          </p:cNvSpPr>
          <p:nvPr/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32000" indent="-18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dirty="0"/>
              <a:t>Project</a:t>
            </a:r>
            <a:r>
              <a:rPr lang="en-US" b="1" dirty="0"/>
              <a:t> name</a:t>
            </a:r>
            <a:r>
              <a:rPr dirty="0"/>
              <a:t>: "Enigma - VX New Business Model"</a:t>
            </a:r>
            <a:endParaRPr lang="en-US" dirty="0"/>
          </a:p>
          <a:p>
            <a:endParaRPr dirty="0"/>
          </a:p>
          <a:p>
            <a:r>
              <a:rPr b="1" dirty="0"/>
              <a:t>Code: </a:t>
            </a:r>
            <a:r>
              <a:rPr lang="en-US" b="1" dirty="0"/>
              <a:t>OTL </a:t>
            </a:r>
            <a:r>
              <a:rPr lang="en-US" dirty="0"/>
              <a:t>XXX</a:t>
            </a:r>
            <a:r>
              <a:rPr dirty="0"/>
              <a:t> | Date: Jan 7th, 2026</a:t>
            </a:r>
          </a:p>
          <a:p>
            <a:pPr marL="0" indent="0">
              <a:buNone/>
            </a:pPr>
            <a:endParaRPr dirty="0"/>
          </a:p>
          <a:p>
            <a:r>
              <a:rPr u="sng" dirty="0"/>
              <a:t>Strategic </a:t>
            </a:r>
            <a:r>
              <a:rPr b="1" u="sng" dirty="0"/>
              <a:t>Subscription</a:t>
            </a:r>
            <a:r>
              <a:rPr u="sng" dirty="0"/>
              <a:t> Deal</a:t>
            </a:r>
            <a:r>
              <a:rPr dirty="0"/>
              <a:t>:</a:t>
            </a:r>
            <a:br>
              <a:rPr lang="en-US" dirty="0"/>
            </a:br>
            <a:endParaRPr dirty="0"/>
          </a:p>
          <a:p>
            <a:pPr lvl="1"/>
            <a:r>
              <a:rPr lang="en-US" dirty="0"/>
              <a:t>VX – subscription model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dirty="0"/>
              <a:t>5 years (</a:t>
            </a:r>
            <a:r>
              <a:rPr u="sng" dirty="0"/>
              <a:t>until Dec 2031</a:t>
            </a:r>
            <a:r>
              <a:rPr dirty="0"/>
              <a:t>)</a:t>
            </a:r>
            <a:br>
              <a:rPr lang="en-US" dirty="0"/>
            </a:br>
            <a:endParaRPr dirty="0"/>
          </a:p>
          <a:p>
            <a:pPr lvl="1"/>
            <a:r>
              <a:rPr dirty="0"/>
              <a:t>TI (GI2s, Hives): 5.5 years</a:t>
            </a:r>
            <a:br>
              <a:rPr lang="en-US" dirty="0"/>
            </a:br>
            <a:endParaRPr dirty="0"/>
          </a:p>
          <a:p>
            <a:pPr lvl="1"/>
            <a:r>
              <a:rPr dirty="0"/>
              <a:t>DI: </a:t>
            </a:r>
            <a:r>
              <a:rPr dirty="0" err="1"/>
              <a:t>Nexyte</a:t>
            </a:r>
            <a:r>
              <a:rPr dirty="0"/>
              <a:t> over VX for STT</a:t>
            </a:r>
            <a:r>
              <a:rPr lang="en-US" dirty="0"/>
              <a:t> 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0900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Project High-Level Scope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EF601-9811-AA2F-A41D-D2C54FACD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23" y="1805765"/>
            <a:ext cx="11284496" cy="450840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b="1" u="sng" dirty="0"/>
              <a:t>Core Deliverables</a:t>
            </a:r>
          </a:p>
          <a:p>
            <a:r>
              <a:rPr dirty="0"/>
              <a:t>VX </a:t>
            </a:r>
            <a:r>
              <a:rPr lang="en-US" dirty="0"/>
              <a:t>22.14 </a:t>
            </a:r>
            <a:r>
              <a:rPr dirty="0"/>
              <a:t>BE with </a:t>
            </a:r>
            <a:r>
              <a:rPr b="1" dirty="0"/>
              <a:t>FE modernization</a:t>
            </a:r>
            <a:br>
              <a:rPr lang="en-US" dirty="0"/>
            </a:br>
            <a:endParaRPr dirty="0"/>
          </a:p>
          <a:p>
            <a:r>
              <a:rPr dirty="0"/>
              <a:t>LBS modernization</a:t>
            </a:r>
            <a:r>
              <a:rPr lang="en-US" dirty="0"/>
              <a:t> (location-based solution) </a:t>
            </a:r>
            <a:br>
              <a:rPr lang="en-US" dirty="0"/>
            </a:br>
            <a:endParaRPr dirty="0"/>
          </a:p>
          <a:p>
            <a:r>
              <a:rPr dirty="0"/>
              <a:t>V19 &amp; V22 side-by-side with dual FE delivery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TC Migration (Targets, Users, Content)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r>
              <a:rPr lang="en-US" dirty="0">
                <a:latin typeface="Aptos"/>
              </a:rPr>
              <a:t>5G  support for telephony and LBS</a:t>
            </a:r>
            <a:br>
              <a:rPr lang="en-US" dirty="0">
                <a:latin typeface="Aptos"/>
              </a:rPr>
            </a:br>
            <a:endParaRPr lang="en-US" dirty="0">
              <a:latin typeface="Aptos"/>
            </a:endParaRPr>
          </a:p>
          <a:p>
            <a:r>
              <a:rPr lang="en-US" dirty="0">
                <a:latin typeface="Aptos"/>
              </a:rPr>
              <a:t>STC FE expansion </a:t>
            </a:r>
            <a:br>
              <a:rPr lang="en-US" dirty="0">
                <a:latin typeface="Aptos"/>
              </a:rPr>
            </a:br>
            <a:endParaRPr lang="en-US" dirty="0">
              <a:latin typeface="Aptos"/>
            </a:endParaRPr>
          </a:p>
          <a:p>
            <a:r>
              <a:rPr lang="en-US" dirty="0"/>
              <a:t>V19 system </a:t>
            </a:r>
            <a:r>
              <a:rPr lang="en-US" dirty="0">
                <a:latin typeface="Aptos"/>
              </a:rPr>
              <a:t>stays as an archive system for additional 1 year (starting ARO+15M)</a:t>
            </a:r>
            <a:br>
              <a:rPr lang="en-US" dirty="0">
                <a:latin typeface="Aptos"/>
              </a:rPr>
            </a:br>
            <a:endParaRPr lang="en-US" dirty="0">
              <a:latin typeface="Aptos"/>
            </a:endParaRPr>
          </a:p>
          <a:p>
            <a:pPr marL="228600" lvl="1" indent="-228600">
              <a:spcBef>
                <a:spcPts val="1000"/>
              </a:spcBef>
              <a:buFont typeface="Century Gothic" panose="020B0502020202020204" pitchFamily="34" charset="0"/>
              <a:buChar char="+"/>
            </a:pPr>
            <a:r>
              <a:rPr lang="en-US" dirty="0">
                <a:latin typeface="Aptos"/>
              </a:rPr>
              <a:t>2 x Gi2s  with 5G support and 2 x Hives with 5G support </a:t>
            </a:r>
            <a:br>
              <a:rPr lang="en-US" dirty="0">
                <a:latin typeface="Aptos"/>
              </a:rPr>
            </a:br>
            <a:endParaRPr lang="en-US" dirty="0">
              <a:latin typeface="Aptos"/>
            </a:endParaRPr>
          </a:p>
          <a:p>
            <a:endParaRPr lang="en-US" dirty="0"/>
          </a:p>
          <a:p>
            <a:endParaRPr lang="en-US" dirty="0">
              <a:latin typeface="Aptos"/>
            </a:endParaRP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dirty="0"/>
          </a:p>
          <a:p>
            <a:endParaRPr dirty="0"/>
          </a:p>
          <a:p>
            <a:r>
              <a:rPr b="1" u="sng" dirty="0"/>
              <a:t>Infrastructure</a:t>
            </a:r>
            <a:r>
              <a:rPr dirty="0"/>
              <a:t>:</a:t>
            </a:r>
          </a:p>
          <a:p>
            <a:r>
              <a:rPr dirty="0"/>
              <a:t>• 2 x GI2s + 2 x Hives (5G support)</a:t>
            </a:r>
          </a:p>
          <a:p>
            <a:r>
              <a:rPr dirty="0"/>
              <a:t>• STC FE expansion</a:t>
            </a:r>
          </a:p>
          <a:p>
            <a:endParaRPr dirty="0"/>
          </a:p>
          <a:p>
            <a:r>
              <a:rPr dirty="0"/>
              <a:t>Timeline: V19 stays as archive (ARO+15M through ARO+27M)</a:t>
            </a:r>
          </a:p>
        </p:txBody>
      </p:sp>
      <p:pic>
        <p:nvPicPr>
          <p:cNvPr id="8" name="Graphic 7" descr="Clipboard Checked with solid fill">
            <a:extLst>
              <a:ext uri="{FF2B5EF4-FFF2-40B4-BE49-F238E27FC236}">
                <a16:creationId xmlns:a16="http://schemas.microsoft.com/office/drawing/2014/main" id="{EE9DFD64-5326-0809-538B-83F4D641F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05160" y="517828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736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D9203-74FA-F258-4C7C-1626A8525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61D228-A720-7A59-8BD9-92DC0F97B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350A-29EC-E546-BCCA-FF7831B45487}" type="slidenum">
              <a:rPr lang="en-US" smtClean="0"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C1541C-4A9D-64DD-2160-55860FED7B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 Assumptions 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FD8682-49F7-7234-BFD6-4D30A559B2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808204"/>
              </p:ext>
            </p:extLst>
          </p:nvPr>
        </p:nvGraphicFramePr>
        <p:xfrm>
          <a:off x="266217" y="1552363"/>
          <a:ext cx="11257580" cy="4368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97306">
                  <a:extLst>
                    <a:ext uri="{9D8B030D-6E8A-4147-A177-3AD203B41FA5}">
                      <a16:colId xmlns:a16="http://schemas.microsoft.com/office/drawing/2014/main" val="3404607808"/>
                    </a:ext>
                  </a:extLst>
                </a:gridCol>
                <a:gridCol w="4018026">
                  <a:extLst>
                    <a:ext uri="{9D8B030D-6E8A-4147-A177-3AD203B41FA5}">
                      <a16:colId xmlns:a16="http://schemas.microsoft.com/office/drawing/2014/main" val="2901175421"/>
                    </a:ext>
                  </a:extLst>
                </a:gridCol>
                <a:gridCol w="2821124">
                  <a:extLst>
                    <a:ext uri="{9D8B030D-6E8A-4147-A177-3AD203B41FA5}">
                      <a16:colId xmlns:a16="http://schemas.microsoft.com/office/drawing/2014/main" val="1131049921"/>
                    </a:ext>
                  </a:extLst>
                </a:gridCol>
                <a:gridCol w="2821124">
                  <a:extLst>
                    <a:ext uri="{9D8B030D-6E8A-4147-A177-3AD203B41FA5}">
                      <a16:colId xmlns:a16="http://schemas.microsoft.com/office/drawing/2014/main" val="42382018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4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Program Assumption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Responsibility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468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4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Hardware is CFE and will be locally purchased by Prime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Prime (Cyborg)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Procurement managed locally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938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All assembly and staging activities will be performed by Prime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Prime (Cyborg)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Includes preparation before deployment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61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4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Communication and infrastructure are under Prime responsibility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Covers networking and site connectivity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4775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4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IPD will be provided by </a:t>
                      </a:r>
                      <a:r>
                        <a:rPr lang="en-US" sz="1400" dirty="0" err="1"/>
                        <a:t>Cognyte</a:t>
                      </a:r>
                      <a:r>
                        <a:rPr lang="en-US" sz="1400" dirty="0"/>
                        <a:t> for infrastructure guidelines and installation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Cognyte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Defines installation standards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94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4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Program consists of a single deployment phase (V22.14)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Program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 phased rollout planned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641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4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Packet Brokers and Load Balancers hardware supplied by </a:t>
                      </a:r>
                      <a:r>
                        <a:rPr lang="en-US" sz="1400" dirty="0" err="1"/>
                        <a:t>Cognyte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Cognyte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Dedicated infrastructure components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2205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4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 remote connectivity to the site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Site Constraint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All work performed on-site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6846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Existing links to Captive will be used for V22 side-by-side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Enables parallel environment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518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9261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6B038-141D-330F-68AF-DA8F4230F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00EF0-211E-0E67-ED28-96AD5EB159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Program Guidelines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9CDB-F5AD-9860-817A-BD6602E01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All communication to be done through PjM/ Local team </a:t>
            </a:r>
            <a:br>
              <a:rPr lang="en-US" sz="2400" dirty="0">
                <a:latin typeface="Aptos"/>
              </a:rPr>
            </a:br>
            <a:br>
              <a:rPr lang="en-US" sz="2400" dirty="0">
                <a:latin typeface="Aptos"/>
              </a:rPr>
            </a:br>
            <a:endParaRPr lang="en-US" sz="2400" dirty="0"/>
          </a:p>
          <a:p>
            <a:pPr>
              <a:spcAft>
                <a:spcPts val="600"/>
              </a:spcAft>
            </a:pPr>
            <a:r>
              <a:rPr lang="en-US" sz="2600" dirty="0">
                <a:latin typeface="Aptos"/>
              </a:rPr>
              <a:t>All email via Syborg emails addresses </a:t>
            </a:r>
            <a:br>
              <a:rPr lang="en-US" sz="2600" dirty="0">
                <a:latin typeface="Aptos"/>
              </a:rPr>
            </a:br>
            <a:br>
              <a:rPr lang="en-US" sz="2600" dirty="0">
                <a:latin typeface="Aptos"/>
              </a:rPr>
            </a:br>
            <a:endParaRPr lang="en-US" sz="2600" dirty="0"/>
          </a:p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All documentations to be labeled as </a:t>
            </a:r>
            <a:r>
              <a:rPr lang="en-US" sz="2400" dirty="0" err="1">
                <a:latin typeface="Aptos"/>
              </a:rPr>
              <a:t>Syborg</a:t>
            </a:r>
            <a:r>
              <a:rPr lang="en-US" sz="2400" dirty="0">
                <a:latin typeface="Aptos"/>
              </a:rPr>
              <a:t> </a:t>
            </a:r>
            <a:br>
              <a:rPr lang="en-US" sz="2400" dirty="0">
                <a:latin typeface="Aptos"/>
              </a:rPr>
            </a:br>
            <a:br>
              <a:rPr lang="en-US" sz="2400" dirty="0">
                <a:latin typeface="Aptos"/>
              </a:rPr>
            </a:br>
            <a:endParaRPr lang="en-US" sz="2400" dirty="0"/>
          </a:p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Special travel arrangements – PjM will update when relevant</a:t>
            </a:r>
            <a:endParaRPr lang="en-US" sz="2400" dirty="0"/>
          </a:p>
          <a:p>
            <a:pPr>
              <a:spcAft>
                <a:spcPts val="600"/>
              </a:spcAft>
            </a:pPr>
            <a:endParaRPr lang="en-US" sz="2400" dirty="0"/>
          </a:p>
          <a:p>
            <a:pPr>
              <a:spcAft>
                <a:spcPts val="600"/>
              </a:spcAft>
            </a:pPr>
            <a:endParaRPr lang="en-US" sz="2400" b="1" dirty="0"/>
          </a:p>
          <a:p>
            <a:pPr>
              <a:spcAft>
                <a:spcPts val="600"/>
              </a:spcAft>
            </a:pPr>
            <a:endParaRPr lang="en-US" sz="2400" dirty="0"/>
          </a:p>
          <a:p>
            <a:pPr lvl="1">
              <a:spcAft>
                <a:spcPts val="600"/>
              </a:spcAft>
            </a:pPr>
            <a:endParaRPr lang="en-US" sz="1600" dirty="0"/>
          </a:p>
          <a:p>
            <a:pPr lvl="1">
              <a:spcAft>
                <a:spcPts val="600"/>
              </a:spcAft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6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1915B-87A8-462F-E5C2-C23B7BA52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3">
            <a:extLst>
              <a:ext uri="{FF2B5EF4-FFF2-40B4-BE49-F238E27FC236}">
                <a16:creationId xmlns:a16="http://schemas.microsoft.com/office/drawing/2014/main" id="{4546C6D7-2B82-0F7F-0632-33807F978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312" y="4583793"/>
            <a:ext cx="6208855" cy="416568"/>
          </a:xfrm>
        </p:spPr>
        <p:txBody>
          <a:bodyPr/>
          <a:lstStyle/>
          <a:p>
            <a:r>
              <a:rPr lang="en-US" dirty="0"/>
              <a:t>22.14 </a:t>
            </a:r>
          </a:p>
        </p:txBody>
      </p:sp>
      <p:sp>
        <p:nvSpPr>
          <p:cNvPr id="2" name="Slide Number Placeholder 1" hidden="1">
            <a:extLst>
              <a:ext uri="{FF2B5EF4-FFF2-40B4-BE49-F238E27FC236}">
                <a16:creationId xmlns:a16="http://schemas.microsoft.com/office/drawing/2014/main" id="{DC0C7097-2083-1BAF-8E50-6817FF3574A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FA2350A-29EC-E546-BCCA-FF7831B45487}" type="slidenum"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2A6A9B4D-6AA6-8345-8CC6-73D40F9316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4515" y="5773275"/>
            <a:ext cx="4920942" cy="712881"/>
          </a:xfrm>
        </p:spPr>
        <p:txBody>
          <a:bodyPr/>
          <a:lstStyle/>
          <a:p>
            <a:r>
              <a:rPr lang="en-US" dirty="0"/>
              <a:t>VDM and PSM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CB8E29-98B3-7B6D-A65B-A1D107659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669" y="1423279"/>
            <a:ext cx="4920943" cy="2387600"/>
          </a:xfrm>
        </p:spPr>
        <p:txBody>
          <a:bodyPr anchor="b">
            <a:normAutofit/>
          </a:bodyPr>
          <a:lstStyle/>
          <a:p>
            <a:r>
              <a:rPr lang="en-DE" sz="5100" dirty="0"/>
              <a:t>Features</a:t>
            </a:r>
            <a:r>
              <a:rPr lang="en-US" sz="5100" dirty="0"/>
              <a:t> &amp; Functionalities </a:t>
            </a:r>
            <a:endParaRPr lang="en-DE" sz="5100" dirty="0"/>
          </a:p>
        </p:txBody>
      </p:sp>
    </p:spTree>
    <p:extLst>
      <p:ext uri="{BB962C8B-B14F-4D97-AF65-F5344CB8AC3E}">
        <p14:creationId xmlns:p14="http://schemas.microsoft.com/office/powerpoint/2010/main" val="732779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4CBF9-1B60-94BC-C55C-C9965B575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3B4AD-3B6A-608A-0C74-822C0ABDA4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VX 22.14 – mains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31F3F-2B41-412E-D8FE-1A680676B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23" y="1506870"/>
            <a:ext cx="11067092" cy="43767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dirty="0"/>
              <a:t>strategic modernization step aligned with product roadmap and customer needs.</a:t>
            </a:r>
          </a:p>
          <a:p>
            <a:pPr>
              <a:spcAft>
                <a:spcPts val="600"/>
              </a:spcAft>
            </a:pPr>
            <a:endParaRPr lang="en-US" sz="2400" b="1" dirty="0"/>
          </a:p>
          <a:p>
            <a:pPr marL="0" indent="0">
              <a:spcAft>
                <a:spcPts val="600"/>
              </a:spcAft>
              <a:buNone/>
            </a:pPr>
            <a:endParaRPr lang="en-US" sz="2400" dirty="0"/>
          </a:p>
          <a:p>
            <a:pPr lvl="1">
              <a:spcAft>
                <a:spcPts val="600"/>
              </a:spcAft>
            </a:pPr>
            <a:endParaRPr lang="en-US" sz="1600" dirty="0"/>
          </a:p>
          <a:p>
            <a:pPr lvl="1">
              <a:spcAft>
                <a:spcPts val="600"/>
              </a:spcAft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03F5B94-BE43-230E-DFA3-3C654806D06C}"/>
              </a:ext>
            </a:extLst>
          </p:cNvPr>
          <p:cNvGraphicFramePr>
            <a:graphicFrameLocks/>
          </p:cNvGraphicFramePr>
          <p:nvPr/>
        </p:nvGraphicFramePr>
        <p:xfrm>
          <a:off x="7280841" y="3580166"/>
          <a:ext cx="4276855" cy="3104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EEFAF0-2FDC-F40A-EB48-9BEE23DEBDF0}"/>
              </a:ext>
            </a:extLst>
          </p:cNvPr>
          <p:cNvSpPr/>
          <p:nvPr/>
        </p:nvSpPr>
        <p:spPr>
          <a:xfrm>
            <a:off x="898192" y="2028347"/>
            <a:ext cx="2540078" cy="439837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b="1" u="sng" dirty="0">
              <a:solidFill>
                <a:schemeClr val="tx1"/>
              </a:solidFill>
            </a:endParaRPr>
          </a:p>
          <a:p>
            <a:pPr algn="ctr"/>
            <a:endParaRPr lang="en-US" sz="1600" b="1" u="sng" dirty="0">
              <a:solidFill>
                <a:schemeClr val="tx1"/>
              </a:solidFill>
            </a:endParaRPr>
          </a:p>
          <a:p>
            <a:pPr algn="ctr"/>
            <a:r>
              <a:rPr lang="en-US" sz="1600" b="1" i="1" dirty="0">
                <a:solidFill>
                  <a:schemeClr val="tx1"/>
                </a:solidFill>
              </a:rPr>
              <a:t>Platform Modernization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chemeClr val="tx1"/>
                </a:solidFill>
                <a:latin typeface="+mj-lt"/>
              </a:rPr>
              <a:t>Migration toward </a:t>
            </a:r>
            <a:r>
              <a:rPr lang="LID4096" altLang="LID4096" sz="1600" b="1" dirty="0">
                <a:solidFill>
                  <a:schemeClr val="tx1"/>
                </a:solidFill>
                <a:latin typeface="+mj-lt"/>
              </a:rPr>
              <a:t>Kubernetes based architecture</a:t>
            </a:r>
            <a:br>
              <a:rPr lang="en-US" altLang="LID4096" sz="1600" b="1" dirty="0">
                <a:solidFill>
                  <a:schemeClr val="tx1"/>
                </a:solidFill>
                <a:latin typeface="+mj-lt"/>
              </a:rPr>
            </a:br>
            <a:endParaRPr lang="LID4096" altLang="LID4096" sz="1600" dirty="0">
              <a:solidFill>
                <a:schemeClr val="tx1"/>
              </a:solidFill>
              <a:latin typeface="+mj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chemeClr val="tx1"/>
                </a:solidFill>
                <a:latin typeface="+mj-lt"/>
              </a:rPr>
              <a:t>Replacement of </a:t>
            </a:r>
            <a:r>
              <a:rPr lang="LID4096" altLang="LID4096" sz="1600" b="1" dirty="0">
                <a:solidFill>
                  <a:schemeClr val="tx1"/>
                </a:solidFill>
                <a:latin typeface="+mj-lt"/>
              </a:rPr>
              <a:t>legacy infrastructure components</a:t>
            </a:r>
            <a:br>
              <a:rPr lang="en-US" altLang="LID4096" sz="1600" b="1" dirty="0">
                <a:solidFill>
                  <a:schemeClr val="tx1"/>
                </a:solidFill>
                <a:latin typeface="+mj-lt"/>
              </a:rPr>
            </a:br>
            <a:endParaRPr lang="LID4096" altLang="LID4096" sz="1600" dirty="0">
              <a:solidFill>
                <a:schemeClr val="tx1"/>
              </a:solidFill>
              <a:latin typeface="+mj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chemeClr val="tx1"/>
                </a:solidFill>
                <a:latin typeface="+mj-lt"/>
              </a:rPr>
              <a:t>Improved scalability and deployment flexibilit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LID4096" sz="1600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45C0491-CB84-83F3-8018-D280B20AF75A}"/>
              </a:ext>
            </a:extLst>
          </p:cNvPr>
          <p:cNvSpPr/>
          <p:nvPr/>
        </p:nvSpPr>
        <p:spPr>
          <a:xfrm>
            <a:off x="4719127" y="2028347"/>
            <a:ext cx="2637914" cy="441354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b="1" u="sng" dirty="0">
              <a:solidFill>
                <a:schemeClr val="tx1"/>
              </a:solidFill>
            </a:endParaRPr>
          </a:p>
          <a:p>
            <a:pPr algn="ctr"/>
            <a:endParaRPr lang="en-US" sz="1600" b="1" i="1" dirty="0">
              <a:solidFill>
                <a:schemeClr val="tx1"/>
              </a:solidFill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Security and identity improvements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b="1" dirty="0">
                <a:solidFill>
                  <a:schemeClr val="tx1"/>
                </a:solidFill>
                <a:latin typeface="+mj-lt"/>
              </a:rPr>
              <a:t>AAA Enrichment </a:t>
            </a:r>
            <a:r>
              <a:rPr lang="en-US" altLang="LID4096" sz="1600" dirty="0">
                <a:solidFill>
                  <a:schemeClr val="tx1"/>
                </a:solidFill>
                <a:latin typeface="+mj-lt"/>
              </a:rPr>
              <a:t>and Authentication Enhancement </a:t>
            </a:r>
            <a:br>
              <a:rPr lang="en-US" altLang="LID4096" sz="1600" b="1" dirty="0">
                <a:solidFill>
                  <a:schemeClr val="tx1"/>
                </a:solidFill>
                <a:latin typeface="+mj-lt"/>
              </a:rPr>
            </a:br>
            <a:endParaRPr lang="LID4096" altLang="LID4096" sz="1600" dirty="0">
              <a:solidFill>
                <a:schemeClr val="tx1"/>
              </a:solidFill>
              <a:latin typeface="+mj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solidFill>
                  <a:schemeClr val="tx1"/>
                </a:solidFill>
                <a:latin typeface="+mj-lt"/>
              </a:rPr>
              <a:t>Platform security hardening. </a:t>
            </a:r>
            <a:br>
              <a:rPr lang="en-US" altLang="LID4096" sz="1600" b="1" dirty="0">
                <a:solidFill>
                  <a:schemeClr val="tx1"/>
                </a:solidFill>
                <a:latin typeface="+mj-lt"/>
              </a:rPr>
            </a:br>
            <a:endParaRPr lang="en-US" altLang="LID4096" sz="1600" b="1" dirty="0">
              <a:solidFill>
                <a:schemeClr val="tx1"/>
              </a:solidFill>
              <a:latin typeface="+mj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LID4096" sz="1600" b="1" dirty="0">
              <a:solidFill>
                <a:schemeClr val="tx1"/>
              </a:solidFill>
              <a:latin typeface="+mj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LID4096" altLang="LID4096" sz="1600" dirty="0">
              <a:solidFill>
                <a:schemeClr val="tx1"/>
              </a:solidFill>
              <a:latin typeface="+mj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solidFill>
                  <a:schemeClr val="tx1"/>
                </a:solidFill>
                <a:latin typeface="+mj-lt"/>
              </a:rPr>
              <a:t>Improved access control and auditing. 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LID4096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3A8373E-EBAD-AA20-BEE7-F426979523DA}"/>
              </a:ext>
            </a:extLst>
          </p:cNvPr>
          <p:cNvSpPr/>
          <p:nvPr/>
        </p:nvSpPr>
        <p:spPr>
          <a:xfrm>
            <a:off x="8574882" y="1944548"/>
            <a:ext cx="2527440" cy="438680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DevOps and Delivery Efficiency 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solidFill>
                  <a:schemeClr val="tx1"/>
                </a:solidFill>
                <a:latin typeface="+mj-lt"/>
              </a:rPr>
              <a:t>CICD Pipeline Improvement </a:t>
            </a:r>
            <a:br>
              <a:rPr lang="en-US" altLang="LID4096" sz="1600" b="1" dirty="0">
                <a:solidFill>
                  <a:schemeClr val="tx1"/>
                </a:solidFill>
                <a:latin typeface="+mj-lt"/>
              </a:rPr>
            </a:br>
            <a:endParaRPr lang="LID4096" altLang="LID4096" sz="1600" dirty="0">
              <a:solidFill>
                <a:schemeClr val="tx1"/>
              </a:solidFill>
              <a:latin typeface="+mj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solidFill>
                  <a:schemeClr val="tx1"/>
                </a:solidFill>
                <a:latin typeface="+mj-lt"/>
              </a:rPr>
              <a:t>Faster development &amp; Release cycles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LID4096" sz="1600" dirty="0">
              <a:solidFill>
                <a:schemeClr val="tx1"/>
              </a:solidFill>
              <a:latin typeface="+mj-lt"/>
            </a:endParaRPr>
          </a:p>
          <a:p>
            <a:r>
              <a:rPr lang="en-US" sz="1600" dirty="0">
                <a:solidFill>
                  <a:schemeClr val="tx1"/>
                </a:solidFill>
                <a:latin typeface="+mj-lt"/>
              </a:rPr>
              <a:t>Improved build and deployment automation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LID4096" sz="1600" dirty="0">
              <a:solidFill>
                <a:schemeClr val="tx1"/>
              </a:solidFill>
            </a:endParaRP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232B0068-B79C-B9FE-4466-C16384F4C486}"/>
              </a:ext>
            </a:extLst>
          </p:cNvPr>
          <p:cNvGraphicFramePr>
            <a:graphicFrameLocks/>
          </p:cNvGraphicFramePr>
          <p:nvPr/>
        </p:nvGraphicFramePr>
        <p:xfrm>
          <a:off x="7433241" y="3732566"/>
          <a:ext cx="4276855" cy="3104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67787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DA2C2-608D-A4B0-D43C-10E67A207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37124-B721-B8D9-9D31-2B10CE3D08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VX 22.14 – mains (Cont’d) 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AE5459F-EE58-9A9C-F387-A5F8DE3081AD}"/>
              </a:ext>
            </a:extLst>
          </p:cNvPr>
          <p:cNvGraphicFramePr>
            <a:graphicFrameLocks/>
          </p:cNvGraphicFramePr>
          <p:nvPr/>
        </p:nvGraphicFramePr>
        <p:xfrm>
          <a:off x="7280841" y="3580166"/>
          <a:ext cx="4276855" cy="3104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C86BED33-E89F-6DB5-6BCB-420DB0A9BD82}"/>
              </a:ext>
            </a:extLst>
          </p:cNvPr>
          <p:cNvGraphicFramePr>
            <a:graphicFrameLocks/>
          </p:cNvGraphicFramePr>
          <p:nvPr/>
        </p:nvGraphicFramePr>
        <p:xfrm>
          <a:off x="7433241" y="3732566"/>
          <a:ext cx="4276855" cy="3104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886115A-EA42-EE24-E68A-85D90A57A342}"/>
              </a:ext>
            </a:extLst>
          </p:cNvPr>
          <p:cNvSpPr/>
          <p:nvPr/>
        </p:nvSpPr>
        <p:spPr>
          <a:xfrm>
            <a:off x="563462" y="1741988"/>
            <a:ext cx="2527440" cy="438680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Data &amp; Platform Infrastructure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solidFill>
                  <a:schemeClr val="tx1"/>
                </a:solidFill>
                <a:latin typeface="+mj-lt"/>
              </a:rPr>
              <a:t>Databases modernization and replacement.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LID4096" sz="1600" dirty="0">
              <a:solidFill>
                <a:schemeClr val="tx1"/>
              </a:solidFill>
              <a:latin typeface="+mj-lt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chemeClr val="tx1"/>
                </a:solidFill>
                <a:latin typeface="+mj-lt"/>
              </a:rPr>
              <a:t>Platform performance and stability improvements</a:t>
            </a:r>
            <a:endParaRPr lang="en-US" altLang="LID4096" sz="1600" dirty="0">
              <a:solidFill>
                <a:schemeClr val="tx1"/>
              </a:solidFill>
              <a:latin typeface="+mj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LID4096" altLang="LID4096" sz="1600" dirty="0">
              <a:solidFill>
                <a:schemeClr val="tx1"/>
              </a:solidFill>
              <a:latin typeface="+mj-lt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Infrastructure readiness for future capabilities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LID4096" sz="1600" b="1" dirty="0">
                <a:solidFill>
                  <a:schemeClr val="tx1"/>
                </a:solidFill>
                <a:latin typeface="+mj-lt"/>
              </a:rPr>
            </a:br>
            <a:endParaRPr lang="LID4096" altLang="LID4096" sz="1600" dirty="0">
              <a:solidFill>
                <a:schemeClr val="tx1"/>
              </a:solidFill>
              <a:latin typeface="+mj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LID4096" sz="16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LID4096" sz="1600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8715B7-05B2-33AC-74B7-A7C48ABD4EA5}"/>
              </a:ext>
            </a:extLst>
          </p:cNvPr>
          <p:cNvSpPr/>
          <p:nvPr/>
        </p:nvSpPr>
        <p:spPr>
          <a:xfrm>
            <a:off x="4147926" y="1741988"/>
            <a:ext cx="2527440" cy="438680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User Experience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solidFill>
                  <a:schemeClr val="tx1"/>
                </a:solidFill>
                <a:latin typeface="+mj-lt"/>
              </a:rPr>
              <a:t>Introduction of web viewers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LID4096" sz="1600" dirty="0">
              <a:solidFill>
                <a:schemeClr val="tx1"/>
              </a:solidFill>
              <a:latin typeface="+mj-lt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solidFill>
                  <a:schemeClr val="tx1"/>
                </a:solidFill>
                <a:latin typeface="+mj-lt"/>
              </a:rPr>
              <a:t>Gradual move towards web-based client architecture.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LID4096" altLang="LID4096" sz="1600" dirty="0">
              <a:solidFill>
                <a:schemeClr val="tx1"/>
              </a:solidFill>
              <a:latin typeface="+mj-lt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Improve accessibility for investigators. </a:t>
            </a:r>
            <a:br>
              <a:rPr lang="en-US" altLang="LID4096" sz="1600" b="1" dirty="0">
                <a:solidFill>
                  <a:schemeClr val="tx1"/>
                </a:solidFill>
                <a:latin typeface="+mj-lt"/>
              </a:rPr>
            </a:br>
            <a:endParaRPr lang="LID4096" altLang="LID4096" sz="1600" dirty="0">
              <a:solidFill>
                <a:schemeClr val="tx1"/>
              </a:solidFill>
              <a:latin typeface="+mj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LID4096" sz="16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LID4096" sz="16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5802A47-9232-9E0F-AEA0-FD8914FDCA80}"/>
              </a:ext>
            </a:extLst>
          </p:cNvPr>
          <p:cNvSpPr/>
          <p:nvPr/>
        </p:nvSpPr>
        <p:spPr>
          <a:xfrm>
            <a:off x="7837378" y="1741988"/>
            <a:ext cx="2527440" cy="438680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Upgrade and scratch Installation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solidFill>
                  <a:schemeClr val="tx1"/>
                </a:solidFill>
                <a:latin typeface="+mj-lt"/>
              </a:rPr>
              <a:t>Architecture changes</a:t>
            </a:r>
            <a:br>
              <a:rPr lang="en-US" altLang="LID4096" sz="1600" dirty="0">
                <a:solidFill>
                  <a:schemeClr val="tx1"/>
                </a:solidFill>
                <a:latin typeface="+mj-lt"/>
              </a:rPr>
            </a:br>
            <a:r>
              <a:rPr lang="en-US" altLang="LID4096" sz="1600" dirty="0">
                <a:solidFill>
                  <a:schemeClr val="tx1"/>
                </a:solidFill>
                <a:latin typeface="+mj-lt"/>
              </a:rPr>
              <a:t>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solidFill>
                  <a:schemeClr val="tx1"/>
                </a:solidFill>
                <a:latin typeface="+mj-lt"/>
              </a:rPr>
              <a:t>New Cook-book of installation</a:t>
            </a:r>
            <a:br>
              <a:rPr lang="en-US" altLang="LID4096" sz="1600" dirty="0">
                <a:solidFill>
                  <a:schemeClr val="tx1"/>
                </a:solidFill>
                <a:latin typeface="+mj-lt"/>
              </a:rPr>
            </a:br>
            <a:endParaRPr lang="LID4096" altLang="LID4096" sz="16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LID4096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886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263D3-8336-CF21-2454-F3308ABE6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C3A95-78F6-CDFD-87A6-4ACE1C108C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VX 22.14 – Timeline  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F3F748E-1CAA-19FE-A02C-800FC5B7DA2F}"/>
              </a:ext>
            </a:extLst>
          </p:cNvPr>
          <p:cNvGraphicFramePr>
            <a:graphicFrameLocks/>
          </p:cNvGraphicFramePr>
          <p:nvPr/>
        </p:nvGraphicFramePr>
        <p:xfrm>
          <a:off x="7280841" y="3580166"/>
          <a:ext cx="4276855" cy="3104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F8351FA4-72A2-8E32-255E-61640C1F947E}"/>
              </a:ext>
            </a:extLst>
          </p:cNvPr>
          <p:cNvGraphicFramePr>
            <a:graphicFrameLocks/>
          </p:cNvGraphicFramePr>
          <p:nvPr/>
        </p:nvGraphicFramePr>
        <p:xfrm>
          <a:off x="7433241" y="3732566"/>
          <a:ext cx="4276855" cy="3104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CBC2426-8D1D-6C4A-4A99-0A8A85D43E7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kern="1200">
                <a:solidFill>
                  <a:srgbClr val="090D32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Release Timeline – Major Milestones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67C714-0432-BDD3-59FE-800052A86695}"/>
              </a:ext>
            </a:extLst>
          </p:cNvPr>
          <p:cNvGrpSpPr/>
          <p:nvPr/>
        </p:nvGrpSpPr>
        <p:grpSpPr>
          <a:xfrm>
            <a:off x="1196789" y="3547099"/>
            <a:ext cx="9798421" cy="2435462"/>
            <a:chOff x="171253" y="2912778"/>
            <a:chExt cx="9798421" cy="243546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22F4D8-A22C-8F46-43D5-EE4D843E888A}"/>
                </a:ext>
              </a:extLst>
            </p:cNvPr>
            <p:cNvGrpSpPr/>
            <p:nvPr/>
          </p:nvGrpSpPr>
          <p:grpSpPr>
            <a:xfrm>
              <a:off x="756024" y="2996718"/>
              <a:ext cx="1351390" cy="1878256"/>
              <a:chOff x="5258911" y="3890252"/>
              <a:chExt cx="1351390" cy="1777694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E81C803-9D03-5E51-1C00-CF61505E1730}"/>
                  </a:ext>
                </a:extLst>
              </p:cNvPr>
              <p:cNvSpPr/>
              <p:nvPr/>
            </p:nvSpPr>
            <p:spPr>
              <a:xfrm>
                <a:off x="5884753" y="4562475"/>
                <a:ext cx="63374" cy="1105471"/>
              </a:xfrm>
              <a:prstGeom prst="rect">
                <a:avLst/>
              </a:prstGeom>
              <a:pattFill prst="wdDnDiag">
                <a:fgClr>
                  <a:srgbClr val="C00000"/>
                </a:fgClr>
                <a:bgClr>
                  <a:schemeClr val="bg1"/>
                </a:bgClr>
              </a:patt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816A79B-7876-E4E6-7A9A-6EEC0F939E98}"/>
                  </a:ext>
                </a:extLst>
              </p:cNvPr>
              <p:cNvSpPr txBox="1"/>
              <p:nvPr/>
            </p:nvSpPr>
            <p:spPr>
              <a:xfrm>
                <a:off x="5258911" y="3890252"/>
                <a:ext cx="1351390" cy="69911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2F579C"/>
                    </a:solidFill>
                  </a:rPr>
                  <a:t>Upcoming Version Scope to Capacity Challenge Review</a:t>
                </a:r>
                <a:endParaRPr lang="en-US" sz="900" b="1" dirty="0">
                  <a:solidFill>
                    <a:srgbClr val="2F579C"/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908A3F6-8975-E824-9592-C254FFCC08E5}"/>
                </a:ext>
              </a:extLst>
            </p:cNvPr>
            <p:cNvGrpSpPr/>
            <p:nvPr/>
          </p:nvGrpSpPr>
          <p:grpSpPr>
            <a:xfrm>
              <a:off x="2661561" y="3730656"/>
              <a:ext cx="1315057" cy="1173950"/>
              <a:chOff x="5258911" y="4493996"/>
              <a:chExt cx="1315057" cy="117395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6893987B-6A8A-F4E2-B071-88353CC71DB8}"/>
                  </a:ext>
                </a:extLst>
              </p:cNvPr>
              <p:cNvSpPr/>
              <p:nvPr/>
            </p:nvSpPr>
            <p:spPr>
              <a:xfrm>
                <a:off x="5884753" y="4909494"/>
                <a:ext cx="63374" cy="758452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C474D13-AB71-6264-C22D-DC023E09CA4A}"/>
                  </a:ext>
                </a:extLst>
              </p:cNvPr>
              <p:cNvSpPr txBox="1"/>
              <p:nvPr/>
            </p:nvSpPr>
            <p:spPr>
              <a:xfrm>
                <a:off x="5258911" y="4493996"/>
                <a:ext cx="1315057" cy="41549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GB" sz="1050" b="1">
                    <a:solidFill>
                      <a:srgbClr val="2F579C"/>
                    </a:solidFill>
                  </a:rPr>
                  <a:t>E</a:t>
                </a:r>
                <a:r>
                  <a:rPr lang="en-US" sz="1050" b="1">
                    <a:solidFill>
                      <a:srgbClr val="2F579C"/>
                    </a:solidFill>
                  </a:rPr>
                  <a:t>xecution </a:t>
                </a:r>
              </a:p>
              <a:p>
                <a:pPr algn="ctr"/>
                <a:r>
                  <a:rPr lang="en-US" sz="1050" b="1">
                    <a:solidFill>
                      <a:srgbClr val="2F579C"/>
                    </a:solidFill>
                  </a:rPr>
                  <a:t>Start</a:t>
                </a:r>
                <a:endParaRPr lang="en-US" sz="900" b="1">
                  <a:solidFill>
                    <a:srgbClr val="2F579C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DD21468-CFE1-1F11-7246-CCDEDD455349}"/>
                </a:ext>
              </a:extLst>
            </p:cNvPr>
            <p:cNvGrpSpPr/>
            <p:nvPr/>
          </p:nvGrpSpPr>
          <p:grpSpPr>
            <a:xfrm>
              <a:off x="2993323" y="4156762"/>
              <a:ext cx="307777" cy="747844"/>
              <a:chOff x="5966144" y="4920102"/>
              <a:chExt cx="307777" cy="747844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8684FF8F-D510-2B5C-FC90-7AE735285A44}"/>
                  </a:ext>
                </a:extLst>
              </p:cNvPr>
              <p:cNvSpPr/>
              <p:nvPr/>
            </p:nvSpPr>
            <p:spPr>
              <a:xfrm>
                <a:off x="6088346" y="5534250"/>
                <a:ext cx="63374" cy="133696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6F30244-178E-612D-1278-68A74A812C20}"/>
                  </a:ext>
                </a:extLst>
              </p:cNvPr>
              <p:cNvSpPr txBox="1"/>
              <p:nvPr/>
            </p:nvSpPr>
            <p:spPr>
              <a:xfrm>
                <a:off x="5966144" y="4920102"/>
                <a:ext cx="307777" cy="72491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vert270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GB" sz="800" b="1">
                    <a:solidFill>
                      <a:srgbClr val="2F579C"/>
                    </a:solidFill>
                  </a:rPr>
                  <a:t>P</a:t>
                </a:r>
                <a:r>
                  <a:rPr lang="en-US" sz="800" b="1">
                    <a:solidFill>
                      <a:srgbClr val="2F579C"/>
                    </a:solidFill>
                  </a:rPr>
                  <a:t>lanning</a:t>
                </a:r>
                <a:endParaRPr lang="en-US" sz="600" b="1">
                  <a:solidFill>
                    <a:srgbClr val="2F579C"/>
                  </a:solidFill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0DFE863-6B8D-632D-691F-F50EAF16EAC9}"/>
                </a:ext>
              </a:extLst>
            </p:cNvPr>
            <p:cNvGrpSpPr/>
            <p:nvPr/>
          </p:nvGrpSpPr>
          <p:grpSpPr>
            <a:xfrm>
              <a:off x="6047388" y="3778281"/>
              <a:ext cx="1315057" cy="1126325"/>
              <a:chOff x="5678011" y="4541621"/>
              <a:chExt cx="1315057" cy="1126325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21941C98-4359-3752-90CA-AF5A107FD17B}"/>
                  </a:ext>
                </a:extLst>
              </p:cNvPr>
              <p:cNvSpPr/>
              <p:nvPr/>
            </p:nvSpPr>
            <p:spPr>
              <a:xfrm>
                <a:off x="5884753" y="4909494"/>
                <a:ext cx="63374" cy="758452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F7BB76C-927E-1CB2-273B-60A33DB9A4FD}"/>
                  </a:ext>
                </a:extLst>
              </p:cNvPr>
              <p:cNvSpPr txBox="1"/>
              <p:nvPr/>
            </p:nvSpPr>
            <p:spPr>
              <a:xfrm>
                <a:off x="5678011" y="4541621"/>
                <a:ext cx="1315057" cy="41549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GB" sz="1050" b="1">
                    <a:solidFill>
                      <a:srgbClr val="2F579C"/>
                    </a:solidFill>
                  </a:rPr>
                  <a:t>E</a:t>
                </a:r>
                <a:r>
                  <a:rPr lang="en-US" sz="1050" b="1">
                    <a:solidFill>
                      <a:srgbClr val="2F579C"/>
                    </a:solidFill>
                  </a:rPr>
                  <a:t>xecution </a:t>
                </a:r>
              </a:p>
              <a:p>
                <a:pPr algn="ctr"/>
                <a:r>
                  <a:rPr lang="en-US" sz="1050" b="1">
                    <a:solidFill>
                      <a:srgbClr val="2F579C"/>
                    </a:solidFill>
                  </a:rPr>
                  <a:t>End / GA VRR</a:t>
                </a:r>
                <a:endParaRPr lang="en-US" sz="900" b="1">
                  <a:solidFill>
                    <a:srgbClr val="2F579C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50B404A-ACFA-134E-CB68-C04ABCE737E4}"/>
                </a:ext>
              </a:extLst>
            </p:cNvPr>
            <p:cNvGrpSpPr/>
            <p:nvPr/>
          </p:nvGrpSpPr>
          <p:grpSpPr>
            <a:xfrm>
              <a:off x="5353440" y="3007495"/>
              <a:ext cx="1725479" cy="1849893"/>
              <a:chOff x="5091746" y="4185586"/>
              <a:chExt cx="1725479" cy="148236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674F5FE-2B26-FB6F-1E06-22E730E35A6F}"/>
                  </a:ext>
                </a:extLst>
              </p:cNvPr>
              <p:cNvSpPr/>
              <p:nvPr/>
            </p:nvSpPr>
            <p:spPr>
              <a:xfrm>
                <a:off x="5884753" y="4746102"/>
                <a:ext cx="63374" cy="921844"/>
              </a:xfrm>
              <a:prstGeom prst="rect">
                <a:avLst/>
              </a:prstGeom>
              <a:pattFill prst="wdDnDiag">
                <a:fgClr>
                  <a:srgbClr val="C00000"/>
                </a:fgClr>
                <a:bgClr>
                  <a:schemeClr val="bg1"/>
                </a:bgClr>
              </a:patt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CFE28AF-E5EA-5800-7D65-4221CE8B3BD9}"/>
                  </a:ext>
                </a:extLst>
              </p:cNvPr>
              <p:cNvSpPr txBox="1"/>
              <p:nvPr/>
            </p:nvSpPr>
            <p:spPr>
              <a:xfrm>
                <a:off x="5091746" y="4185586"/>
                <a:ext cx="1725479" cy="59190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1050" b="1">
                    <a:solidFill>
                      <a:srgbClr val="2F579C"/>
                    </a:solidFill>
                  </a:rPr>
                  <a:t>Released Version Scope Communication  </a:t>
                </a:r>
              </a:p>
              <a:p>
                <a:pPr algn="ctr"/>
                <a:r>
                  <a:rPr lang="en-US" sz="1050" b="1">
                    <a:solidFill>
                      <a:srgbClr val="2F579C"/>
                    </a:solidFill>
                  </a:rPr>
                  <a:t>&amp; </a:t>
                </a:r>
              </a:p>
              <a:p>
                <a:pPr algn="ctr"/>
                <a:r>
                  <a:rPr lang="en-GB" sz="1050" b="1">
                    <a:solidFill>
                      <a:srgbClr val="2F579C"/>
                    </a:solidFill>
                  </a:rPr>
                  <a:t>Version Release Kit</a:t>
                </a:r>
                <a:endParaRPr lang="en-US" sz="900" b="1">
                  <a:solidFill>
                    <a:srgbClr val="2F579C"/>
                  </a:solidFill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9A07F4C-1A4D-EB73-E496-1EFC007B2526}"/>
                </a:ext>
              </a:extLst>
            </p:cNvPr>
            <p:cNvGrpSpPr/>
            <p:nvPr/>
          </p:nvGrpSpPr>
          <p:grpSpPr>
            <a:xfrm>
              <a:off x="3383415" y="4352781"/>
              <a:ext cx="2745829" cy="246221"/>
              <a:chOff x="6896296" y="5297829"/>
              <a:chExt cx="2745829" cy="246221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78385AF-A314-BDA2-9C26-6BE38A45D14B}"/>
                  </a:ext>
                </a:extLst>
              </p:cNvPr>
              <p:cNvSpPr txBox="1"/>
              <p:nvPr/>
            </p:nvSpPr>
            <p:spPr>
              <a:xfrm>
                <a:off x="7300805" y="5297829"/>
                <a:ext cx="1945088" cy="24622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GB" sz="1000" b="1">
                    <a:solidFill>
                      <a:srgbClr val="2F579C"/>
                    </a:solidFill>
                  </a:rPr>
                  <a:t>Version 22.14 Development</a:t>
                </a:r>
                <a:endParaRPr lang="en-US" sz="800" b="1">
                  <a:solidFill>
                    <a:srgbClr val="2F579C"/>
                  </a:solidFill>
                </a:endParaRPr>
              </a:p>
            </p:txBody>
          </p:sp>
          <p:sp>
            <p:nvSpPr>
              <p:cNvPr id="32" name="Arrow: Left 31">
                <a:extLst>
                  <a:ext uri="{FF2B5EF4-FFF2-40B4-BE49-F238E27FC236}">
                    <a16:creationId xmlns:a16="http://schemas.microsoft.com/office/drawing/2014/main" id="{DEF92935-80C0-5C45-6F51-9921541C9897}"/>
                  </a:ext>
                </a:extLst>
              </p:cNvPr>
              <p:cNvSpPr/>
              <p:nvPr/>
            </p:nvSpPr>
            <p:spPr>
              <a:xfrm>
                <a:off x="6896296" y="5391014"/>
                <a:ext cx="531349" cy="78903"/>
              </a:xfrm>
              <a:prstGeom prst="leftArrow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Arrow: Left 32">
                <a:extLst>
                  <a:ext uri="{FF2B5EF4-FFF2-40B4-BE49-F238E27FC236}">
                    <a16:creationId xmlns:a16="http://schemas.microsoft.com/office/drawing/2014/main" id="{CA3AAB61-2518-ADF3-4006-3797A7ED72C5}"/>
                  </a:ext>
                </a:extLst>
              </p:cNvPr>
              <p:cNvSpPr/>
              <p:nvPr/>
            </p:nvSpPr>
            <p:spPr>
              <a:xfrm rot="10800000">
                <a:off x="9138450" y="5391524"/>
                <a:ext cx="503675" cy="78903"/>
              </a:xfrm>
              <a:prstGeom prst="leftArrow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A15C10C-ECC3-BE48-8F06-97B9453DCF9D}"/>
                </a:ext>
              </a:extLst>
            </p:cNvPr>
            <p:cNvGrpSpPr/>
            <p:nvPr/>
          </p:nvGrpSpPr>
          <p:grpSpPr>
            <a:xfrm>
              <a:off x="2220313" y="2912778"/>
              <a:ext cx="1351390" cy="1985027"/>
              <a:chOff x="5258911" y="3789203"/>
              <a:chExt cx="1351390" cy="1878743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21ECEDC-3076-B513-F636-52A5E516667C}"/>
                  </a:ext>
                </a:extLst>
              </p:cNvPr>
              <p:cNvSpPr/>
              <p:nvPr/>
            </p:nvSpPr>
            <p:spPr>
              <a:xfrm>
                <a:off x="5884753" y="4314682"/>
                <a:ext cx="63374" cy="1353264"/>
              </a:xfrm>
              <a:prstGeom prst="rect">
                <a:avLst/>
              </a:prstGeom>
              <a:pattFill prst="wdDnDiag">
                <a:fgClr>
                  <a:srgbClr val="0000FF"/>
                </a:fgClr>
                <a:bgClr>
                  <a:schemeClr val="bg1"/>
                </a:bgClr>
              </a:patt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718CE5A-58C2-F08D-8F03-F1277579A744}"/>
                  </a:ext>
                </a:extLst>
              </p:cNvPr>
              <p:cNvSpPr txBox="1"/>
              <p:nvPr/>
            </p:nvSpPr>
            <p:spPr>
              <a:xfrm>
                <a:off x="5258911" y="3789203"/>
                <a:ext cx="1351390" cy="546183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2F579C"/>
                    </a:solidFill>
                  </a:rPr>
                  <a:t>Upcoming Version Scope Introduction</a:t>
                </a:r>
                <a:endParaRPr lang="en-US" sz="900" b="1" dirty="0">
                  <a:solidFill>
                    <a:srgbClr val="2F579C"/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28415E9-6D64-3421-06EF-72902A43FECE}"/>
                </a:ext>
              </a:extLst>
            </p:cNvPr>
            <p:cNvGrpSpPr/>
            <p:nvPr/>
          </p:nvGrpSpPr>
          <p:grpSpPr>
            <a:xfrm>
              <a:off x="171253" y="4857388"/>
              <a:ext cx="9798421" cy="490852"/>
              <a:chOff x="893392" y="5763583"/>
              <a:chExt cx="9798421" cy="490852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729EAD3-FECB-26C0-9B56-0A85BE96156C}"/>
                  </a:ext>
                </a:extLst>
              </p:cNvPr>
              <p:cNvSpPr/>
              <p:nvPr/>
            </p:nvSpPr>
            <p:spPr>
              <a:xfrm>
                <a:off x="6817400" y="5902168"/>
                <a:ext cx="36000" cy="236315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C740CF2-BC85-F0B6-2D75-36C0E8669CC9}"/>
                  </a:ext>
                </a:extLst>
              </p:cNvPr>
              <p:cNvSpPr/>
              <p:nvPr/>
            </p:nvSpPr>
            <p:spPr>
              <a:xfrm>
                <a:off x="8353428" y="5902168"/>
                <a:ext cx="36000" cy="236315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79EBB19-34D4-4F33-7B43-EAC8971BC89B}"/>
                  </a:ext>
                </a:extLst>
              </p:cNvPr>
              <p:cNvSpPr/>
              <p:nvPr/>
            </p:nvSpPr>
            <p:spPr>
              <a:xfrm>
                <a:off x="9782251" y="5908146"/>
                <a:ext cx="36000" cy="236315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22871FF-5354-E76B-1CC1-B64503BAE1E8}"/>
                  </a:ext>
                </a:extLst>
              </p:cNvPr>
              <p:cNvSpPr/>
              <p:nvPr/>
            </p:nvSpPr>
            <p:spPr>
              <a:xfrm>
                <a:off x="3922653" y="5890480"/>
                <a:ext cx="36000" cy="236315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177EAFE-1D9A-5FF0-DAC6-D02FEBF38FD3}"/>
                  </a:ext>
                </a:extLst>
              </p:cNvPr>
              <p:cNvSpPr/>
              <p:nvPr/>
            </p:nvSpPr>
            <p:spPr>
              <a:xfrm>
                <a:off x="5351476" y="5896458"/>
                <a:ext cx="36000" cy="236315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23CFA677-F2F8-DC0C-9360-FC78E045286E}"/>
                  </a:ext>
                </a:extLst>
              </p:cNvPr>
              <p:cNvGrpSpPr/>
              <p:nvPr/>
            </p:nvGrpSpPr>
            <p:grpSpPr>
              <a:xfrm>
                <a:off x="893392" y="5763583"/>
                <a:ext cx="9798421" cy="490852"/>
                <a:chOff x="893392" y="5763583"/>
                <a:chExt cx="9798421" cy="490852"/>
              </a:xfrm>
            </p:grpSpPr>
            <p:sp>
              <p:nvSpPr>
                <p:cNvPr id="24" name="Arrow: Right 23">
                  <a:extLst>
                    <a:ext uri="{FF2B5EF4-FFF2-40B4-BE49-F238E27FC236}">
                      <a16:creationId xmlns:a16="http://schemas.microsoft.com/office/drawing/2014/main" id="{4FED733F-4290-A275-436B-C7DB4AB1EFAF}"/>
                    </a:ext>
                  </a:extLst>
                </p:cNvPr>
                <p:cNvSpPr/>
                <p:nvPr/>
              </p:nvSpPr>
              <p:spPr>
                <a:xfrm>
                  <a:off x="893392" y="5763583"/>
                  <a:ext cx="9798421" cy="180000"/>
                </a:xfrm>
                <a:prstGeom prst="right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4488846-507A-5ED8-BE41-95649727A758}"/>
                    </a:ext>
                  </a:extLst>
                </p:cNvPr>
                <p:cNvSpPr txBox="1"/>
                <p:nvPr/>
              </p:nvSpPr>
              <p:spPr>
                <a:xfrm>
                  <a:off x="7164488" y="5915881"/>
                  <a:ext cx="824270" cy="338554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sz="1600" b="1">
                      <a:solidFill>
                        <a:schemeClr val="accent1"/>
                      </a:solidFill>
                      <a:cs typeface="Arial"/>
                    </a:rPr>
                    <a:t>Q3</a:t>
                  </a:r>
                  <a:endParaRPr lang="en-US" sz="1600" b="1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3913C25-2C97-4452-0D44-7B88E59817E8}"/>
                    </a:ext>
                  </a:extLst>
                </p:cNvPr>
                <p:cNvSpPr txBox="1"/>
                <p:nvPr/>
              </p:nvSpPr>
              <p:spPr>
                <a:xfrm>
                  <a:off x="8658740" y="5915881"/>
                  <a:ext cx="811427" cy="338554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sz="1600" b="1">
                      <a:solidFill>
                        <a:schemeClr val="accent1"/>
                      </a:solidFill>
                      <a:cs typeface="Arial"/>
                    </a:rPr>
                    <a:t>Q4</a:t>
                  </a:r>
                  <a:endParaRPr lang="en-US" sz="1600" b="1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7F9D89F-E2BF-BD36-35D7-D3F5612DAA23}"/>
                    </a:ext>
                  </a:extLst>
                </p:cNvPr>
                <p:cNvSpPr txBox="1"/>
                <p:nvPr/>
              </p:nvSpPr>
              <p:spPr>
                <a:xfrm>
                  <a:off x="5683080" y="5915881"/>
                  <a:ext cx="811427" cy="338554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sz="1600" b="1">
                      <a:solidFill>
                        <a:schemeClr val="accent1"/>
                      </a:solidFill>
                      <a:cs typeface="Arial"/>
                    </a:rPr>
                    <a:t>Q2</a:t>
                  </a:r>
                  <a:endParaRPr lang="en-US" sz="1600" b="1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BAFF2C6-4A2D-223D-CE60-C69B514244E8}"/>
                    </a:ext>
                  </a:extLst>
                </p:cNvPr>
                <p:cNvSpPr txBox="1"/>
                <p:nvPr/>
              </p:nvSpPr>
              <p:spPr>
                <a:xfrm>
                  <a:off x="4201672" y="5915881"/>
                  <a:ext cx="811427" cy="338554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sz="1600" b="1">
                      <a:solidFill>
                        <a:schemeClr val="accent1"/>
                      </a:solidFill>
                      <a:cs typeface="Arial"/>
                    </a:rPr>
                    <a:t>Q1</a:t>
                  </a:r>
                  <a:endParaRPr lang="en-US" sz="1600" b="1">
                    <a:solidFill>
                      <a:schemeClr val="accent1"/>
                    </a:solidFill>
                  </a:endParaRPr>
                </a:p>
              </p:txBody>
            </p:sp>
          </p:grpSp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CB2AF146-A1C3-1837-D262-BE7482A03C7C}"/>
              </a:ext>
            </a:extLst>
          </p:cNvPr>
          <p:cNvSpPr txBox="1"/>
          <p:nvPr/>
        </p:nvSpPr>
        <p:spPr>
          <a:xfrm>
            <a:off x="995301" y="1530607"/>
            <a:ext cx="612549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Aptos" panose="020B0004020202020204" pitchFamily="34" charset="0"/>
              </a:rPr>
              <a:t>Scope to Capacity – mid-Dec 2025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Aptos" panose="020B0004020202020204" pitchFamily="34" charset="0"/>
              </a:rPr>
              <a:t>Scope Introduction Jan-2026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Aptos" panose="020B0004020202020204" pitchFamily="34" charset="0"/>
              </a:rPr>
              <a:t>Execution start Feb-2026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highlight>
                  <a:srgbClr val="FFFF00"/>
                </a:highlight>
                <a:latin typeface="Aptos" panose="020B0004020202020204" pitchFamily="34" charset="0"/>
              </a:rPr>
              <a:t>VRR July-2026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1D4934-D45F-A623-9E7C-A1D4D4642C97}"/>
              </a:ext>
            </a:extLst>
          </p:cNvPr>
          <p:cNvSpPr txBox="1"/>
          <p:nvPr/>
        </p:nvSpPr>
        <p:spPr>
          <a:xfrm>
            <a:off x="6733083" y="6001032"/>
            <a:ext cx="81142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cs typeface="Arial"/>
              </a:rPr>
              <a:t>2026</a:t>
            </a:r>
            <a:endParaRPr lang="en-US" sz="1600" b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414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35097-3FF3-E7CF-590C-B3A01EA9F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CE6E8-3957-53FF-6D57-C18AAEAFB0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Features and Functionalities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D6940-AE1D-579E-FB56-0DCE942EA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546" y="1437421"/>
            <a:ext cx="11846454" cy="497300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Feature Excell is part of the contract  (</a:t>
            </a:r>
            <a:r>
              <a:rPr lang="en-US" sz="1800" dirty="0">
                <a:latin typeface="Aptos"/>
              </a:rPr>
              <a:t>Features functionalities_17122025-clean.xlsx</a:t>
            </a:r>
            <a:r>
              <a:rPr lang="en-US" sz="2400" dirty="0">
                <a:latin typeface="Aptos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The Excell  contains  293 items raised by End user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Each item was categorized prior to PO based on the table bellow 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“Supported” and “Partially supported” categories are already part of V22.14 </a:t>
            </a:r>
            <a:endParaRPr lang="en-US" sz="2400" dirty="0"/>
          </a:p>
          <a:p>
            <a:pPr>
              <a:spcAft>
                <a:spcPts val="600"/>
              </a:spcAft>
            </a:pPr>
            <a:endParaRPr lang="en-US" sz="2400" dirty="0"/>
          </a:p>
          <a:p>
            <a:pPr>
              <a:spcAft>
                <a:spcPts val="600"/>
              </a:spcAft>
            </a:pPr>
            <a:endParaRPr lang="en-US" sz="2400" b="1" dirty="0"/>
          </a:p>
          <a:p>
            <a:pPr marL="0" indent="0">
              <a:spcAft>
                <a:spcPts val="600"/>
              </a:spcAft>
              <a:buNone/>
            </a:pPr>
            <a:endParaRPr lang="en-US" sz="2400" dirty="0"/>
          </a:p>
          <a:p>
            <a:pPr lvl="1">
              <a:spcAft>
                <a:spcPts val="600"/>
              </a:spcAft>
            </a:pPr>
            <a:endParaRPr lang="en-US" sz="1600" dirty="0"/>
          </a:p>
          <a:p>
            <a:pPr lvl="1">
              <a:spcAft>
                <a:spcPts val="600"/>
              </a:spcAft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16D495-0A0F-718E-0A51-4542E9F1C91C}"/>
              </a:ext>
            </a:extLst>
          </p:cNvPr>
          <p:cNvGraphicFramePr>
            <a:graphicFrameLocks noGrp="1"/>
          </p:cNvGraphicFramePr>
          <p:nvPr/>
        </p:nvGraphicFramePr>
        <p:xfrm>
          <a:off x="1086150" y="4143375"/>
          <a:ext cx="4114500" cy="2127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5762">
                  <a:extLst>
                    <a:ext uri="{9D8B030D-6E8A-4147-A177-3AD203B41FA5}">
                      <a16:colId xmlns:a16="http://schemas.microsoft.com/office/drawing/2014/main" val="702720333"/>
                    </a:ext>
                  </a:extLst>
                </a:gridCol>
                <a:gridCol w="1008738">
                  <a:extLst>
                    <a:ext uri="{9D8B030D-6E8A-4147-A177-3AD203B41FA5}">
                      <a16:colId xmlns:a16="http://schemas.microsoft.com/office/drawing/2014/main" val="3089176775"/>
                    </a:ext>
                  </a:extLst>
                </a:gridCol>
              </a:tblGrid>
              <a:tr h="3272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Supported in V22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191</a:t>
                      </a:r>
                      <a:endParaRPr lang="en-IL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497283"/>
                  </a:ext>
                </a:extLst>
              </a:tr>
              <a:tr h="572670">
                <a:tc>
                  <a:txBody>
                    <a:bodyPr/>
                    <a:lstStyle/>
                    <a:p>
                      <a:r>
                        <a:rPr lang="en-US" sz="1400" dirty="0"/>
                        <a:t>Not supported in V22 </a:t>
                      </a:r>
                    </a:p>
                    <a:p>
                      <a:r>
                        <a:rPr lang="en-US" sz="1400" dirty="0"/>
                        <a:t>(out of scope) </a:t>
                      </a:r>
                      <a:endParaRPr lang="en-IL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61</a:t>
                      </a:r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999190"/>
                  </a:ext>
                </a:extLst>
              </a:tr>
              <a:tr h="572670">
                <a:tc>
                  <a:txBody>
                    <a:bodyPr/>
                    <a:lstStyle/>
                    <a:p>
                      <a:r>
                        <a:rPr lang="en-US" sz="1400" dirty="0"/>
                        <a:t>Partially supported in V22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27035"/>
                  </a:ext>
                </a:extLst>
              </a:tr>
              <a:tr h="327240">
                <a:tc>
                  <a:txBody>
                    <a:bodyPr/>
                    <a:lstStyle/>
                    <a:p>
                      <a:r>
                        <a:rPr lang="en-US" sz="1400" dirty="0"/>
                        <a:t>In the roadmap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26</a:t>
                      </a:r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099368"/>
                  </a:ext>
                </a:extLst>
              </a:tr>
              <a:tr h="327240">
                <a:tc>
                  <a:txBody>
                    <a:bodyPr/>
                    <a:lstStyle/>
                    <a:p>
                      <a:r>
                        <a:rPr lang="en-US" sz="1400" dirty="0"/>
                        <a:t>Works as designed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444778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C19F63D-E080-0DCC-6C95-6EAAC41F27B2}"/>
              </a:ext>
            </a:extLst>
          </p:cNvPr>
          <p:cNvGraphicFramePr>
            <a:graphicFrameLocks/>
          </p:cNvGraphicFramePr>
          <p:nvPr/>
        </p:nvGraphicFramePr>
        <p:xfrm>
          <a:off x="7280841" y="3580166"/>
          <a:ext cx="4276855" cy="3104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7447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AB42D-F3FE-608C-9CE5-BCCEB10DCD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Service Providers 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8FC21A4B-D39B-8021-6890-A9D6CDE4F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1361177"/>
            <a:ext cx="12033122" cy="524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18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96B6-0D17-CC63-E03C-F0E3C77BCC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Side By Side Operation</a:t>
            </a:r>
          </a:p>
        </p:txBody>
      </p:sp>
      <p:pic>
        <p:nvPicPr>
          <p:cNvPr id="9" name="Graphic 8" descr="Call center with solid fill">
            <a:extLst>
              <a:ext uri="{FF2B5EF4-FFF2-40B4-BE49-F238E27FC236}">
                <a16:creationId xmlns:a16="http://schemas.microsoft.com/office/drawing/2014/main" id="{4001766E-1042-10E0-CDFA-BA533D46A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2264" y="5609433"/>
            <a:ext cx="738829" cy="738829"/>
          </a:xfrm>
          <a:prstGeom prst="rect">
            <a:avLst/>
          </a:prstGeom>
        </p:spPr>
      </p:pic>
      <p:pic>
        <p:nvPicPr>
          <p:cNvPr id="11" name="Graphic 10" descr="Call center outline">
            <a:extLst>
              <a:ext uri="{FF2B5EF4-FFF2-40B4-BE49-F238E27FC236}">
                <a16:creationId xmlns:a16="http://schemas.microsoft.com/office/drawing/2014/main" id="{76047645-1C86-9A7F-AF41-C53EC80AE9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11787" y="5562180"/>
            <a:ext cx="773164" cy="773164"/>
          </a:xfrm>
          <a:prstGeom prst="rect">
            <a:avLst/>
          </a:prstGeom>
        </p:spPr>
      </p:pic>
      <p:pic>
        <p:nvPicPr>
          <p:cNvPr id="13" name="Graphic 12" descr="Ui Ux outline">
            <a:extLst>
              <a:ext uri="{FF2B5EF4-FFF2-40B4-BE49-F238E27FC236}">
                <a16:creationId xmlns:a16="http://schemas.microsoft.com/office/drawing/2014/main" id="{A8B7CABD-BD37-A5BA-608E-3AFDA9A4A6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95194" y="5534469"/>
            <a:ext cx="668179" cy="668179"/>
          </a:xfrm>
          <a:prstGeom prst="rect">
            <a:avLst/>
          </a:prstGeom>
        </p:spPr>
      </p:pic>
      <p:pic>
        <p:nvPicPr>
          <p:cNvPr id="15" name="Graphic 14" descr="Ui Ux with solid fill">
            <a:extLst>
              <a:ext uri="{FF2B5EF4-FFF2-40B4-BE49-F238E27FC236}">
                <a16:creationId xmlns:a16="http://schemas.microsoft.com/office/drawing/2014/main" id="{73D25647-A192-7948-2355-ABF0F7CA55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38920" y="5516162"/>
            <a:ext cx="738829" cy="738829"/>
          </a:xfrm>
          <a:prstGeom prst="rect">
            <a:avLst/>
          </a:prstGeom>
        </p:spPr>
      </p:pic>
      <p:pic>
        <p:nvPicPr>
          <p:cNvPr id="21" name="Graphic 20" descr="Fork In Road outline">
            <a:extLst>
              <a:ext uri="{FF2B5EF4-FFF2-40B4-BE49-F238E27FC236}">
                <a16:creationId xmlns:a16="http://schemas.microsoft.com/office/drawing/2014/main" id="{0D716A7E-BE21-A739-001F-742526B5E4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V="1">
            <a:off x="5638802" y="3256364"/>
            <a:ext cx="914400" cy="914400"/>
          </a:xfrm>
          <a:prstGeom prst="rect">
            <a:avLst/>
          </a:prstGeom>
        </p:spPr>
      </p:pic>
      <p:pic>
        <p:nvPicPr>
          <p:cNvPr id="23" name="Graphic 22" descr="Database outline">
            <a:extLst>
              <a:ext uri="{FF2B5EF4-FFF2-40B4-BE49-F238E27FC236}">
                <a16:creationId xmlns:a16="http://schemas.microsoft.com/office/drawing/2014/main" id="{C9160F80-FA73-A23D-E248-127C78B3E3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12233" y="3549840"/>
            <a:ext cx="914400" cy="914400"/>
          </a:xfrm>
          <a:prstGeom prst="rect">
            <a:avLst/>
          </a:prstGeom>
        </p:spPr>
      </p:pic>
      <p:pic>
        <p:nvPicPr>
          <p:cNvPr id="25" name="Graphic 24" descr="Server with solid fill">
            <a:extLst>
              <a:ext uri="{FF2B5EF4-FFF2-40B4-BE49-F238E27FC236}">
                <a16:creationId xmlns:a16="http://schemas.microsoft.com/office/drawing/2014/main" id="{7F5DFB72-F10B-ECBA-F733-736A6DEA981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3729" y="3524491"/>
            <a:ext cx="914400" cy="914400"/>
          </a:xfrm>
          <a:prstGeom prst="rect">
            <a:avLst/>
          </a:prstGeom>
        </p:spPr>
      </p:pic>
      <p:pic>
        <p:nvPicPr>
          <p:cNvPr id="27" name="Graphic 26" descr="Database with solid fill">
            <a:extLst>
              <a:ext uri="{FF2B5EF4-FFF2-40B4-BE49-F238E27FC236}">
                <a16:creationId xmlns:a16="http://schemas.microsoft.com/office/drawing/2014/main" id="{069BD4CD-BE30-21CD-0986-C6B4CC9461C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27174" y="3524491"/>
            <a:ext cx="914400" cy="914400"/>
          </a:xfrm>
          <a:prstGeom prst="rect">
            <a:avLst/>
          </a:prstGeom>
        </p:spPr>
      </p:pic>
      <p:pic>
        <p:nvPicPr>
          <p:cNvPr id="29" name="Graphic 28" descr="Download from cloud outline">
            <a:extLst>
              <a:ext uri="{FF2B5EF4-FFF2-40B4-BE49-F238E27FC236}">
                <a16:creationId xmlns:a16="http://schemas.microsoft.com/office/drawing/2014/main" id="{E1C21619-D448-C0ED-5533-8F116F7A65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38800" y="1532107"/>
            <a:ext cx="914400" cy="914400"/>
          </a:xfrm>
          <a:prstGeom prst="rect">
            <a:avLst/>
          </a:prstGeom>
        </p:spPr>
      </p:pic>
      <p:pic>
        <p:nvPicPr>
          <p:cNvPr id="31" name="Graphic 30" descr="Server outline">
            <a:extLst>
              <a:ext uri="{FF2B5EF4-FFF2-40B4-BE49-F238E27FC236}">
                <a16:creationId xmlns:a16="http://schemas.microsoft.com/office/drawing/2014/main" id="{50AC4A74-FA77-B72B-3797-BAA3F96FA3E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541101" y="3606880"/>
            <a:ext cx="914400" cy="914400"/>
          </a:xfrm>
          <a:prstGeom prst="rect">
            <a:avLst/>
          </a:prstGeom>
        </p:spPr>
      </p:pic>
      <p:pic>
        <p:nvPicPr>
          <p:cNvPr id="33" name="Graphic 32" descr="Folder with solid fill">
            <a:extLst>
              <a:ext uri="{FF2B5EF4-FFF2-40B4-BE49-F238E27FC236}">
                <a16:creationId xmlns:a16="http://schemas.microsoft.com/office/drawing/2014/main" id="{FF06332D-87CF-DF24-8CA6-DFF98E2E450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853769" y="3594151"/>
            <a:ext cx="914400" cy="914400"/>
          </a:xfrm>
          <a:prstGeom prst="rect">
            <a:avLst/>
          </a:prstGeom>
        </p:spPr>
      </p:pic>
      <p:pic>
        <p:nvPicPr>
          <p:cNvPr id="35" name="Graphic 34" descr="Folder outline">
            <a:extLst>
              <a:ext uri="{FF2B5EF4-FFF2-40B4-BE49-F238E27FC236}">
                <a16:creationId xmlns:a16="http://schemas.microsoft.com/office/drawing/2014/main" id="{CD62BD9F-57A9-320E-9FC1-F73E0EFC66A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150009" y="3524491"/>
            <a:ext cx="914400" cy="914400"/>
          </a:xfrm>
          <a:prstGeom prst="rect">
            <a:avLst/>
          </a:prstGeom>
        </p:spPr>
      </p:pic>
      <p:pic>
        <p:nvPicPr>
          <p:cNvPr id="36" name="Graphic 35" descr="Database with solid fill">
            <a:extLst>
              <a:ext uri="{FF2B5EF4-FFF2-40B4-BE49-F238E27FC236}">
                <a16:creationId xmlns:a16="http://schemas.microsoft.com/office/drawing/2014/main" id="{64CCF973-A130-563B-38E8-D1B738E305C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731321" y="3524491"/>
            <a:ext cx="914400" cy="914400"/>
          </a:xfrm>
          <a:prstGeom prst="rect">
            <a:avLst/>
          </a:prstGeom>
        </p:spPr>
      </p:pic>
      <p:pic>
        <p:nvPicPr>
          <p:cNvPr id="37" name="Graphic 36" descr="Database outline">
            <a:extLst>
              <a:ext uri="{FF2B5EF4-FFF2-40B4-BE49-F238E27FC236}">
                <a16:creationId xmlns:a16="http://schemas.microsoft.com/office/drawing/2014/main" id="{D0263575-3F7E-649A-3257-46AF0F3654F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76667" y="3549840"/>
            <a:ext cx="914400" cy="914400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6BFF393-140B-AFBE-19A9-E8CB240849E3}"/>
              </a:ext>
            </a:extLst>
          </p:cNvPr>
          <p:cNvCxnSpPr>
            <a:stCxn id="29" idx="2"/>
            <a:endCxn id="21" idx="2"/>
          </p:cNvCxnSpPr>
          <p:nvPr/>
        </p:nvCxnSpPr>
        <p:spPr>
          <a:xfrm>
            <a:off x="6096000" y="2446507"/>
            <a:ext cx="2" cy="809857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1252A49-0B21-5F28-1DC2-0883C2025CC0}"/>
              </a:ext>
            </a:extLst>
          </p:cNvPr>
          <p:cNvSpPr txBox="1"/>
          <p:nvPr/>
        </p:nvSpPr>
        <p:spPr>
          <a:xfrm>
            <a:off x="3844340" y="4499853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NAS (Content)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ABDEBF-5666-6898-FC08-C67EFF69965D}"/>
              </a:ext>
            </a:extLst>
          </p:cNvPr>
          <p:cNvSpPr txBox="1"/>
          <p:nvPr/>
        </p:nvSpPr>
        <p:spPr>
          <a:xfrm>
            <a:off x="7143809" y="4496053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NAS (Content)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1EEE26-C616-56D1-1399-B23060471D2C}"/>
              </a:ext>
            </a:extLst>
          </p:cNvPr>
          <p:cNvSpPr txBox="1"/>
          <p:nvPr/>
        </p:nvSpPr>
        <p:spPr>
          <a:xfrm>
            <a:off x="2755850" y="4499854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Sybase(TC)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56D1EF-98CE-734E-948C-4DC06337C04D}"/>
              </a:ext>
            </a:extLst>
          </p:cNvPr>
          <p:cNvSpPr txBox="1"/>
          <p:nvPr/>
        </p:nvSpPr>
        <p:spPr>
          <a:xfrm>
            <a:off x="8386478" y="4496053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Sybase (TC)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2BDD8C-8C0D-4E30-6E54-64B35FB26F2D}"/>
              </a:ext>
            </a:extLst>
          </p:cNvPr>
          <p:cNvSpPr txBox="1"/>
          <p:nvPr/>
        </p:nvSpPr>
        <p:spPr>
          <a:xfrm>
            <a:off x="1651269" y="4484622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GPDB(Index)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709C994-3E63-5737-2560-BD9E75020A0D}"/>
              </a:ext>
            </a:extLst>
          </p:cNvPr>
          <p:cNvSpPr txBox="1"/>
          <p:nvPr/>
        </p:nvSpPr>
        <p:spPr>
          <a:xfrm>
            <a:off x="9367830" y="4496053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GPDB (Index)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165464-26DF-6C54-C32A-EB269E9CC304}"/>
              </a:ext>
            </a:extLst>
          </p:cNvPr>
          <p:cNvSpPr txBox="1"/>
          <p:nvPr/>
        </p:nvSpPr>
        <p:spPr>
          <a:xfrm>
            <a:off x="497301" y="4460556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HDFS(Profiles)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5DD00A-9B24-272D-B811-DD6662C000BB}"/>
              </a:ext>
            </a:extLst>
          </p:cNvPr>
          <p:cNvSpPr txBox="1"/>
          <p:nvPr/>
        </p:nvSpPr>
        <p:spPr>
          <a:xfrm>
            <a:off x="10456299" y="4496053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HDFS(Profiles)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0C88BC-8846-F4E6-10FD-1D274314F2E4}"/>
              </a:ext>
            </a:extLst>
          </p:cNvPr>
          <p:cNvSpPr txBox="1"/>
          <p:nvPr/>
        </p:nvSpPr>
        <p:spPr>
          <a:xfrm>
            <a:off x="8429949" y="3108937"/>
            <a:ext cx="2240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Vx.22 BE System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1FA01B2-DF98-6CB8-05FF-379B0B3CA2E8}"/>
              </a:ext>
            </a:extLst>
          </p:cNvPr>
          <p:cNvSpPr txBox="1"/>
          <p:nvPr/>
        </p:nvSpPr>
        <p:spPr>
          <a:xfrm>
            <a:off x="1710932" y="3054346"/>
            <a:ext cx="25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Vx.19.8.10 BE System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AEAA98D-03CB-5A3D-BE01-99EF2730D69B}"/>
              </a:ext>
            </a:extLst>
          </p:cNvPr>
          <p:cNvSpPr txBox="1"/>
          <p:nvPr/>
        </p:nvSpPr>
        <p:spPr>
          <a:xfrm>
            <a:off x="4959532" y="1306025"/>
            <a:ext cx="2272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Unified Frontends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24E5CD3-FDFD-3C98-5AA6-55507DABA548}"/>
              </a:ext>
            </a:extLst>
          </p:cNvPr>
          <p:cNvCxnSpPr>
            <a:cxnSpLocks/>
          </p:cNvCxnSpPr>
          <p:nvPr/>
        </p:nvCxnSpPr>
        <p:spPr>
          <a:xfrm flipV="1">
            <a:off x="8910156" y="4858182"/>
            <a:ext cx="0" cy="600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275BB35-6133-7B18-43FA-913EEFB1A823}"/>
              </a:ext>
            </a:extLst>
          </p:cNvPr>
          <p:cNvSpPr txBox="1"/>
          <p:nvPr/>
        </p:nvSpPr>
        <p:spPr>
          <a:xfrm>
            <a:off x="9326633" y="5111298"/>
            <a:ext cx="1598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Data Query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9C9B524-E05D-FA07-0D5B-0F7386AC46B5}"/>
              </a:ext>
            </a:extLst>
          </p:cNvPr>
          <p:cNvCxnSpPr/>
          <p:nvPr/>
        </p:nvCxnSpPr>
        <p:spPr>
          <a:xfrm flipV="1">
            <a:off x="2207860" y="4844096"/>
            <a:ext cx="0" cy="614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C086BB7-7BD5-DE2B-D58B-3F07EC1E2814}"/>
              </a:ext>
            </a:extLst>
          </p:cNvPr>
          <p:cNvSpPr txBox="1"/>
          <p:nvPr/>
        </p:nvSpPr>
        <p:spPr>
          <a:xfrm>
            <a:off x="2378116" y="5035685"/>
            <a:ext cx="1598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Data Query</a:t>
            </a:r>
          </a:p>
        </p:txBody>
      </p:sp>
      <p:pic>
        <p:nvPicPr>
          <p:cNvPr id="58" name="Graphic 57" descr="Database outline">
            <a:extLst>
              <a:ext uri="{FF2B5EF4-FFF2-40B4-BE49-F238E27FC236}">
                <a16:creationId xmlns:a16="http://schemas.microsoft.com/office/drawing/2014/main" id="{7FA07A63-7CF1-C697-10D8-CB77F78FD0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96078" y="5643311"/>
            <a:ext cx="516171" cy="516171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0C16C208-9F4F-A2A5-8514-C0E8E9313BA3}"/>
              </a:ext>
            </a:extLst>
          </p:cNvPr>
          <p:cNvSpPr txBox="1"/>
          <p:nvPr/>
        </p:nvSpPr>
        <p:spPr>
          <a:xfrm>
            <a:off x="10855050" y="6202648"/>
            <a:ext cx="4571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AD</a:t>
            </a:r>
          </a:p>
        </p:txBody>
      </p:sp>
      <p:pic>
        <p:nvPicPr>
          <p:cNvPr id="60" name="Graphic 59" descr="Database with solid fill">
            <a:extLst>
              <a:ext uri="{FF2B5EF4-FFF2-40B4-BE49-F238E27FC236}">
                <a16:creationId xmlns:a16="http://schemas.microsoft.com/office/drawing/2014/main" id="{C03D877B-7102-A524-0FA7-6029E8CDC61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76665" y="5695365"/>
            <a:ext cx="522123" cy="522123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98C93302-B35A-2C06-AE18-35AAFD9D13E3}"/>
              </a:ext>
            </a:extLst>
          </p:cNvPr>
          <p:cNvSpPr txBox="1"/>
          <p:nvPr/>
        </p:nvSpPr>
        <p:spPr>
          <a:xfrm>
            <a:off x="4019357" y="6254991"/>
            <a:ext cx="4571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AD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9920A9E-057B-6798-7DC4-9838D62436F3}"/>
              </a:ext>
            </a:extLst>
          </p:cNvPr>
          <p:cNvCxnSpPr>
            <a:cxnSpLocks/>
          </p:cNvCxnSpPr>
          <p:nvPr/>
        </p:nvCxnSpPr>
        <p:spPr>
          <a:xfrm>
            <a:off x="3361093" y="6143960"/>
            <a:ext cx="55956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B24C64D-58E4-6548-7954-69061AB31DE7}"/>
              </a:ext>
            </a:extLst>
          </p:cNvPr>
          <p:cNvCxnSpPr>
            <a:cxnSpLocks/>
          </p:cNvCxnSpPr>
          <p:nvPr/>
        </p:nvCxnSpPr>
        <p:spPr>
          <a:xfrm>
            <a:off x="9924107" y="6133057"/>
            <a:ext cx="61557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ABD6756-6D02-1CCD-E738-8C7DE35895DB}"/>
              </a:ext>
            </a:extLst>
          </p:cNvPr>
          <p:cNvCxnSpPr/>
          <p:nvPr/>
        </p:nvCxnSpPr>
        <p:spPr>
          <a:xfrm>
            <a:off x="5159019" y="5990864"/>
            <a:ext cx="28200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3442691-2F05-AE53-A40A-1E6289DAEEA5}"/>
              </a:ext>
            </a:extLst>
          </p:cNvPr>
          <p:cNvSpPr txBox="1"/>
          <p:nvPr/>
        </p:nvSpPr>
        <p:spPr>
          <a:xfrm>
            <a:off x="5541061" y="5701848"/>
            <a:ext cx="1691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Target Migration</a:t>
            </a:r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1DCFFA7A-82FB-96CE-CF17-0C1E15FE51C7}"/>
              </a:ext>
            </a:extLst>
          </p:cNvPr>
          <p:cNvCxnSpPr>
            <a:cxnSpLocks/>
          </p:cNvCxnSpPr>
          <p:nvPr/>
        </p:nvCxnSpPr>
        <p:spPr>
          <a:xfrm flipV="1">
            <a:off x="2424226" y="2113759"/>
            <a:ext cx="2893384" cy="1021112"/>
          </a:xfrm>
          <a:prstGeom prst="bentConnector3">
            <a:avLst>
              <a:gd name="adj1" fmla="val 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2931CF89-EBE0-CA22-6852-965FC2EF2BAB}"/>
              </a:ext>
            </a:extLst>
          </p:cNvPr>
          <p:cNvSpPr txBox="1"/>
          <p:nvPr/>
        </p:nvSpPr>
        <p:spPr>
          <a:xfrm>
            <a:off x="3169620" y="1889164"/>
            <a:ext cx="1598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Target Provisioning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7A89A2E-6355-EE5F-657E-4915D9B6980D}"/>
              </a:ext>
            </a:extLst>
          </p:cNvPr>
          <p:cNvSpPr txBox="1"/>
          <p:nvPr/>
        </p:nvSpPr>
        <p:spPr>
          <a:xfrm>
            <a:off x="5371417" y="2954528"/>
            <a:ext cx="1598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Dual Data Delivery</a:t>
            </a:r>
          </a:p>
          <a:p>
            <a:pPr algn="ctr"/>
            <a:r>
              <a:rPr lang="en-US" sz="1000"/>
              <a:t>TC &amp; DC</a:t>
            </a:r>
          </a:p>
        </p:txBody>
      </p: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2FA355D4-6A6C-F831-9F04-83C073706E1C}"/>
              </a:ext>
            </a:extLst>
          </p:cNvPr>
          <p:cNvCxnSpPr>
            <a:cxnSpLocks/>
          </p:cNvCxnSpPr>
          <p:nvPr/>
        </p:nvCxnSpPr>
        <p:spPr>
          <a:xfrm flipH="1" flipV="1">
            <a:off x="6753868" y="2112582"/>
            <a:ext cx="2893384" cy="1021112"/>
          </a:xfrm>
          <a:prstGeom prst="bentConnector3">
            <a:avLst>
              <a:gd name="adj1" fmla="val 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42121BC0-430B-0133-983B-6E3FDE9EC6E1}"/>
              </a:ext>
            </a:extLst>
          </p:cNvPr>
          <p:cNvSpPr txBox="1"/>
          <p:nvPr/>
        </p:nvSpPr>
        <p:spPr>
          <a:xfrm>
            <a:off x="7462843" y="1866860"/>
            <a:ext cx="1598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Target Provisioning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C058920-5AAB-ACE3-56BB-0187F2DD51B2}"/>
              </a:ext>
            </a:extLst>
          </p:cNvPr>
          <p:cNvSpPr txBox="1"/>
          <p:nvPr/>
        </p:nvSpPr>
        <p:spPr>
          <a:xfrm>
            <a:off x="338532" y="5668676"/>
            <a:ext cx="1745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No sync of user data</a:t>
            </a:r>
          </a:p>
        </p:txBody>
      </p:sp>
      <p:pic>
        <p:nvPicPr>
          <p:cNvPr id="3" name="Graphic 2" descr="Badge New outline">
            <a:extLst>
              <a:ext uri="{FF2B5EF4-FFF2-40B4-BE49-F238E27FC236}">
                <a16:creationId xmlns:a16="http://schemas.microsoft.com/office/drawing/2014/main" id="{26696379-6CD9-FB1A-6B90-B4150F2A672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flipH="1">
            <a:off x="11896725" y="0"/>
            <a:ext cx="2952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054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96B6-0D17-CC63-E03C-F0E3C77BCC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V19  Cut-Off To V22</a:t>
            </a:r>
          </a:p>
        </p:txBody>
      </p:sp>
      <p:pic>
        <p:nvPicPr>
          <p:cNvPr id="9" name="Graphic 8" descr="Call center with solid fill">
            <a:extLst>
              <a:ext uri="{FF2B5EF4-FFF2-40B4-BE49-F238E27FC236}">
                <a16:creationId xmlns:a16="http://schemas.microsoft.com/office/drawing/2014/main" id="{4001766E-1042-10E0-CDFA-BA533D46A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2465" y="5676814"/>
            <a:ext cx="738829" cy="738829"/>
          </a:xfrm>
          <a:prstGeom prst="rect">
            <a:avLst/>
          </a:prstGeom>
        </p:spPr>
      </p:pic>
      <p:pic>
        <p:nvPicPr>
          <p:cNvPr id="11" name="Graphic 10" descr="Call center outline">
            <a:extLst>
              <a:ext uri="{FF2B5EF4-FFF2-40B4-BE49-F238E27FC236}">
                <a16:creationId xmlns:a16="http://schemas.microsoft.com/office/drawing/2014/main" id="{76047645-1C86-9A7F-AF41-C53EC80AE9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1988" y="5629561"/>
            <a:ext cx="773164" cy="773164"/>
          </a:xfrm>
          <a:prstGeom prst="rect">
            <a:avLst/>
          </a:prstGeom>
        </p:spPr>
      </p:pic>
      <p:pic>
        <p:nvPicPr>
          <p:cNvPr id="13" name="Graphic 12" descr="Ui Ux outline">
            <a:extLst>
              <a:ext uri="{FF2B5EF4-FFF2-40B4-BE49-F238E27FC236}">
                <a16:creationId xmlns:a16="http://schemas.microsoft.com/office/drawing/2014/main" id="{A8B7CABD-BD37-A5BA-608E-3AFDA9A4A6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25395" y="5601850"/>
            <a:ext cx="668179" cy="668179"/>
          </a:xfrm>
          <a:prstGeom prst="rect">
            <a:avLst/>
          </a:prstGeom>
        </p:spPr>
      </p:pic>
      <p:pic>
        <p:nvPicPr>
          <p:cNvPr id="15" name="Graphic 14" descr="Ui Ux with solid fill">
            <a:extLst>
              <a:ext uri="{FF2B5EF4-FFF2-40B4-BE49-F238E27FC236}">
                <a16:creationId xmlns:a16="http://schemas.microsoft.com/office/drawing/2014/main" id="{73D25647-A192-7948-2355-ABF0F7CA55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69121" y="5583543"/>
            <a:ext cx="738829" cy="738829"/>
          </a:xfrm>
          <a:prstGeom prst="rect">
            <a:avLst/>
          </a:prstGeom>
        </p:spPr>
      </p:pic>
      <p:pic>
        <p:nvPicPr>
          <p:cNvPr id="21" name="Graphic 20" descr="Fork In Road outline">
            <a:extLst>
              <a:ext uri="{FF2B5EF4-FFF2-40B4-BE49-F238E27FC236}">
                <a16:creationId xmlns:a16="http://schemas.microsoft.com/office/drawing/2014/main" id="{0D716A7E-BE21-A739-001F-742526B5E4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V="1">
            <a:off x="5669003" y="3323745"/>
            <a:ext cx="914400" cy="914400"/>
          </a:xfrm>
          <a:prstGeom prst="rect">
            <a:avLst/>
          </a:prstGeom>
        </p:spPr>
      </p:pic>
      <p:pic>
        <p:nvPicPr>
          <p:cNvPr id="23" name="Graphic 22" descr="Database outline">
            <a:extLst>
              <a:ext uri="{FF2B5EF4-FFF2-40B4-BE49-F238E27FC236}">
                <a16:creationId xmlns:a16="http://schemas.microsoft.com/office/drawing/2014/main" id="{C9160F80-FA73-A23D-E248-127C78B3E3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42434" y="3617221"/>
            <a:ext cx="914400" cy="914400"/>
          </a:xfrm>
          <a:prstGeom prst="rect">
            <a:avLst/>
          </a:prstGeom>
        </p:spPr>
      </p:pic>
      <p:pic>
        <p:nvPicPr>
          <p:cNvPr id="25" name="Graphic 24" descr="Server with solid fill">
            <a:extLst>
              <a:ext uri="{FF2B5EF4-FFF2-40B4-BE49-F238E27FC236}">
                <a16:creationId xmlns:a16="http://schemas.microsoft.com/office/drawing/2014/main" id="{7F5DFB72-F10B-ECBA-F733-736A6DEA981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3930" y="3591872"/>
            <a:ext cx="914400" cy="914400"/>
          </a:xfrm>
          <a:prstGeom prst="rect">
            <a:avLst/>
          </a:prstGeom>
        </p:spPr>
      </p:pic>
      <p:pic>
        <p:nvPicPr>
          <p:cNvPr id="27" name="Graphic 26" descr="Database with solid fill">
            <a:extLst>
              <a:ext uri="{FF2B5EF4-FFF2-40B4-BE49-F238E27FC236}">
                <a16:creationId xmlns:a16="http://schemas.microsoft.com/office/drawing/2014/main" id="{069BD4CD-BE30-21CD-0986-C6B4CC9461C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57375" y="3591872"/>
            <a:ext cx="914400" cy="914400"/>
          </a:xfrm>
          <a:prstGeom prst="rect">
            <a:avLst/>
          </a:prstGeom>
        </p:spPr>
      </p:pic>
      <p:pic>
        <p:nvPicPr>
          <p:cNvPr id="29" name="Graphic 28" descr="Download from cloud outline">
            <a:extLst>
              <a:ext uri="{FF2B5EF4-FFF2-40B4-BE49-F238E27FC236}">
                <a16:creationId xmlns:a16="http://schemas.microsoft.com/office/drawing/2014/main" id="{E1C21619-D448-C0ED-5533-8F116F7A65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69001" y="1599488"/>
            <a:ext cx="914400" cy="914400"/>
          </a:xfrm>
          <a:prstGeom prst="rect">
            <a:avLst/>
          </a:prstGeom>
        </p:spPr>
      </p:pic>
      <p:pic>
        <p:nvPicPr>
          <p:cNvPr id="31" name="Graphic 30" descr="Server outline">
            <a:extLst>
              <a:ext uri="{FF2B5EF4-FFF2-40B4-BE49-F238E27FC236}">
                <a16:creationId xmlns:a16="http://schemas.microsoft.com/office/drawing/2014/main" id="{50AC4A74-FA77-B72B-3797-BAA3F96FA3E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571302" y="3674261"/>
            <a:ext cx="914400" cy="914400"/>
          </a:xfrm>
          <a:prstGeom prst="rect">
            <a:avLst/>
          </a:prstGeom>
        </p:spPr>
      </p:pic>
      <p:pic>
        <p:nvPicPr>
          <p:cNvPr id="33" name="Graphic 32" descr="Folder with solid fill">
            <a:extLst>
              <a:ext uri="{FF2B5EF4-FFF2-40B4-BE49-F238E27FC236}">
                <a16:creationId xmlns:a16="http://schemas.microsoft.com/office/drawing/2014/main" id="{FF06332D-87CF-DF24-8CA6-DFF98E2E450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883970" y="3661532"/>
            <a:ext cx="914400" cy="914400"/>
          </a:xfrm>
          <a:prstGeom prst="rect">
            <a:avLst/>
          </a:prstGeom>
        </p:spPr>
      </p:pic>
      <p:pic>
        <p:nvPicPr>
          <p:cNvPr id="35" name="Graphic 34" descr="Folder outline">
            <a:extLst>
              <a:ext uri="{FF2B5EF4-FFF2-40B4-BE49-F238E27FC236}">
                <a16:creationId xmlns:a16="http://schemas.microsoft.com/office/drawing/2014/main" id="{CD62BD9F-57A9-320E-9FC1-F73E0EFC66A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180210" y="3591872"/>
            <a:ext cx="914400" cy="914400"/>
          </a:xfrm>
          <a:prstGeom prst="rect">
            <a:avLst/>
          </a:prstGeom>
        </p:spPr>
      </p:pic>
      <p:pic>
        <p:nvPicPr>
          <p:cNvPr id="36" name="Graphic 35" descr="Database with solid fill">
            <a:extLst>
              <a:ext uri="{FF2B5EF4-FFF2-40B4-BE49-F238E27FC236}">
                <a16:creationId xmlns:a16="http://schemas.microsoft.com/office/drawing/2014/main" id="{64CCF973-A130-563B-38E8-D1B738E305C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761522" y="3591872"/>
            <a:ext cx="914400" cy="914400"/>
          </a:xfrm>
          <a:prstGeom prst="rect">
            <a:avLst/>
          </a:prstGeom>
        </p:spPr>
      </p:pic>
      <p:pic>
        <p:nvPicPr>
          <p:cNvPr id="37" name="Graphic 36" descr="Database outline">
            <a:extLst>
              <a:ext uri="{FF2B5EF4-FFF2-40B4-BE49-F238E27FC236}">
                <a16:creationId xmlns:a16="http://schemas.microsoft.com/office/drawing/2014/main" id="{D0263575-3F7E-649A-3257-46AF0F3654F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06868" y="3617221"/>
            <a:ext cx="914400" cy="914400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6BFF393-140B-AFBE-19A9-E8CB240849E3}"/>
              </a:ext>
            </a:extLst>
          </p:cNvPr>
          <p:cNvCxnSpPr>
            <a:stCxn id="29" idx="2"/>
            <a:endCxn id="21" idx="2"/>
          </p:cNvCxnSpPr>
          <p:nvPr/>
        </p:nvCxnSpPr>
        <p:spPr>
          <a:xfrm>
            <a:off x="6126201" y="2513888"/>
            <a:ext cx="2" cy="809857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1252A49-0B21-5F28-1DC2-0883C2025CC0}"/>
              </a:ext>
            </a:extLst>
          </p:cNvPr>
          <p:cNvSpPr txBox="1"/>
          <p:nvPr/>
        </p:nvSpPr>
        <p:spPr>
          <a:xfrm>
            <a:off x="3874541" y="4567234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NAS (Content)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ABDEBF-5666-6898-FC08-C67EFF69965D}"/>
              </a:ext>
            </a:extLst>
          </p:cNvPr>
          <p:cNvSpPr txBox="1"/>
          <p:nvPr/>
        </p:nvSpPr>
        <p:spPr>
          <a:xfrm>
            <a:off x="7174010" y="4563434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NAS (Content)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1EEE26-C616-56D1-1399-B23060471D2C}"/>
              </a:ext>
            </a:extLst>
          </p:cNvPr>
          <p:cNvSpPr txBox="1"/>
          <p:nvPr/>
        </p:nvSpPr>
        <p:spPr>
          <a:xfrm>
            <a:off x="2786051" y="4567235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Sybase(TC)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56D1EF-98CE-734E-948C-4DC06337C04D}"/>
              </a:ext>
            </a:extLst>
          </p:cNvPr>
          <p:cNvSpPr txBox="1"/>
          <p:nvPr/>
        </p:nvSpPr>
        <p:spPr>
          <a:xfrm>
            <a:off x="8416679" y="4563434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Sybase (TC)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2BDD8C-8C0D-4E30-6E54-64B35FB26F2D}"/>
              </a:ext>
            </a:extLst>
          </p:cNvPr>
          <p:cNvSpPr txBox="1"/>
          <p:nvPr/>
        </p:nvSpPr>
        <p:spPr>
          <a:xfrm>
            <a:off x="1681470" y="4552003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GPDB(Index)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709C994-3E63-5737-2560-BD9E75020A0D}"/>
              </a:ext>
            </a:extLst>
          </p:cNvPr>
          <p:cNvSpPr txBox="1"/>
          <p:nvPr/>
        </p:nvSpPr>
        <p:spPr>
          <a:xfrm>
            <a:off x="9398031" y="4563434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GPDB (Index)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165464-26DF-6C54-C32A-EB269E9CC304}"/>
              </a:ext>
            </a:extLst>
          </p:cNvPr>
          <p:cNvSpPr txBox="1"/>
          <p:nvPr/>
        </p:nvSpPr>
        <p:spPr>
          <a:xfrm>
            <a:off x="527502" y="4527937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HDFS(Profiles)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5DD00A-9B24-272D-B811-DD6662C000BB}"/>
              </a:ext>
            </a:extLst>
          </p:cNvPr>
          <p:cNvSpPr txBox="1"/>
          <p:nvPr/>
        </p:nvSpPr>
        <p:spPr>
          <a:xfrm>
            <a:off x="10486500" y="4563434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HDFS(Profiles)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0C88BC-8846-F4E6-10FD-1D274314F2E4}"/>
              </a:ext>
            </a:extLst>
          </p:cNvPr>
          <p:cNvSpPr txBox="1"/>
          <p:nvPr/>
        </p:nvSpPr>
        <p:spPr>
          <a:xfrm>
            <a:off x="8501938" y="3155951"/>
            <a:ext cx="2324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Vx.22 BE System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1FA01B2-DF98-6CB8-05FF-379B0B3CA2E8}"/>
              </a:ext>
            </a:extLst>
          </p:cNvPr>
          <p:cNvSpPr txBox="1"/>
          <p:nvPr/>
        </p:nvSpPr>
        <p:spPr>
          <a:xfrm>
            <a:off x="1741133" y="3121727"/>
            <a:ext cx="267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Vx.19.8.10 BE System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AEAA98D-03CB-5A3D-BE01-99EF2730D69B}"/>
              </a:ext>
            </a:extLst>
          </p:cNvPr>
          <p:cNvSpPr txBox="1"/>
          <p:nvPr/>
        </p:nvSpPr>
        <p:spPr>
          <a:xfrm>
            <a:off x="4989733" y="1353376"/>
            <a:ext cx="2272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Unified Frontends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24E5CD3-FDFD-3C98-5AA6-55507DABA548}"/>
              </a:ext>
            </a:extLst>
          </p:cNvPr>
          <p:cNvCxnSpPr>
            <a:cxnSpLocks/>
          </p:cNvCxnSpPr>
          <p:nvPr/>
        </p:nvCxnSpPr>
        <p:spPr>
          <a:xfrm flipV="1">
            <a:off x="8940357" y="4925563"/>
            <a:ext cx="0" cy="600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275BB35-6133-7B18-43FA-913EEFB1A823}"/>
              </a:ext>
            </a:extLst>
          </p:cNvPr>
          <p:cNvSpPr txBox="1"/>
          <p:nvPr/>
        </p:nvSpPr>
        <p:spPr>
          <a:xfrm>
            <a:off x="9356834" y="5178679"/>
            <a:ext cx="1598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Data Query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9C9B524-E05D-FA07-0D5B-0F7386AC46B5}"/>
              </a:ext>
            </a:extLst>
          </p:cNvPr>
          <p:cNvCxnSpPr/>
          <p:nvPr/>
        </p:nvCxnSpPr>
        <p:spPr>
          <a:xfrm flipV="1">
            <a:off x="2238061" y="4911477"/>
            <a:ext cx="0" cy="614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C086BB7-7BD5-DE2B-D58B-3F07EC1E2814}"/>
              </a:ext>
            </a:extLst>
          </p:cNvPr>
          <p:cNvSpPr txBox="1"/>
          <p:nvPr/>
        </p:nvSpPr>
        <p:spPr>
          <a:xfrm>
            <a:off x="2408317" y="5103066"/>
            <a:ext cx="1598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Data Query</a:t>
            </a:r>
          </a:p>
        </p:txBody>
      </p:sp>
      <p:pic>
        <p:nvPicPr>
          <p:cNvPr id="58" name="Graphic 57" descr="Database outline">
            <a:extLst>
              <a:ext uri="{FF2B5EF4-FFF2-40B4-BE49-F238E27FC236}">
                <a16:creationId xmlns:a16="http://schemas.microsoft.com/office/drawing/2014/main" id="{7FA07A63-7CF1-C697-10D8-CB77F78FD0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26279" y="5710692"/>
            <a:ext cx="516171" cy="516171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0C16C208-9F4F-A2A5-8514-C0E8E9313BA3}"/>
              </a:ext>
            </a:extLst>
          </p:cNvPr>
          <p:cNvSpPr txBox="1"/>
          <p:nvPr/>
        </p:nvSpPr>
        <p:spPr>
          <a:xfrm>
            <a:off x="10885251" y="6270029"/>
            <a:ext cx="4571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AD</a:t>
            </a:r>
          </a:p>
        </p:txBody>
      </p:sp>
      <p:pic>
        <p:nvPicPr>
          <p:cNvPr id="60" name="Graphic 59" descr="Database with solid fill">
            <a:extLst>
              <a:ext uri="{FF2B5EF4-FFF2-40B4-BE49-F238E27FC236}">
                <a16:creationId xmlns:a16="http://schemas.microsoft.com/office/drawing/2014/main" id="{C03D877B-7102-A524-0FA7-6029E8CDC61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006866" y="5762746"/>
            <a:ext cx="522123" cy="522123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98C93302-B35A-2C06-AE18-35AAFD9D13E3}"/>
              </a:ext>
            </a:extLst>
          </p:cNvPr>
          <p:cNvSpPr txBox="1"/>
          <p:nvPr/>
        </p:nvSpPr>
        <p:spPr>
          <a:xfrm>
            <a:off x="4049558" y="6322372"/>
            <a:ext cx="4571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AD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9920A9E-057B-6798-7DC4-9838D62436F3}"/>
              </a:ext>
            </a:extLst>
          </p:cNvPr>
          <p:cNvCxnSpPr>
            <a:cxnSpLocks/>
          </p:cNvCxnSpPr>
          <p:nvPr/>
        </p:nvCxnSpPr>
        <p:spPr>
          <a:xfrm>
            <a:off x="3391294" y="6211341"/>
            <a:ext cx="55956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B24C64D-58E4-6548-7954-69061AB31DE7}"/>
              </a:ext>
            </a:extLst>
          </p:cNvPr>
          <p:cNvCxnSpPr>
            <a:cxnSpLocks/>
          </p:cNvCxnSpPr>
          <p:nvPr/>
        </p:nvCxnSpPr>
        <p:spPr>
          <a:xfrm>
            <a:off x="9954308" y="6200438"/>
            <a:ext cx="61557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ABD6756-6D02-1CCD-E738-8C7DE35895DB}"/>
              </a:ext>
            </a:extLst>
          </p:cNvPr>
          <p:cNvCxnSpPr/>
          <p:nvPr/>
        </p:nvCxnSpPr>
        <p:spPr>
          <a:xfrm>
            <a:off x="5425440" y="6058245"/>
            <a:ext cx="28200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1DCFFA7A-82FB-96CE-CF17-0C1E15FE51C7}"/>
              </a:ext>
            </a:extLst>
          </p:cNvPr>
          <p:cNvCxnSpPr>
            <a:cxnSpLocks/>
          </p:cNvCxnSpPr>
          <p:nvPr/>
        </p:nvCxnSpPr>
        <p:spPr>
          <a:xfrm flipV="1">
            <a:off x="2476895" y="2173071"/>
            <a:ext cx="2893384" cy="1021112"/>
          </a:xfrm>
          <a:prstGeom prst="bentConnector3">
            <a:avLst>
              <a:gd name="adj1" fmla="val 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2931CF89-EBE0-CA22-6852-965FC2EF2BAB}"/>
              </a:ext>
            </a:extLst>
          </p:cNvPr>
          <p:cNvSpPr txBox="1"/>
          <p:nvPr/>
        </p:nvSpPr>
        <p:spPr>
          <a:xfrm flipH="1">
            <a:off x="3199821" y="1956545"/>
            <a:ext cx="1598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Target Provisioning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7A89A2E-6355-EE5F-657E-4915D9B6980D}"/>
              </a:ext>
            </a:extLst>
          </p:cNvPr>
          <p:cNvSpPr txBox="1"/>
          <p:nvPr/>
        </p:nvSpPr>
        <p:spPr>
          <a:xfrm>
            <a:off x="5401618" y="3021909"/>
            <a:ext cx="1598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Dual Data Delivery</a:t>
            </a:r>
          </a:p>
          <a:p>
            <a:pPr algn="ctr"/>
            <a:r>
              <a:rPr lang="en-US" sz="1000"/>
              <a:t>TC &amp; DC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3C23AE8F-93D6-0E0D-F72E-3AB54E5A1D24}"/>
              </a:ext>
            </a:extLst>
          </p:cNvPr>
          <p:cNvCxnSpPr>
            <a:cxnSpLocks/>
          </p:cNvCxnSpPr>
          <p:nvPr/>
        </p:nvCxnSpPr>
        <p:spPr>
          <a:xfrm flipH="1" flipV="1">
            <a:off x="6678793" y="2177424"/>
            <a:ext cx="2893384" cy="1021112"/>
          </a:xfrm>
          <a:prstGeom prst="bentConnector3">
            <a:avLst>
              <a:gd name="adj1" fmla="val 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1A72AF4-A7EE-50CF-E929-B4A667F2C9EC}"/>
              </a:ext>
            </a:extLst>
          </p:cNvPr>
          <p:cNvSpPr txBox="1"/>
          <p:nvPr/>
        </p:nvSpPr>
        <p:spPr>
          <a:xfrm flipH="1">
            <a:off x="7543439" y="1933577"/>
            <a:ext cx="1598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Target Provisioning</a:t>
            </a:r>
          </a:p>
        </p:txBody>
      </p:sp>
      <p:pic>
        <p:nvPicPr>
          <p:cNvPr id="6" name="Graphic 5" descr="Badge Cross outline">
            <a:extLst>
              <a:ext uri="{FF2B5EF4-FFF2-40B4-BE49-F238E27FC236}">
                <a16:creationId xmlns:a16="http://schemas.microsoft.com/office/drawing/2014/main" id="{93ACCB62-42F8-B2B5-1413-381039158020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341199" y="3823278"/>
            <a:ext cx="397546" cy="352559"/>
          </a:xfrm>
          <a:prstGeom prst="rect">
            <a:avLst/>
          </a:prstGeom>
        </p:spPr>
      </p:pic>
      <p:pic>
        <p:nvPicPr>
          <p:cNvPr id="8" name="Graphic 7" descr="Badge Cross outline">
            <a:extLst>
              <a:ext uri="{FF2B5EF4-FFF2-40B4-BE49-F238E27FC236}">
                <a16:creationId xmlns:a16="http://schemas.microsoft.com/office/drawing/2014/main" id="{C728CA2B-2716-6EA3-49B4-037CF984242A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274714" y="2353567"/>
            <a:ext cx="397546" cy="3525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9A1F57-A318-5E40-A636-4DCDEC70BB1D}"/>
              </a:ext>
            </a:extLst>
          </p:cNvPr>
          <p:cNvSpPr txBox="1"/>
          <p:nvPr/>
        </p:nvSpPr>
        <p:spPr>
          <a:xfrm>
            <a:off x="2580292" y="2429400"/>
            <a:ext cx="20089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FF0000"/>
                </a:solidFill>
              </a:rPr>
              <a:t>Disable target provisioning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193D16-A851-13EA-7F13-D298961A1C90}"/>
              </a:ext>
            </a:extLst>
          </p:cNvPr>
          <p:cNvSpPr txBox="1"/>
          <p:nvPr/>
        </p:nvSpPr>
        <p:spPr>
          <a:xfrm>
            <a:off x="4764474" y="4229663"/>
            <a:ext cx="24095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FF0000"/>
                </a:solidFill>
              </a:rPr>
              <a:t>Stop data delivery to vx19.8.10 BE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C91B76-7082-2FA2-8F42-BA7EFB3806BE}"/>
              </a:ext>
            </a:extLst>
          </p:cNvPr>
          <p:cNvSpPr txBox="1"/>
          <p:nvPr/>
        </p:nvSpPr>
        <p:spPr>
          <a:xfrm>
            <a:off x="368733" y="5736057"/>
            <a:ext cx="1745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No sync of user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9C4F89-5D64-A588-FB71-531CB390937A}"/>
              </a:ext>
            </a:extLst>
          </p:cNvPr>
          <p:cNvSpPr txBox="1"/>
          <p:nvPr/>
        </p:nvSpPr>
        <p:spPr>
          <a:xfrm>
            <a:off x="5898358" y="5751332"/>
            <a:ext cx="1691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Target Migration</a:t>
            </a:r>
          </a:p>
        </p:txBody>
      </p:sp>
      <p:pic>
        <p:nvPicPr>
          <p:cNvPr id="7" name="Graphic 6" descr="Badge New outline">
            <a:extLst>
              <a:ext uri="{FF2B5EF4-FFF2-40B4-BE49-F238E27FC236}">
                <a16:creationId xmlns:a16="http://schemas.microsoft.com/office/drawing/2014/main" id="{B2DE8F64-717A-83B7-E5B3-5759B01DE63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flipH="1">
            <a:off x="11896725" y="0"/>
            <a:ext cx="2952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65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56BF5-81AE-397C-8B77-98ACF73F5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94859-3FDE-A87E-0C0D-2CD5E13020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Deployment Process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FD25312-3DCD-72F5-F0C9-045EF4B4D840}"/>
              </a:ext>
            </a:extLst>
          </p:cNvPr>
          <p:cNvSpPr/>
          <p:nvPr/>
        </p:nvSpPr>
        <p:spPr>
          <a:xfrm>
            <a:off x="716262" y="1868383"/>
            <a:ext cx="2484583" cy="794327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Vx.19.X System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30A589E3-B812-F150-A293-4A0BB2E0A2BC}"/>
              </a:ext>
            </a:extLst>
          </p:cNvPr>
          <p:cNvSpPr/>
          <p:nvPr/>
        </p:nvSpPr>
        <p:spPr>
          <a:xfrm>
            <a:off x="4027714" y="3585344"/>
            <a:ext cx="1749308" cy="794327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000000"/>
                </a:solidFill>
              </a:rPr>
              <a:t>Dual Delivery </a:t>
            </a:r>
          </a:p>
          <a:p>
            <a:pPr algn="ctr"/>
            <a:r>
              <a:rPr lang="en-US" sz="1400">
                <a:solidFill>
                  <a:srgbClr val="000000"/>
                </a:solidFill>
              </a:rPr>
              <a:t>of 3 SPs FEs + 1 small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511028-C6CC-E380-2CFA-3DA5C12D896E}"/>
              </a:ext>
            </a:extLst>
          </p:cNvPr>
          <p:cNvCxnSpPr>
            <a:cxnSpLocks/>
          </p:cNvCxnSpPr>
          <p:nvPr/>
        </p:nvCxnSpPr>
        <p:spPr>
          <a:xfrm flipH="1">
            <a:off x="5787256" y="1628541"/>
            <a:ext cx="1" cy="3405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8B2A54-42F2-5DAE-AF16-34CB55C8E8FB}"/>
              </a:ext>
            </a:extLst>
          </p:cNvPr>
          <p:cNvCxnSpPr/>
          <p:nvPr/>
        </p:nvCxnSpPr>
        <p:spPr>
          <a:xfrm>
            <a:off x="3243141" y="1628540"/>
            <a:ext cx="0" cy="23183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A0F11C-1B99-882F-0CFD-6FBB2F6F673D}"/>
              </a:ext>
            </a:extLst>
          </p:cNvPr>
          <p:cNvSpPr txBox="1"/>
          <p:nvPr/>
        </p:nvSpPr>
        <p:spPr>
          <a:xfrm>
            <a:off x="3148771" y="1336767"/>
            <a:ext cx="257139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solidFill>
                  <a:srgbClr val="0070C0"/>
                </a:solidFill>
              </a:rPr>
              <a:t>T 2 – SW Installation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9F39E3-33E8-02CF-5BC5-76C1A1A1DB38}"/>
              </a:ext>
            </a:extLst>
          </p:cNvPr>
          <p:cNvSpPr txBox="1"/>
          <p:nvPr/>
        </p:nvSpPr>
        <p:spPr>
          <a:xfrm>
            <a:off x="5709917" y="1320763"/>
            <a:ext cx="23866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T 3 – Side-by-side</a:t>
            </a: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73BB62F7-7E8D-5D50-4337-40965894D1FB}"/>
              </a:ext>
            </a:extLst>
          </p:cNvPr>
          <p:cNvSpPr/>
          <p:nvPr/>
        </p:nvSpPr>
        <p:spPr>
          <a:xfrm>
            <a:off x="4027714" y="4647799"/>
            <a:ext cx="4203494" cy="794327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SBS Tandem work 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</a:rPr>
              <a:t>Vx19.x &amp; Vx22.x</a:t>
            </a: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5E1D8340-5C20-C9EB-17E0-DE3CEA903C7F}"/>
              </a:ext>
            </a:extLst>
          </p:cNvPr>
          <p:cNvSpPr/>
          <p:nvPr/>
        </p:nvSpPr>
        <p:spPr>
          <a:xfrm>
            <a:off x="737934" y="4621011"/>
            <a:ext cx="2439061" cy="794327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Vx.22 New Sys Deployment</a:t>
            </a: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E9C3DB8B-A320-C51F-D51B-5F1C5B61440C}"/>
              </a:ext>
            </a:extLst>
          </p:cNvPr>
          <p:cNvSpPr/>
          <p:nvPr/>
        </p:nvSpPr>
        <p:spPr>
          <a:xfrm>
            <a:off x="8289063" y="4616042"/>
            <a:ext cx="2719235" cy="794327"/>
          </a:xfrm>
          <a:prstGeom prst="homePlate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Vx.22 as the main operational system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D86A24-B5CC-96A5-A6CC-C99887D07798}"/>
              </a:ext>
            </a:extLst>
          </p:cNvPr>
          <p:cNvCxnSpPr>
            <a:cxnSpLocks/>
          </p:cNvCxnSpPr>
          <p:nvPr/>
        </p:nvCxnSpPr>
        <p:spPr>
          <a:xfrm>
            <a:off x="8253368" y="1661053"/>
            <a:ext cx="38189" cy="47164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EC0054B-D18B-5EB7-6FA6-4340737DC809}"/>
              </a:ext>
            </a:extLst>
          </p:cNvPr>
          <p:cNvSpPr txBox="1"/>
          <p:nvPr/>
        </p:nvSpPr>
        <p:spPr>
          <a:xfrm>
            <a:off x="8096530" y="1274804"/>
            <a:ext cx="2960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70C0"/>
                </a:solidFill>
              </a:rPr>
              <a:t>T 4 – New Steady State</a:t>
            </a:r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3EF05837-4B6D-5508-4184-DADAB43D6155}"/>
              </a:ext>
            </a:extLst>
          </p:cNvPr>
          <p:cNvSpPr/>
          <p:nvPr/>
        </p:nvSpPr>
        <p:spPr>
          <a:xfrm>
            <a:off x="8313717" y="2423052"/>
            <a:ext cx="2484583" cy="794327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Vx.19.X as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Archive system 1Y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ABBC7-2B51-1CDF-BC53-8EABEDA4483C}"/>
              </a:ext>
            </a:extLst>
          </p:cNvPr>
          <p:cNvSpPr txBox="1"/>
          <p:nvPr/>
        </p:nvSpPr>
        <p:spPr>
          <a:xfrm>
            <a:off x="577728" y="1336767"/>
            <a:ext cx="257139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solidFill>
                  <a:srgbClr val="0070C0"/>
                </a:solidFill>
              </a:rPr>
              <a:t>T 1  - Infra Deployment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A1BC882-2DEF-DFB1-EAE8-9BF0C19D863F}"/>
              </a:ext>
            </a:extLst>
          </p:cNvPr>
          <p:cNvCxnSpPr/>
          <p:nvPr/>
        </p:nvCxnSpPr>
        <p:spPr>
          <a:xfrm>
            <a:off x="705450" y="1661053"/>
            <a:ext cx="0" cy="23183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4DE11C9-5900-F845-02E8-D977A1C54BFF}"/>
              </a:ext>
            </a:extLst>
          </p:cNvPr>
          <p:cNvCxnSpPr>
            <a:cxnSpLocks/>
          </p:cNvCxnSpPr>
          <p:nvPr/>
        </p:nvCxnSpPr>
        <p:spPr>
          <a:xfrm>
            <a:off x="5787256" y="5033913"/>
            <a:ext cx="0" cy="1194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E32EB88-F110-4909-5358-94392EDF6AE0}"/>
              </a:ext>
            </a:extLst>
          </p:cNvPr>
          <p:cNvCxnSpPr>
            <a:cxnSpLocks/>
          </p:cNvCxnSpPr>
          <p:nvPr/>
        </p:nvCxnSpPr>
        <p:spPr>
          <a:xfrm flipH="1">
            <a:off x="3223021" y="3913792"/>
            <a:ext cx="19717" cy="2463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4A8EA47-8F83-C76A-E91E-56F5C917A7ED}"/>
              </a:ext>
            </a:extLst>
          </p:cNvPr>
          <p:cNvCxnSpPr>
            <a:cxnSpLocks/>
          </p:cNvCxnSpPr>
          <p:nvPr/>
        </p:nvCxnSpPr>
        <p:spPr>
          <a:xfrm>
            <a:off x="705538" y="3943550"/>
            <a:ext cx="32900" cy="2433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1E16522A-5D9F-0780-C68C-7AB317C1610F}"/>
              </a:ext>
            </a:extLst>
          </p:cNvPr>
          <p:cNvSpPr/>
          <p:nvPr/>
        </p:nvSpPr>
        <p:spPr>
          <a:xfrm>
            <a:off x="3286072" y="2503634"/>
            <a:ext cx="2465489" cy="794327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</a:rPr>
              <a:t> 3 SP FE Modernization</a:t>
            </a:r>
          </a:p>
        </p:txBody>
      </p:sp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4D5B329-014A-77B0-D8F3-1803E1061EC5}"/>
              </a:ext>
            </a:extLst>
          </p:cNvPr>
          <p:cNvSpPr/>
          <p:nvPr/>
        </p:nvSpPr>
        <p:spPr>
          <a:xfrm>
            <a:off x="5835689" y="3537166"/>
            <a:ext cx="2383542" cy="794327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</a:rPr>
              <a:t>Small SPs FEs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357CED-5EA7-E8F7-3149-ABC58C6060F4}"/>
              </a:ext>
            </a:extLst>
          </p:cNvPr>
          <p:cNvSpPr txBox="1"/>
          <p:nvPr/>
        </p:nvSpPr>
        <p:spPr>
          <a:xfrm>
            <a:off x="705450" y="6124497"/>
            <a:ext cx="257139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solidFill>
                  <a:srgbClr val="0070C0"/>
                </a:solidFill>
              </a:rPr>
              <a:t>ARO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FF2892-76AA-F115-9768-455F3952553C}"/>
              </a:ext>
            </a:extLst>
          </p:cNvPr>
          <p:cNvSpPr txBox="1"/>
          <p:nvPr/>
        </p:nvSpPr>
        <p:spPr>
          <a:xfrm>
            <a:off x="3148771" y="6151285"/>
            <a:ext cx="257139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solidFill>
                  <a:srgbClr val="0070C0"/>
                </a:solidFill>
              </a:rPr>
              <a:t>ARO + 7M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8CB0CB-CECC-8935-C264-729A47084C43}"/>
              </a:ext>
            </a:extLst>
          </p:cNvPr>
          <p:cNvSpPr txBox="1"/>
          <p:nvPr/>
        </p:nvSpPr>
        <p:spPr>
          <a:xfrm>
            <a:off x="8270313" y="6120727"/>
            <a:ext cx="257139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solidFill>
                  <a:srgbClr val="0070C0"/>
                </a:solidFill>
              </a:rPr>
              <a:t>ARO + 15M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BDB421-4B03-843F-7C35-20B4DF09CE32}"/>
              </a:ext>
            </a:extLst>
          </p:cNvPr>
          <p:cNvSpPr txBox="1"/>
          <p:nvPr/>
        </p:nvSpPr>
        <p:spPr>
          <a:xfrm>
            <a:off x="5751561" y="6120728"/>
            <a:ext cx="257139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solidFill>
                  <a:srgbClr val="0070C0"/>
                </a:solidFill>
              </a:rPr>
              <a:t>ARO + 12M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8BADD0-6479-1DFA-25AC-0D593D60AC84}"/>
              </a:ext>
            </a:extLst>
          </p:cNvPr>
          <p:cNvSpPr txBox="1"/>
          <p:nvPr/>
        </p:nvSpPr>
        <p:spPr>
          <a:xfrm>
            <a:off x="8163623" y="1510583"/>
            <a:ext cx="251734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b="1" i="1" dirty="0">
                <a:solidFill>
                  <a:srgbClr val="0070C0"/>
                </a:solidFill>
              </a:rPr>
              <a:t>Start  of Subscription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F9A5E-F951-E14A-866C-B0CD5833944A}"/>
              </a:ext>
            </a:extLst>
          </p:cNvPr>
          <p:cNvSpPr txBox="1"/>
          <p:nvPr/>
        </p:nvSpPr>
        <p:spPr>
          <a:xfrm>
            <a:off x="8163623" y="1760096"/>
            <a:ext cx="23866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C000"/>
                </a:solidFill>
              </a:rPr>
              <a:t>Cut-Off Date</a:t>
            </a:r>
          </a:p>
        </p:txBody>
      </p:sp>
    </p:spTree>
    <p:extLst>
      <p:ext uri="{BB962C8B-B14F-4D97-AF65-F5344CB8AC3E}">
        <p14:creationId xmlns:p14="http://schemas.microsoft.com/office/powerpoint/2010/main" val="2410182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BD9CA-186F-7D25-FBC7-52EF975AE9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Detailed Planning 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81729E2-7371-C3A4-8A49-D2870D23D3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3808" y="1714500"/>
          <a:ext cx="6315075" cy="492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48600" imgH="799200" progId="Excel.Sheet.12">
                  <p:embed/>
                </p:oleObj>
              </mc:Choice>
              <mc:Fallback>
                <p:oleObj name="Worksheet" showAsIcon="1" r:id="rId2" imgW="948600" imgH="799200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081729E2-7371-C3A4-8A49-D2870D23D3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73808" y="1714500"/>
                        <a:ext cx="6315075" cy="4924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4291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271">
            <a:extLst>
              <a:ext uri="{FF2B5EF4-FFF2-40B4-BE49-F238E27FC236}">
                <a16:creationId xmlns:a16="http://schemas.microsoft.com/office/drawing/2014/main" id="{EC7F1054-145E-9B25-2F69-47A54079E5A7}"/>
              </a:ext>
            </a:extLst>
          </p:cNvPr>
          <p:cNvSpPr/>
          <p:nvPr/>
        </p:nvSpPr>
        <p:spPr>
          <a:xfrm>
            <a:off x="429335" y="365441"/>
            <a:ext cx="5961839" cy="2618466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" name="Picture 7" descr="D:\Users\heven-hen\Desktop\Source files local 1\Photos HighRes (purchesed)\icons\Tech diargam Icons\Cloud-big.png">
            <a:extLst>
              <a:ext uri="{FF2B5EF4-FFF2-40B4-BE49-F238E27FC236}">
                <a16:creationId xmlns:a16="http://schemas.microsoft.com/office/drawing/2014/main" id="{D52677B7-EED5-78D9-DF70-2431C4ECD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277" y="357616"/>
            <a:ext cx="1053862" cy="675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Picture 7" descr="D:\Users\heven-hen\Desktop\Source files local 1\Photos HighRes (purchesed)\icons\Tech diargam Icons\Cloud-big.png">
            <a:extLst>
              <a:ext uri="{FF2B5EF4-FFF2-40B4-BE49-F238E27FC236}">
                <a16:creationId xmlns:a16="http://schemas.microsoft.com/office/drawing/2014/main" id="{A31DABC6-3876-913B-151D-747A25FF6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332" y="1898871"/>
            <a:ext cx="1053862" cy="675403"/>
          </a:xfrm>
          <a:prstGeom prst="rect">
            <a:avLst/>
          </a:prstGeom>
          <a:noFill/>
        </p:spPr>
      </p:pic>
      <p:pic>
        <p:nvPicPr>
          <p:cNvPr id="266" name="Picture 7" descr="D:\Users\heven-hen\Desktop\Source files local 1\Photos HighRes (purchesed)\icons\Tech diargam Icons\Cloud-big.png">
            <a:extLst>
              <a:ext uri="{FF2B5EF4-FFF2-40B4-BE49-F238E27FC236}">
                <a16:creationId xmlns:a16="http://schemas.microsoft.com/office/drawing/2014/main" id="{9BA78B41-E675-0B23-7204-44828971B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9340" y="1670001"/>
            <a:ext cx="1053862" cy="675403"/>
          </a:xfrm>
          <a:prstGeom prst="rect">
            <a:avLst/>
          </a:prstGeom>
          <a:noFill/>
        </p:spPr>
      </p:pic>
      <p:pic>
        <p:nvPicPr>
          <p:cNvPr id="265" name="Picture 7" descr="D:\Users\heven-hen\Desktop\Source files local 1\Photos HighRes (purchesed)\icons\Tech diargam Icons\Cloud-big.png">
            <a:extLst>
              <a:ext uri="{FF2B5EF4-FFF2-40B4-BE49-F238E27FC236}">
                <a16:creationId xmlns:a16="http://schemas.microsoft.com/office/drawing/2014/main" id="{5D959EF0-7032-C83D-9A18-4D8E4DFDC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7974" y="1444953"/>
            <a:ext cx="1053862" cy="675403"/>
          </a:xfrm>
          <a:prstGeom prst="rect">
            <a:avLst/>
          </a:prstGeom>
          <a:noFill/>
        </p:spPr>
      </p:pic>
      <p:pic>
        <p:nvPicPr>
          <p:cNvPr id="264" name="Picture 7" descr="D:\Users\heven-hen\Desktop\Source files local 1\Photos HighRes (purchesed)\icons\Tech diargam Icons\Cloud-big.png">
            <a:extLst>
              <a:ext uri="{FF2B5EF4-FFF2-40B4-BE49-F238E27FC236}">
                <a16:creationId xmlns:a16="http://schemas.microsoft.com/office/drawing/2014/main" id="{3620B8C7-34B1-2D40-7667-C0F61BC99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506" y="1253106"/>
            <a:ext cx="1053862" cy="675403"/>
          </a:xfrm>
          <a:prstGeom prst="rect">
            <a:avLst/>
          </a:prstGeom>
          <a:noFill/>
        </p:spPr>
      </p:pic>
      <p:pic>
        <p:nvPicPr>
          <p:cNvPr id="261" name="Picture 7" descr="D:\Users\heven-hen\Desktop\Source files local 1\Photos HighRes (purchesed)\icons\Tech diargam Icons\Cloud-big.png">
            <a:extLst>
              <a:ext uri="{FF2B5EF4-FFF2-40B4-BE49-F238E27FC236}">
                <a16:creationId xmlns:a16="http://schemas.microsoft.com/office/drawing/2014/main" id="{F840D45B-A36C-DA71-42B8-5A711407F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586" y="619233"/>
            <a:ext cx="1053862" cy="675403"/>
          </a:xfrm>
          <a:prstGeom prst="rect">
            <a:avLst/>
          </a:prstGeom>
          <a:noFill/>
        </p:spPr>
      </p:pic>
      <p:pic>
        <p:nvPicPr>
          <p:cNvPr id="262" name="Picture 7" descr="D:\Users\heven-hen\Desktop\Source files local 1\Photos HighRes (purchesed)\icons\Tech diargam Icons\Cloud-big.png">
            <a:extLst>
              <a:ext uri="{FF2B5EF4-FFF2-40B4-BE49-F238E27FC236}">
                <a16:creationId xmlns:a16="http://schemas.microsoft.com/office/drawing/2014/main" id="{3A93124B-E2F8-5FB1-8BF7-827A79156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871" y="818276"/>
            <a:ext cx="1053862" cy="675403"/>
          </a:xfrm>
          <a:prstGeom prst="rect">
            <a:avLst/>
          </a:prstGeom>
          <a:noFill/>
        </p:spPr>
      </p:pic>
      <p:pic>
        <p:nvPicPr>
          <p:cNvPr id="263" name="Picture 7" descr="D:\Users\heven-hen\Desktop\Source files local 1\Photos HighRes (purchesed)\icons\Tech diargam Icons\Cloud-big.png">
            <a:extLst>
              <a:ext uri="{FF2B5EF4-FFF2-40B4-BE49-F238E27FC236}">
                <a16:creationId xmlns:a16="http://schemas.microsoft.com/office/drawing/2014/main" id="{1087DD26-D25D-A977-27C1-C4B14FFF8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348" y="1053522"/>
            <a:ext cx="1053862" cy="675403"/>
          </a:xfrm>
          <a:prstGeom prst="rect">
            <a:avLst/>
          </a:prstGeom>
          <a:noFill/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02C3C08-6A3E-0A19-2165-1D3EBC7F1FB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0"/>
            <a:ext cx="10780713" cy="98107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400" dirty="0"/>
              <a:t>Side by Side Upgrade Scheme</a:t>
            </a:r>
          </a:p>
        </p:txBody>
      </p:sp>
      <p:pic>
        <p:nvPicPr>
          <p:cNvPr id="32" name="Picture 7" descr="D:\Users\heven-hen\Desktop\Source files local 1\Photos HighRes (purchesed)\icons\Tech diargam Icons\Cloud-big.png">
            <a:extLst>
              <a:ext uri="{FF2B5EF4-FFF2-40B4-BE49-F238E27FC236}">
                <a16:creationId xmlns:a16="http://schemas.microsoft.com/office/drawing/2014/main" id="{318BB00B-A7D4-3780-34A1-9C9E48878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756" y="1928741"/>
            <a:ext cx="1192917" cy="1127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7423321-A9E7-7A12-8478-1F980E2A4884}"/>
              </a:ext>
            </a:extLst>
          </p:cNvPr>
          <p:cNvSpPr txBox="1"/>
          <p:nvPr/>
        </p:nvSpPr>
        <p:spPr>
          <a:xfrm>
            <a:off x="548390" y="2244993"/>
            <a:ext cx="8609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Batelco</a:t>
            </a:r>
            <a:endParaRPr kumimoji="0" lang="en-US" sz="105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34" name="Picture 4">
            <a:extLst>
              <a:ext uri="{FF2B5EF4-FFF2-40B4-BE49-F238E27FC236}">
                <a16:creationId xmlns:a16="http://schemas.microsoft.com/office/drawing/2014/main" id="{B669D0CE-BE4E-367F-1DA2-60CFA2E53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8896" y="1133301"/>
            <a:ext cx="354919" cy="341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7">
            <a:extLst>
              <a:ext uri="{FF2B5EF4-FFF2-40B4-BE49-F238E27FC236}">
                <a16:creationId xmlns:a16="http://schemas.microsoft.com/office/drawing/2014/main" id="{B872B91F-3676-B8B2-83C3-F187E1306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5103" y="1742918"/>
            <a:ext cx="354919" cy="32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8">
            <a:extLst>
              <a:ext uri="{FF2B5EF4-FFF2-40B4-BE49-F238E27FC236}">
                <a16:creationId xmlns:a16="http://schemas.microsoft.com/office/drawing/2014/main" id="{A635BF9C-BB7D-914D-96E9-E6C485BE0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5093" y="746819"/>
            <a:ext cx="354919" cy="323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">
            <a:extLst>
              <a:ext uri="{FF2B5EF4-FFF2-40B4-BE49-F238E27FC236}">
                <a16:creationId xmlns:a16="http://schemas.microsoft.com/office/drawing/2014/main" id="{73513238-0977-60B2-182C-A086CDF01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904" y="1921616"/>
            <a:ext cx="1176695" cy="1121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EED3A96-8F2C-BCEA-875B-FE9FE1ACFC19}"/>
              </a:ext>
            </a:extLst>
          </p:cNvPr>
          <p:cNvSpPr txBox="1"/>
          <p:nvPr/>
        </p:nvSpPr>
        <p:spPr>
          <a:xfrm>
            <a:off x="1752281" y="2251139"/>
            <a:ext cx="8609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Zain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2C44B0-756A-09E5-4C0E-32C41A53BC24}"/>
              </a:ext>
            </a:extLst>
          </p:cNvPr>
          <p:cNvSpPr txBox="1"/>
          <p:nvPr/>
        </p:nvSpPr>
        <p:spPr>
          <a:xfrm>
            <a:off x="757676" y="1177799"/>
            <a:ext cx="860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ISP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WiFi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Offload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D1E766-4F51-ED36-DF22-CD7CB850B0FE}"/>
              </a:ext>
            </a:extLst>
          </p:cNvPr>
          <p:cNvSpPr txBox="1"/>
          <p:nvPr/>
        </p:nvSpPr>
        <p:spPr>
          <a:xfrm>
            <a:off x="764431" y="1504418"/>
            <a:ext cx="860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Mobile CS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2G/3G/4G PS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Mobile VoLTE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WiFi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 offload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C976C7-3B86-B02F-24DC-405B66C0527F}"/>
              </a:ext>
            </a:extLst>
          </p:cNvPr>
          <p:cNvSpPr txBox="1"/>
          <p:nvPr/>
        </p:nvSpPr>
        <p:spPr>
          <a:xfrm>
            <a:off x="749592" y="867989"/>
            <a:ext cx="8609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PSTN</a:t>
            </a:r>
          </a:p>
        </p:txBody>
      </p:sp>
      <p:pic>
        <p:nvPicPr>
          <p:cNvPr id="42" name="Picture 7">
            <a:extLst>
              <a:ext uri="{FF2B5EF4-FFF2-40B4-BE49-F238E27FC236}">
                <a16:creationId xmlns:a16="http://schemas.microsoft.com/office/drawing/2014/main" id="{EDD6318B-F99B-4CAE-0292-52D95182F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18139" y="1745752"/>
            <a:ext cx="354919" cy="32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D403A32-AC88-A2AF-7182-BFC4F5F1AAD2}"/>
              </a:ext>
            </a:extLst>
          </p:cNvPr>
          <p:cNvSpPr txBox="1"/>
          <p:nvPr/>
        </p:nvSpPr>
        <p:spPr>
          <a:xfrm>
            <a:off x="1976309" y="1366907"/>
            <a:ext cx="86096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Mobile CS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2G/3G/4G PS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Mobile VoLTE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Fixed VoIP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SIP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Trunking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44" name="Picture 3">
            <a:extLst>
              <a:ext uri="{FF2B5EF4-FFF2-40B4-BE49-F238E27FC236}">
                <a16:creationId xmlns:a16="http://schemas.microsoft.com/office/drawing/2014/main" id="{64DD301C-90EC-24A7-8BCD-769C34FBD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163" y="1922160"/>
            <a:ext cx="1176695" cy="1121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3724277-9E9B-ECED-EC31-576C04588457}"/>
              </a:ext>
            </a:extLst>
          </p:cNvPr>
          <p:cNvSpPr txBox="1"/>
          <p:nvPr/>
        </p:nvSpPr>
        <p:spPr>
          <a:xfrm>
            <a:off x="2961198" y="2256818"/>
            <a:ext cx="8609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STC</a:t>
            </a:r>
          </a:p>
        </p:txBody>
      </p:sp>
      <p:pic>
        <p:nvPicPr>
          <p:cNvPr id="46" name="Picture 7">
            <a:extLst>
              <a:ext uri="{FF2B5EF4-FFF2-40B4-BE49-F238E27FC236}">
                <a16:creationId xmlns:a16="http://schemas.microsoft.com/office/drawing/2014/main" id="{8C17CF94-BF8B-A63F-7DDF-DCA7B968F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80010" y="1744761"/>
            <a:ext cx="354919" cy="32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823D7D70-00B3-350C-1C7F-7A2E61B6F832}"/>
              </a:ext>
            </a:extLst>
          </p:cNvPr>
          <p:cNvSpPr txBox="1"/>
          <p:nvPr/>
        </p:nvSpPr>
        <p:spPr>
          <a:xfrm>
            <a:off x="3089004" y="1182896"/>
            <a:ext cx="860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Mobile CS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2G/3G/4G PS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Mobile VoLTE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Fixed VoIP  SIP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Trunking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WiFi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 offload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98CFB8-3CAE-487A-BFF1-4AF275161CDF}"/>
              </a:ext>
            </a:extLst>
          </p:cNvPr>
          <p:cNvSpPr txBox="1"/>
          <p:nvPr/>
        </p:nvSpPr>
        <p:spPr>
          <a:xfrm>
            <a:off x="4769238" y="944468"/>
            <a:ext cx="860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Infonnas</a:t>
            </a:r>
            <a:endParaRPr kumimoji="0" lang="en-US" sz="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00BEA9-1A55-A5F4-DF8F-1CCCAC64A749}"/>
              </a:ext>
            </a:extLst>
          </p:cNvPr>
          <p:cNvSpPr txBox="1"/>
          <p:nvPr/>
        </p:nvSpPr>
        <p:spPr>
          <a:xfrm>
            <a:off x="4653303" y="735825"/>
            <a:ext cx="99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Etisalcom</a:t>
            </a:r>
            <a:endParaRPr kumimoji="0" lang="en-US" sz="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129EFB-1F82-4999-5544-B2B51FFD9CC4}"/>
              </a:ext>
            </a:extLst>
          </p:cNvPr>
          <p:cNvSpPr txBox="1"/>
          <p:nvPr/>
        </p:nvSpPr>
        <p:spPr>
          <a:xfrm>
            <a:off x="4929030" y="1178288"/>
            <a:ext cx="99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Neutel</a:t>
            </a:r>
            <a:endParaRPr kumimoji="0" lang="en-US" sz="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DAFF2A-97C8-4991-0694-23A955E9DA96}"/>
              </a:ext>
            </a:extLst>
          </p:cNvPr>
          <p:cNvSpPr txBox="1"/>
          <p:nvPr/>
        </p:nvSpPr>
        <p:spPr>
          <a:xfrm>
            <a:off x="4471709" y="531210"/>
            <a:ext cx="99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Rapid Telecom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22E2DF-0C83-9513-A953-EE44E7C108AD}"/>
              </a:ext>
            </a:extLst>
          </p:cNvPr>
          <p:cNvSpPr txBox="1"/>
          <p:nvPr/>
        </p:nvSpPr>
        <p:spPr>
          <a:xfrm>
            <a:off x="5159559" y="1542261"/>
            <a:ext cx="4611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BIX</a:t>
            </a:r>
            <a:endParaRPr kumimoji="0" lang="en-US" sz="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BD1D5B-3C8A-5634-5C07-B33A05CAA43A}"/>
              </a:ext>
            </a:extLst>
          </p:cNvPr>
          <p:cNvSpPr txBox="1"/>
          <p:nvPr/>
        </p:nvSpPr>
        <p:spPr>
          <a:xfrm>
            <a:off x="5240772" y="1932724"/>
            <a:ext cx="99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Kalaam</a:t>
            </a:r>
            <a:endParaRPr kumimoji="0" lang="en-US" sz="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48B2F8-EA0D-A5E0-703B-B858757E1F66}"/>
              </a:ext>
            </a:extLst>
          </p:cNvPr>
          <p:cNvSpPr txBox="1"/>
          <p:nvPr/>
        </p:nvSpPr>
        <p:spPr>
          <a:xfrm>
            <a:off x="5281623" y="2186825"/>
            <a:ext cx="99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North star</a:t>
            </a:r>
            <a:endParaRPr kumimoji="0" lang="en-US" sz="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8D413E-31C7-6734-6546-31B37AEF79E9}"/>
              </a:ext>
            </a:extLst>
          </p:cNvPr>
          <p:cNvSpPr txBox="1"/>
          <p:nvPr/>
        </p:nvSpPr>
        <p:spPr>
          <a:xfrm>
            <a:off x="5108126" y="1737010"/>
            <a:ext cx="9963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Viacloud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63" name="Picture 4">
            <a:extLst>
              <a:ext uri="{FF2B5EF4-FFF2-40B4-BE49-F238E27FC236}">
                <a16:creationId xmlns:a16="http://schemas.microsoft.com/office/drawing/2014/main" id="{A295BA11-CA74-D8EF-3569-99193AFD6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88519" y="1503829"/>
            <a:ext cx="354919" cy="341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31E9DFE1-DC75-276E-FCED-D88D0CF12158}"/>
              </a:ext>
            </a:extLst>
          </p:cNvPr>
          <p:cNvSpPr txBox="1"/>
          <p:nvPr/>
        </p:nvSpPr>
        <p:spPr>
          <a:xfrm>
            <a:off x="4372934" y="1914453"/>
            <a:ext cx="8609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ISPs</a:t>
            </a:r>
          </a:p>
        </p:txBody>
      </p:sp>
      <p:pic>
        <p:nvPicPr>
          <p:cNvPr id="65" name="Picture 64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5B312BD5-5A34-9F16-755C-9A672E984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147" y="2491002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65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AC01D758-6128-2FA6-A2C5-ABDF1CF75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41" y="2631759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3DCBB57A-9666-D98D-4B67-E97601DF7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147" y="2755822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67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1BC58295-2502-EA23-E46D-20EA2B858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494" y="2508888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68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30E29207-2F35-C19B-F07B-B339B678F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400" y="2632953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B04EF1A3-19E2-EB04-5C17-BA2FB53E8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307" y="2757016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70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D9094A03-4E91-5341-EF86-AC11C7888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374" y="2508888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71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79F773BD-8AB6-A16F-4A2F-27DB5E89F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280" y="2632953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72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3CBF4DC3-4395-1DDD-EEC9-783993371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6187" y="2757016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73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10BE788B-67AB-4A22-EBB9-4FF5D75EF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944" y="2500410"/>
            <a:ext cx="598300" cy="123170"/>
          </a:xfrm>
          <a:prstGeom prst="rect">
            <a:avLst/>
          </a:prstGeom>
          <a:noFill/>
        </p:spPr>
      </p:pic>
      <p:pic>
        <p:nvPicPr>
          <p:cNvPr id="75" name="Picture 74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A193DD2A-CA60-8168-88FD-5B8AF3DAE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1850" y="2624473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75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6949812B-EDAE-C324-2CD3-89FAFC6FD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758" y="2748536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ED20F1ED-1A4B-3656-1EC5-9BDC380DE0EA}"/>
              </a:ext>
            </a:extLst>
          </p:cNvPr>
          <p:cNvSpPr/>
          <p:nvPr/>
        </p:nvSpPr>
        <p:spPr>
          <a:xfrm>
            <a:off x="416983" y="3317306"/>
            <a:ext cx="5495842" cy="3175253"/>
          </a:xfrm>
          <a:prstGeom prst="rect">
            <a:avLst/>
          </a:prstGeom>
          <a:solidFill>
            <a:srgbClr val="495965">
              <a:lumMod val="60000"/>
              <a:lumOff val="40000"/>
              <a:alpha val="25000"/>
            </a:srgbClr>
          </a:solidFill>
          <a:effectLst>
            <a:outerShdw blurRad="165100" dist="38100" dir="8100000" algn="tr" rotWithShape="0">
              <a:prstClr val="black">
                <a:alpha val="15000"/>
              </a:prstClr>
            </a:outerShdw>
          </a:effectLst>
        </p:spPr>
        <p:txBody>
          <a:bodyPr wrap="square" lIns="51435" tIns="25718" rIns="51435" bIns="25718" anchor="ctr" anchorCtr="0"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4EF0FB3-6E4E-7DCA-41D4-799E647931FA}"/>
              </a:ext>
            </a:extLst>
          </p:cNvPr>
          <p:cNvSpPr/>
          <p:nvPr/>
        </p:nvSpPr>
        <p:spPr>
          <a:xfrm>
            <a:off x="505637" y="5685596"/>
            <a:ext cx="1092488" cy="545150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Vantage X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Monitoring Center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5EA44B1-BCC1-E2E2-E818-FB8BBE34D38B}"/>
              </a:ext>
            </a:extLst>
          </p:cNvPr>
          <p:cNvSpPr/>
          <p:nvPr/>
        </p:nvSpPr>
        <p:spPr>
          <a:xfrm>
            <a:off x="2834727" y="5036587"/>
            <a:ext cx="904761" cy="15313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srgbClr val="0072B8"/>
                </a:solidFill>
                <a:effectLst/>
                <a:uLnTx/>
                <a:uFillTx/>
                <a:latin typeface="Calibri" panose="020F0502020204030204"/>
              </a:rPr>
              <a:t>Decoding 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A81A245-90F2-CB78-A046-9618EF351437}"/>
              </a:ext>
            </a:extLst>
          </p:cNvPr>
          <p:cNvSpPr/>
          <p:nvPr/>
        </p:nvSpPr>
        <p:spPr>
          <a:xfrm>
            <a:off x="559618" y="4906444"/>
            <a:ext cx="5210568" cy="691322"/>
          </a:xfrm>
          <a:prstGeom prst="rect">
            <a:avLst/>
          </a:prstGeom>
          <a:solidFill>
            <a:srgbClr val="495965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739FF5C-6330-BFB6-D39A-549A2738515B}"/>
              </a:ext>
            </a:extLst>
          </p:cNvPr>
          <p:cNvSpPr/>
          <p:nvPr/>
        </p:nvSpPr>
        <p:spPr>
          <a:xfrm>
            <a:off x="4793591" y="5755704"/>
            <a:ext cx="819325" cy="364889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Health Monitoring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99A4D58-B38D-B5A1-F2B4-AE85E2F378C2}"/>
              </a:ext>
            </a:extLst>
          </p:cNvPr>
          <p:cNvSpPr/>
          <p:nvPr/>
        </p:nvSpPr>
        <p:spPr>
          <a:xfrm>
            <a:off x="2714184" y="6126537"/>
            <a:ext cx="559366" cy="18580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Operators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8C5177D-4726-328C-A423-895798D64AEC}"/>
              </a:ext>
            </a:extLst>
          </p:cNvPr>
          <p:cNvSpPr/>
          <p:nvPr/>
        </p:nvSpPr>
        <p:spPr>
          <a:xfrm>
            <a:off x="1749782" y="6127534"/>
            <a:ext cx="577494" cy="18580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Analysts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B715026-BE16-C58D-8097-C7B82B592865}"/>
              </a:ext>
            </a:extLst>
          </p:cNvPr>
          <p:cNvSpPr/>
          <p:nvPr/>
        </p:nvSpPr>
        <p:spPr>
          <a:xfrm>
            <a:off x="3603551" y="6128852"/>
            <a:ext cx="912330" cy="18580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Administrators</a:t>
            </a:r>
          </a:p>
        </p:txBody>
      </p:sp>
      <p:sp>
        <p:nvSpPr>
          <p:cNvPr id="85" name="מלבן 178">
            <a:extLst>
              <a:ext uri="{FF2B5EF4-FFF2-40B4-BE49-F238E27FC236}">
                <a16:creationId xmlns:a16="http://schemas.microsoft.com/office/drawing/2014/main" id="{D854A98B-4429-09F1-C17F-CA5A8D1A32E5}"/>
              </a:ext>
            </a:extLst>
          </p:cNvPr>
          <p:cNvSpPr/>
          <p:nvPr/>
        </p:nvSpPr>
        <p:spPr>
          <a:xfrm>
            <a:off x="1431097" y="6082042"/>
            <a:ext cx="2989060" cy="14893"/>
          </a:xfrm>
          <a:prstGeom prst="rect">
            <a:avLst/>
          </a:prstGeom>
          <a:solidFill>
            <a:srgbClr val="495965">
              <a:lumMod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86" name="מלבן מעוגל 163">
            <a:extLst>
              <a:ext uri="{FF2B5EF4-FFF2-40B4-BE49-F238E27FC236}">
                <a16:creationId xmlns:a16="http://schemas.microsoft.com/office/drawing/2014/main" id="{2A9BD78C-F147-A8EB-CA45-77C672CB29BB}"/>
              </a:ext>
            </a:extLst>
          </p:cNvPr>
          <p:cNvSpPr/>
          <p:nvPr/>
        </p:nvSpPr>
        <p:spPr>
          <a:xfrm>
            <a:off x="3575078" y="5720946"/>
            <a:ext cx="585516" cy="278993"/>
          </a:xfrm>
          <a:prstGeom prst="roundRect">
            <a:avLst>
              <a:gd name="adj" fmla="val 4492"/>
            </a:avLst>
          </a:prstGeom>
          <a:solidFill>
            <a:srgbClr val="182A38">
              <a:lumMod val="50000"/>
              <a:lumOff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7" name="קבוצה 132">
            <a:extLst>
              <a:ext uri="{FF2B5EF4-FFF2-40B4-BE49-F238E27FC236}">
                <a16:creationId xmlns:a16="http://schemas.microsoft.com/office/drawing/2014/main" id="{A7BDE12B-8E17-DB86-AAA7-58AF93AD84CC}"/>
              </a:ext>
            </a:extLst>
          </p:cNvPr>
          <p:cNvGrpSpPr/>
          <p:nvPr/>
        </p:nvGrpSpPr>
        <p:grpSpPr>
          <a:xfrm>
            <a:off x="3558119" y="5705224"/>
            <a:ext cx="852709" cy="426739"/>
            <a:chOff x="5028891" y="2501071"/>
            <a:chExt cx="2263018" cy="1441011"/>
          </a:xfrm>
        </p:grpSpPr>
        <p:grpSp>
          <p:nvGrpSpPr>
            <p:cNvPr id="169" name="קבוצה 133">
              <a:extLst>
                <a:ext uri="{FF2B5EF4-FFF2-40B4-BE49-F238E27FC236}">
                  <a16:creationId xmlns:a16="http://schemas.microsoft.com/office/drawing/2014/main" id="{C61B7417-96FF-F190-4629-7C1CCBD973F7}"/>
                </a:ext>
              </a:extLst>
            </p:cNvPr>
            <p:cNvGrpSpPr/>
            <p:nvPr/>
          </p:nvGrpSpPr>
          <p:grpSpPr>
            <a:xfrm>
              <a:off x="5028891" y="2501071"/>
              <a:ext cx="1648128" cy="1242410"/>
              <a:chOff x="685800" y="2175862"/>
              <a:chExt cx="3886200" cy="2929538"/>
            </a:xfrm>
            <a:solidFill>
              <a:srgbClr val="495965">
                <a:lumMod val="25000"/>
              </a:srgbClr>
            </a:solidFill>
          </p:grpSpPr>
          <p:sp>
            <p:nvSpPr>
              <p:cNvPr id="171" name="Freeform 7">
                <a:extLst>
                  <a:ext uri="{FF2B5EF4-FFF2-40B4-BE49-F238E27FC236}">
                    <a16:creationId xmlns:a16="http://schemas.microsoft.com/office/drawing/2014/main" id="{6CC240AA-F26E-DA15-260C-A64E295D4C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5800" y="2175862"/>
                <a:ext cx="3886200" cy="2375813"/>
              </a:xfrm>
              <a:custGeom>
                <a:avLst/>
                <a:gdLst>
                  <a:gd name="T0" fmla="*/ 679 w 717"/>
                  <a:gd name="T1" fmla="*/ 425 h 425"/>
                  <a:gd name="T2" fmla="*/ 37 w 717"/>
                  <a:gd name="T3" fmla="*/ 425 h 425"/>
                  <a:gd name="T4" fmla="*/ 0 w 717"/>
                  <a:gd name="T5" fmla="*/ 388 h 425"/>
                  <a:gd name="T6" fmla="*/ 0 w 717"/>
                  <a:gd name="T7" fmla="*/ 38 h 425"/>
                  <a:gd name="T8" fmla="*/ 37 w 717"/>
                  <a:gd name="T9" fmla="*/ 0 h 425"/>
                  <a:gd name="T10" fmla="*/ 679 w 717"/>
                  <a:gd name="T11" fmla="*/ 0 h 425"/>
                  <a:gd name="T12" fmla="*/ 717 w 717"/>
                  <a:gd name="T13" fmla="*/ 38 h 425"/>
                  <a:gd name="T14" fmla="*/ 717 w 717"/>
                  <a:gd name="T15" fmla="*/ 388 h 425"/>
                  <a:gd name="T16" fmla="*/ 679 w 717"/>
                  <a:gd name="T17" fmla="*/ 425 h 425"/>
                  <a:gd name="T18" fmla="*/ 37 w 717"/>
                  <a:gd name="T19" fmla="*/ 23 h 425"/>
                  <a:gd name="T20" fmla="*/ 23 w 717"/>
                  <a:gd name="T21" fmla="*/ 38 h 425"/>
                  <a:gd name="T22" fmla="*/ 23 w 717"/>
                  <a:gd name="T23" fmla="*/ 388 h 425"/>
                  <a:gd name="T24" fmla="*/ 37 w 717"/>
                  <a:gd name="T25" fmla="*/ 402 h 425"/>
                  <a:gd name="T26" fmla="*/ 679 w 717"/>
                  <a:gd name="T27" fmla="*/ 402 h 425"/>
                  <a:gd name="T28" fmla="*/ 694 w 717"/>
                  <a:gd name="T29" fmla="*/ 388 h 425"/>
                  <a:gd name="T30" fmla="*/ 694 w 717"/>
                  <a:gd name="T31" fmla="*/ 38 h 425"/>
                  <a:gd name="T32" fmla="*/ 679 w 717"/>
                  <a:gd name="T33" fmla="*/ 23 h 425"/>
                  <a:gd name="T34" fmla="*/ 37 w 717"/>
                  <a:gd name="T35" fmla="*/ 23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17" h="425">
                    <a:moveTo>
                      <a:pt x="679" y="425"/>
                    </a:moveTo>
                    <a:cubicBezTo>
                      <a:pt x="37" y="425"/>
                      <a:pt x="37" y="425"/>
                      <a:pt x="37" y="425"/>
                    </a:cubicBezTo>
                    <a:cubicBezTo>
                      <a:pt x="17" y="425"/>
                      <a:pt x="0" y="408"/>
                      <a:pt x="0" y="38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17"/>
                      <a:pt x="17" y="0"/>
                      <a:pt x="37" y="0"/>
                    </a:cubicBezTo>
                    <a:cubicBezTo>
                      <a:pt x="679" y="0"/>
                      <a:pt x="679" y="0"/>
                      <a:pt x="679" y="0"/>
                    </a:cubicBezTo>
                    <a:cubicBezTo>
                      <a:pt x="700" y="0"/>
                      <a:pt x="717" y="17"/>
                      <a:pt x="717" y="38"/>
                    </a:cubicBezTo>
                    <a:cubicBezTo>
                      <a:pt x="717" y="388"/>
                      <a:pt x="717" y="388"/>
                      <a:pt x="717" y="388"/>
                    </a:cubicBezTo>
                    <a:cubicBezTo>
                      <a:pt x="717" y="408"/>
                      <a:pt x="700" y="425"/>
                      <a:pt x="679" y="425"/>
                    </a:cubicBezTo>
                    <a:close/>
                    <a:moveTo>
                      <a:pt x="37" y="23"/>
                    </a:moveTo>
                    <a:cubicBezTo>
                      <a:pt x="29" y="23"/>
                      <a:pt x="23" y="30"/>
                      <a:pt x="23" y="38"/>
                    </a:cubicBezTo>
                    <a:cubicBezTo>
                      <a:pt x="23" y="388"/>
                      <a:pt x="23" y="388"/>
                      <a:pt x="23" y="388"/>
                    </a:cubicBezTo>
                    <a:cubicBezTo>
                      <a:pt x="23" y="396"/>
                      <a:pt x="29" y="402"/>
                      <a:pt x="37" y="402"/>
                    </a:cubicBezTo>
                    <a:cubicBezTo>
                      <a:pt x="679" y="402"/>
                      <a:pt x="679" y="402"/>
                      <a:pt x="679" y="402"/>
                    </a:cubicBezTo>
                    <a:cubicBezTo>
                      <a:pt x="687" y="402"/>
                      <a:pt x="694" y="396"/>
                      <a:pt x="694" y="388"/>
                    </a:cubicBezTo>
                    <a:cubicBezTo>
                      <a:pt x="694" y="38"/>
                      <a:pt x="694" y="38"/>
                      <a:pt x="694" y="38"/>
                    </a:cubicBezTo>
                    <a:cubicBezTo>
                      <a:pt x="694" y="30"/>
                      <a:pt x="687" y="23"/>
                      <a:pt x="679" y="23"/>
                    </a:cubicBezTo>
                    <a:lnTo>
                      <a:pt x="37" y="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72" name="Freeform 8">
                <a:extLst>
                  <a:ext uri="{FF2B5EF4-FFF2-40B4-BE49-F238E27FC236}">
                    <a16:creationId xmlns:a16="http://schemas.microsoft.com/office/drawing/2014/main" id="{5EEDAC67-22A7-D3F4-4A48-D4CE2F869D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4022" y="4490150"/>
                <a:ext cx="1036932" cy="615250"/>
              </a:xfrm>
              <a:custGeom>
                <a:avLst/>
                <a:gdLst>
                  <a:gd name="T0" fmla="*/ 168 w 191"/>
                  <a:gd name="T1" fmla="*/ 75 h 110"/>
                  <a:gd name="T2" fmla="*/ 152 w 191"/>
                  <a:gd name="T3" fmla="*/ 75 h 110"/>
                  <a:gd name="T4" fmla="*/ 152 w 191"/>
                  <a:gd name="T5" fmla="*/ 0 h 110"/>
                  <a:gd name="T6" fmla="*/ 39 w 191"/>
                  <a:gd name="T7" fmla="*/ 0 h 110"/>
                  <a:gd name="T8" fmla="*/ 39 w 191"/>
                  <a:gd name="T9" fmla="*/ 75 h 110"/>
                  <a:gd name="T10" fmla="*/ 23 w 191"/>
                  <a:gd name="T11" fmla="*/ 75 h 110"/>
                  <a:gd name="T12" fmla="*/ 0 w 191"/>
                  <a:gd name="T13" fmla="*/ 99 h 110"/>
                  <a:gd name="T14" fmla="*/ 0 w 191"/>
                  <a:gd name="T15" fmla="*/ 110 h 110"/>
                  <a:gd name="T16" fmla="*/ 191 w 191"/>
                  <a:gd name="T17" fmla="*/ 110 h 110"/>
                  <a:gd name="T18" fmla="*/ 191 w 191"/>
                  <a:gd name="T19" fmla="*/ 99 h 110"/>
                  <a:gd name="T20" fmla="*/ 168 w 191"/>
                  <a:gd name="T21" fmla="*/ 75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1" h="110">
                    <a:moveTo>
                      <a:pt x="168" y="75"/>
                    </a:moveTo>
                    <a:cubicBezTo>
                      <a:pt x="152" y="75"/>
                      <a:pt x="152" y="75"/>
                      <a:pt x="152" y="75"/>
                    </a:cubicBezTo>
                    <a:cubicBezTo>
                      <a:pt x="152" y="0"/>
                      <a:pt x="152" y="0"/>
                      <a:pt x="152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75"/>
                      <a:pt x="39" y="75"/>
                      <a:pt x="39" y="75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10" y="75"/>
                      <a:pt x="0" y="86"/>
                      <a:pt x="0" y="9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191" y="110"/>
                      <a:pt x="191" y="110"/>
                      <a:pt x="191" y="110"/>
                    </a:cubicBezTo>
                    <a:cubicBezTo>
                      <a:pt x="191" y="99"/>
                      <a:pt x="191" y="99"/>
                      <a:pt x="191" y="99"/>
                    </a:cubicBezTo>
                    <a:cubicBezTo>
                      <a:pt x="191" y="86"/>
                      <a:pt x="181" y="75"/>
                      <a:pt x="168" y="7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>
                <a:reflection blurRad="6350" stA="30000" endPos="16000" dir="5400000" sy="-100000" algn="bl" rotWithShape="0"/>
              </a:effec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170" name="Freeform 237">
              <a:extLst>
                <a:ext uri="{FF2B5EF4-FFF2-40B4-BE49-F238E27FC236}">
                  <a16:creationId xmlns:a16="http://schemas.microsoft.com/office/drawing/2014/main" id="{5F42C5AC-01BE-D9CE-26B7-2680DA23DFC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877801" y="2575431"/>
              <a:ext cx="1414108" cy="1366651"/>
            </a:xfrm>
            <a:custGeom>
              <a:avLst/>
              <a:gdLst>
                <a:gd name="T0" fmla="*/ 78 w 124"/>
                <a:gd name="T1" fmla="*/ 84 h 120"/>
                <a:gd name="T2" fmla="*/ 75 w 124"/>
                <a:gd name="T3" fmla="*/ 75 h 120"/>
                <a:gd name="T4" fmla="*/ 86 w 124"/>
                <a:gd name="T5" fmla="*/ 54 h 120"/>
                <a:gd name="T6" fmla="*/ 89 w 124"/>
                <a:gd name="T7" fmla="*/ 37 h 120"/>
                <a:gd name="T8" fmla="*/ 62 w 124"/>
                <a:gd name="T9" fmla="*/ 0 h 120"/>
                <a:gd name="T10" fmla="*/ 36 w 124"/>
                <a:gd name="T11" fmla="*/ 37 h 120"/>
                <a:gd name="T12" fmla="*/ 39 w 124"/>
                <a:gd name="T13" fmla="*/ 54 h 120"/>
                <a:gd name="T14" fmla="*/ 50 w 124"/>
                <a:gd name="T15" fmla="*/ 75 h 120"/>
                <a:gd name="T16" fmla="*/ 47 w 124"/>
                <a:gd name="T17" fmla="*/ 84 h 120"/>
                <a:gd name="T18" fmla="*/ 0 w 124"/>
                <a:gd name="T19" fmla="*/ 120 h 120"/>
                <a:gd name="T20" fmla="*/ 62 w 124"/>
                <a:gd name="T21" fmla="*/ 120 h 120"/>
                <a:gd name="T22" fmla="*/ 124 w 124"/>
                <a:gd name="T23" fmla="*/ 120 h 120"/>
                <a:gd name="T24" fmla="*/ 78 w 124"/>
                <a:gd name="T25" fmla="*/ 84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" h="120">
                  <a:moveTo>
                    <a:pt x="78" y="84"/>
                  </a:moveTo>
                  <a:cubicBezTo>
                    <a:pt x="75" y="84"/>
                    <a:pt x="75" y="75"/>
                    <a:pt x="75" y="75"/>
                  </a:cubicBezTo>
                  <a:cubicBezTo>
                    <a:pt x="75" y="75"/>
                    <a:pt x="84" y="66"/>
                    <a:pt x="86" y="54"/>
                  </a:cubicBezTo>
                  <a:cubicBezTo>
                    <a:pt x="91" y="54"/>
                    <a:pt x="94" y="41"/>
                    <a:pt x="89" y="37"/>
                  </a:cubicBezTo>
                  <a:cubicBezTo>
                    <a:pt x="89" y="32"/>
                    <a:pt x="96" y="0"/>
                    <a:pt x="62" y="0"/>
                  </a:cubicBezTo>
                  <a:cubicBezTo>
                    <a:pt x="29" y="0"/>
                    <a:pt x="36" y="32"/>
                    <a:pt x="36" y="37"/>
                  </a:cubicBezTo>
                  <a:cubicBezTo>
                    <a:pt x="31" y="41"/>
                    <a:pt x="34" y="54"/>
                    <a:pt x="39" y="54"/>
                  </a:cubicBezTo>
                  <a:cubicBezTo>
                    <a:pt x="41" y="66"/>
                    <a:pt x="50" y="75"/>
                    <a:pt x="50" y="75"/>
                  </a:cubicBezTo>
                  <a:cubicBezTo>
                    <a:pt x="50" y="75"/>
                    <a:pt x="50" y="84"/>
                    <a:pt x="47" y="84"/>
                  </a:cubicBezTo>
                  <a:cubicBezTo>
                    <a:pt x="37" y="86"/>
                    <a:pt x="0" y="102"/>
                    <a:pt x="0" y="120"/>
                  </a:cubicBezTo>
                  <a:cubicBezTo>
                    <a:pt x="62" y="120"/>
                    <a:pt x="62" y="120"/>
                    <a:pt x="62" y="120"/>
                  </a:cubicBezTo>
                  <a:cubicBezTo>
                    <a:pt x="124" y="120"/>
                    <a:pt x="124" y="120"/>
                    <a:pt x="124" y="120"/>
                  </a:cubicBezTo>
                  <a:cubicBezTo>
                    <a:pt x="124" y="102"/>
                    <a:pt x="88" y="86"/>
                    <a:pt x="78" y="84"/>
                  </a:cubicBezTo>
                </a:path>
              </a:pathLst>
            </a:custGeom>
            <a:solidFill>
              <a:srgbClr val="495965">
                <a:lumMod val="25000"/>
              </a:srgbClr>
            </a:solidFill>
            <a:ln w="28575">
              <a:solidFill>
                <a:sysClr val="window" lastClr="FFFFFF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A0351C2-AC8A-CAAD-92E3-48A21183D523}"/>
              </a:ext>
            </a:extLst>
          </p:cNvPr>
          <p:cNvGrpSpPr/>
          <p:nvPr/>
        </p:nvGrpSpPr>
        <p:grpSpPr>
          <a:xfrm>
            <a:off x="1573685" y="5716613"/>
            <a:ext cx="2404226" cy="427070"/>
            <a:chOff x="3017672" y="5342643"/>
            <a:chExt cx="3733298" cy="699485"/>
          </a:xfrm>
        </p:grpSpPr>
        <p:sp>
          <p:nvSpPr>
            <p:cNvPr id="161" name="מלבן מעוגל 162">
              <a:extLst>
                <a:ext uri="{FF2B5EF4-FFF2-40B4-BE49-F238E27FC236}">
                  <a16:creationId xmlns:a16="http://schemas.microsoft.com/office/drawing/2014/main" id="{1B494335-B99D-32B4-9987-B9F7944AC606}"/>
                </a:ext>
              </a:extLst>
            </p:cNvPr>
            <p:cNvSpPr/>
            <p:nvPr/>
          </p:nvSpPr>
          <p:spPr>
            <a:xfrm>
              <a:off x="3029912" y="5342643"/>
              <a:ext cx="964320" cy="471397"/>
            </a:xfrm>
            <a:prstGeom prst="roundRect">
              <a:avLst>
                <a:gd name="adj" fmla="val 14864"/>
              </a:avLst>
            </a:prstGeom>
            <a:solidFill>
              <a:srgbClr val="182A38">
                <a:lumMod val="50000"/>
                <a:lumOff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1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F351369B-5986-D8D9-9D73-F97F6BC95B3F}"/>
                </a:ext>
              </a:extLst>
            </p:cNvPr>
            <p:cNvGrpSpPr/>
            <p:nvPr/>
          </p:nvGrpSpPr>
          <p:grpSpPr>
            <a:xfrm>
              <a:off x="3017672" y="5343185"/>
              <a:ext cx="3733298" cy="698943"/>
              <a:chOff x="3019096" y="5338363"/>
              <a:chExt cx="3733298" cy="698943"/>
            </a:xfrm>
          </p:grpSpPr>
          <p:grpSp>
            <p:nvGrpSpPr>
              <p:cNvPr id="163" name="קבוצה 127">
                <a:extLst>
                  <a:ext uri="{FF2B5EF4-FFF2-40B4-BE49-F238E27FC236}">
                    <a16:creationId xmlns:a16="http://schemas.microsoft.com/office/drawing/2014/main" id="{AE49018E-F1DE-835D-68B8-41C210BB81F8}"/>
                  </a:ext>
                </a:extLst>
              </p:cNvPr>
              <p:cNvGrpSpPr/>
              <p:nvPr/>
            </p:nvGrpSpPr>
            <p:grpSpPr>
              <a:xfrm>
                <a:off x="3019096" y="5338363"/>
                <a:ext cx="1324092" cy="698943"/>
                <a:chOff x="5028891" y="2501071"/>
                <a:chExt cx="2263018" cy="1441011"/>
              </a:xfrm>
            </p:grpSpPr>
            <p:grpSp>
              <p:nvGrpSpPr>
                <p:cNvPr id="165" name="קבוצה 128">
                  <a:extLst>
                    <a:ext uri="{FF2B5EF4-FFF2-40B4-BE49-F238E27FC236}">
                      <a16:creationId xmlns:a16="http://schemas.microsoft.com/office/drawing/2014/main" id="{BAF74F36-5B57-23B5-7493-DC443D0FF89A}"/>
                    </a:ext>
                  </a:extLst>
                </p:cNvPr>
                <p:cNvGrpSpPr/>
                <p:nvPr/>
              </p:nvGrpSpPr>
              <p:grpSpPr>
                <a:xfrm>
                  <a:off x="5028891" y="2501071"/>
                  <a:ext cx="1648128" cy="1242410"/>
                  <a:chOff x="685800" y="2175862"/>
                  <a:chExt cx="3886200" cy="2929538"/>
                </a:xfrm>
                <a:solidFill>
                  <a:srgbClr val="495965">
                    <a:lumMod val="25000"/>
                  </a:srgbClr>
                </a:solidFill>
              </p:grpSpPr>
              <p:sp>
                <p:nvSpPr>
                  <p:cNvPr id="167" name="Freeform 7">
                    <a:extLst>
                      <a:ext uri="{FF2B5EF4-FFF2-40B4-BE49-F238E27FC236}">
                        <a16:creationId xmlns:a16="http://schemas.microsoft.com/office/drawing/2014/main" id="{A69BE1A4-0841-63FA-67F8-43F9944862A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85800" y="2175862"/>
                    <a:ext cx="3886200" cy="2375813"/>
                  </a:xfrm>
                  <a:custGeom>
                    <a:avLst/>
                    <a:gdLst>
                      <a:gd name="T0" fmla="*/ 679 w 717"/>
                      <a:gd name="T1" fmla="*/ 425 h 425"/>
                      <a:gd name="T2" fmla="*/ 37 w 717"/>
                      <a:gd name="T3" fmla="*/ 425 h 425"/>
                      <a:gd name="T4" fmla="*/ 0 w 717"/>
                      <a:gd name="T5" fmla="*/ 388 h 425"/>
                      <a:gd name="T6" fmla="*/ 0 w 717"/>
                      <a:gd name="T7" fmla="*/ 38 h 425"/>
                      <a:gd name="T8" fmla="*/ 37 w 717"/>
                      <a:gd name="T9" fmla="*/ 0 h 425"/>
                      <a:gd name="T10" fmla="*/ 679 w 717"/>
                      <a:gd name="T11" fmla="*/ 0 h 425"/>
                      <a:gd name="T12" fmla="*/ 717 w 717"/>
                      <a:gd name="T13" fmla="*/ 38 h 425"/>
                      <a:gd name="T14" fmla="*/ 717 w 717"/>
                      <a:gd name="T15" fmla="*/ 388 h 425"/>
                      <a:gd name="T16" fmla="*/ 679 w 717"/>
                      <a:gd name="T17" fmla="*/ 425 h 425"/>
                      <a:gd name="T18" fmla="*/ 37 w 717"/>
                      <a:gd name="T19" fmla="*/ 23 h 425"/>
                      <a:gd name="T20" fmla="*/ 23 w 717"/>
                      <a:gd name="T21" fmla="*/ 38 h 425"/>
                      <a:gd name="T22" fmla="*/ 23 w 717"/>
                      <a:gd name="T23" fmla="*/ 388 h 425"/>
                      <a:gd name="T24" fmla="*/ 37 w 717"/>
                      <a:gd name="T25" fmla="*/ 402 h 425"/>
                      <a:gd name="T26" fmla="*/ 679 w 717"/>
                      <a:gd name="T27" fmla="*/ 402 h 425"/>
                      <a:gd name="T28" fmla="*/ 694 w 717"/>
                      <a:gd name="T29" fmla="*/ 388 h 425"/>
                      <a:gd name="T30" fmla="*/ 694 w 717"/>
                      <a:gd name="T31" fmla="*/ 38 h 425"/>
                      <a:gd name="T32" fmla="*/ 679 w 717"/>
                      <a:gd name="T33" fmla="*/ 23 h 425"/>
                      <a:gd name="T34" fmla="*/ 37 w 717"/>
                      <a:gd name="T35" fmla="*/ 23 h 4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717" h="425">
                        <a:moveTo>
                          <a:pt x="679" y="425"/>
                        </a:moveTo>
                        <a:cubicBezTo>
                          <a:pt x="37" y="425"/>
                          <a:pt x="37" y="425"/>
                          <a:pt x="37" y="425"/>
                        </a:cubicBezTo>
                        <a:cubicBezTo>
                          <a:pt x="17" y="425"/>
                          <a:pt x="0" y="408"/>
                          <a:pt x="0" y="388"/>
                        </a:cubicBezTo>
                        <a:cubicBezTo>
                          <a:pt x="0" y="38"/>
                          <a:pt x="0" y="38"/>
                          <a:pt x="0" y="38"/>
                        </a:cubicBezTo>
                        <a:cubicBezTo>
                          <a:pt x="0" y="17"/>
                          <a:pt x="17" y="0"/>
                          <a:pt x="37" y="0"/>
                        </a:cubicBezTo>
                        <a:cubicBezTo>
                          <a:pt x="679" y="0"/>
                          <a:pt x="679" y="0"/>
                          <a:pt x="679" y="0"/>
                        </a:cubicBezTo>
                        <a:cubicBezTo>
                          <a:pt x="700" y="0"/>
                          <a:pt x="717" y="17"/>
                          <a:pt x="717" y="38"/>
                        </a:cubicBezTo>
                        <a:cubicBezTo>
                          <a:pt x="717" y="388"/>
                          <a:pt x="717" y="388"/>
                          <a:pt x="717" y="388"/>
                        </a:cubicBezTo>
                        <a:cubicBezTo>
                          <a:pt x="717" y="408"/>
                          <a:pt x="700" y="425"/>
                          <a:pt x="679" y="425"/>
                        </a:cubicBezTo>
                        <a:close/>
                        <a:moveTo>
                          <a:pt x="37" y="23"/>
                        </a:moveTo>
                        <a:cubicBezTo>
                          <a:pt x="29" y="23"/>
                          <a:pt x="23" y="30"/>
                          <a:pt x="23" y="38"/>
                        </a:cubicBezTo>
                        <a:cubicBezTo>
                          <a:pt x="23" y="388"/>
                          <a:pt x="23" y="388"/>
                          <a:pt x="23" y="388"/>
                        </a:cubicBezTo>
                        <a:cubicBezTo>
                          <a:pt x="23" y="396"/>
                          <a:pt x="29" y="402"/>
                          <a:pt x="37" y="402"/>
                        </a:cubicBezTo>
                        <a:cubicBezTo>
                          <a:pt x="679" y="402"/>
                          <a:pt x="679" y="402"/>
                          <a:pt x="679" y="402"/>
                        </a:cubicBezTo>
                        <a:cubicBezTo>
                          <a:pt x="687" y="402"/>
                          <a:pt x="694" y="396"/>
                          <a:pt x="694" y="388"/>
                        </a:cubicBezTo>
                        <a:cubicBezTo>
                          <a:pt x="694" y="38"/>
                          <a:pt x="694" y="38"/>
                          <a:pt x="694" y="38"/>
                        </a:cubicBezTo>
                        <a:cubicBezTo>
                          <a:pt x="694" y="30"/>
                          <a:pt x="687" y="23"/>
                          <a:pt x="679" y="23"/>
                        </a:cubicBezTo>
                        <a:lnTo>
                          <a:pt x="37" y="23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6858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endParaRPr>
                  </a:p>
                </p:txBody>
              </p:sp>
              <p:sp>
                <p:nvSpPr>
                  <p:cNvPr id="168" name="Freeform 8">
                    <a:extLst>
                      <a:ext uri="{FF2B5EF4-FFF2-40B4-BE49-F238E27FC236}">
                        <a16:creationId xmlns:a16="http://schemas.microsoft.com/office/drawing/2014/main" id="{7022889B-3DD0-CC17-038C-8F09F96D76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22" y="4490150"/>
                    <a:ext cx="1036932" cy="615250"/>
                  </a:xfrm>
                  <a:custGeom>
                    <a:avLst/>
                    <a:gdLst>
                      <a:gd name="T0" fmla="*/ 168 w 191"/>
                      <a:gd name="T1" fmla="*/ 75 h 110"/>
                      <a:gd name="T2" fmla="*/ 152 w 191"/>
                      <a:gd name="T3" fmla="*/ 75 h 110"/>
                      <a:gd name="T4" fmla="*/ 152 w 191"/>
                      <a:gd name="T5" fmla="*/ 0 h 110"/>
                      <a:gd name="T6" fmla="*/ 39 w 191"/>
                      <a:gd name="T7" fmla="*/ 0 h 110"/>
                      <a:gd name="T8" fmla="*/ 39 w 191"/>
                      <a:gd name="T9" fmla="*/ 75 h 110"/>
                      <a:gd name="T10" fmla="*/ 23 w 191"/>
                      <a:gd name="T11" fmla="*/ 75 h 110"/>
                      <a:gd name="T12" fmla="*/ 0 w 191"/>
                      <a:gd name="T13" fmla="*/ 99 h 110"/>
                      <a:gd name="T14" fmla="*/ 0 w 191"/>
                      <a:gd name="T15" fmla="*/ 110 h 110"/>
                      <a:gd name="T16" fmla="*/ 191 w 191"/>
                      <a:gd name="T17" fmla="*/ 110 h 110"/>
                      <a:gd name="T18" fmla="*/ 191 w 191"/>
                      <a:gd name="T19" fmla="*/ 99 h 110"/>
                      <a:gd name="T20" fmla="*/ 168 w 191"/>
                      <a:gd name="T21" fmla="*/ 75 h 1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91" h="110">
                        <a:moveTo>
                          <a:pt x="168" y="75"/>
                        </a:moveTo>
                        <a:cubicBezTo>
                          <a:pt x="152" y="75"/>
                          <a:pt x="152" y="75"/>
                          <a:pt x="152" y="75"/>
                        </a:cubicBezTo>
                        <a:cubicBezTo>
                          <a:pt x="152" y="0"/>
                          <a:pt x="152" y="0"/>
                          <a:pt x="152" y="0"/>
                        </a:cubicBezTo>
                        <a:cubicBezTo>
                          <a:pt x="39" y="0"/>
                          <a:pt x="39" y="0"/>
                          <a:pt x="39" y="0"/>
                        </a:cubicBezTo>
                        <a:cubicBezTo>
                          <a:pt x="39" y="75"/>
                          <a:pt x="39" y="75"/>
                          <a:pt x="39" y="75"/>
                        </a:cubicBezTo>
                        <a:cubicBezTo>
                          <a:pt x="23" y="75"/>
                          <a:pt x="23" y="75"/>
                          <a:pt x="23" y="75"/>
                        </a:cubicBezTo>
                        <a:cubicBezTo>
                          <a:pt x="10" y="75"/>
                          <a:pt x="0" y="86"/>
                          <a:pt x="0" y="99"/>
                        </a:cubicBezTo>
                        <a:cubicBezTo>
                          <a:pt x="0" y="110"/>
                          <a:pt x="0" y="110"/>
                          <a:pt x="0" y="110"/>
                        </a:cubicBezTo>
                        <a:cubicBezTo>
                          <a:pt x="191" y="110"/>
                          <a:pt x="191" y="110"/>
                          <a:pt x="191" y="110"/>
                        </a:cubicBezTo>
                        <a:cubicBezTo>
                          <a:pt x="191" y="99"/>
                          <a:pt x="191" y="99"/>
                          <a:pt x="191" y="99"/>
                        </a:cubicBezTo>
                        <a:cubicBezTo>
                          <a:pt x="191" y="86"/>
                          <a:pt x="181" y="75"/>
                          <a:pt x="168" y="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>
                    <a:reflection blurRad="6350" stA="30000" endPos="16000" dir="5400000" sy="-100000" algn="bl" rotWithShape="0"/>
                  </a:effec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6858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166" name="Freeform 237">
                  <a:extLst>
                    <a:ext uri="{FF2B5EF4-FFF2-40B4-BE49-F238E27FC236}">
                      <a16:creationId xmlns:a16="http://schemas.microsoft.com/office/drawing/2014/main" id="{FC505716-FD63-51AF-1A18-9D26B559F2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5877801" y="2575431"/>
                  <a:ext cx="1414108" cy="1366651"/>
                </a:xfrm>
                <a:custGeom>
                  <a:avLst/>
                  <a:gdLst>
                    <a:gd name="T0" fmla="*/ 78 w 124"/>
                    <a:gd name="T1" fmla="*/ 84 h 120"/>
                    <a:gd name="T2" fmla="*/ 75 w 124"/>
                    <a:gd name="T3" fmla="*/ 75 h 120"/>
                    <a:gd name="T4" fmla="*/ 86 w 124"/>
                    <a:gd name="T5" fmla="*/ 54 h 120"/>
                    <a:gd name="T6" fmla="*/ 89 w 124"/>
                    <a:gd name="T7" fmla="*/ 37 h 120"/>
                    <a:gd name="T8" fmla="*/ 62 w 124"/>
                    <a:gd name="T9" fmla="*/ 0 h 120"/>
                    <a:gd name="T10" fmla="*/ 36 w 124"/>
                    <a:gd name="T11" fmla="*/ 37 h 120"/>
                    <a:gd name="T12" fmla="*/ 39 w 124"/>
                    <a:gd name="T13" fmla="*/ 54 h 120"/>
                    <a:gd name="T14" fmla="*/ 50 w 124"/>
                    <a:gd name="T15" fmla="*/ 75 h 120"/>
                    <a:gd name="T16" fmla="*/ 47 w 124"/>
                    <a:gd name="T17" fmla="*/ 84 h 120"/>
                    <a:gd name="T18" fmla="*/ 0 w 124"/>
                    <a:gd name="T19" fmla="*/ 120 h 120"/>
                    <a:gd name="T20" fmla="*/ 62 w 124"/>
                    <a:gd name="T21" fmla="*/ 120 h 120"/>
                    <a:gd name="T22" fmla="*/ 124 w 124"/>
                    <a:gd name="T23" fmla="*/ 120 h 120"/>
                    <a:gd name="T24" fmla="*/ 78 w 124"/>
                    <a:gd name="T25" fmla="*/ 84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24" h="120">
                      <a:moveTo>
                        <a:pt x="78" y="84"/>
                      </a:moveTo>
                      <a:cubicBezTo>
                        <a:pt x="75" y="84"/>
                        <a:pt x="75" y="75"/>
                        <a:pt x="75" y="75"/>
                      </a:cubicBezTo>
                      <a:cubicBezTo>
                        <a:pt x="75" y="75"/>
                        <a:pt x="84" y="66"/>
                        <a:pt x="86" y="54"/>
                      </a:cubicBezTo>
                      <a:cubicBezTo>
                        <a:pt x="91" y="54"/>
                        <a:pt x="94" y="41"/>
                        <a:pt x="89" y="37"/>
                      </a:cubicBezTo>
                      <a:cubicBezTo>
                        <a:pt x="89" y="32"/>
                        <a:pt x="96" y="0"/>
                        <a:pt x="62" y="0"/>
                      </a:cubicBezTo>
                      <a:cubicBezTo>
                        <a:pt x="29" y="0"/>
                        <a:pt x="36" y="32"/>
                        <a:pt x="36" y="37"/>
                      </a:cubicBezTo>
                      <a:cubicBezTo>
                        <a:pt x="31" y="41"/>
                        <a:pt x="34" y="54"/>
                        <a:pt x="39" y="54"/>
                      </a:cubicBezTo>
                      <a:cubicBezTo>
                        <a:pt x="41" y="66"/>
                        <a:pt x="50" y="75"/>
                        <a:pt x="50" y="75"/>
                      </a:cubicBezTo>
                      <a:cubicBezTo>
                        <a:pt x="50" y="75"/>
                        <a:pt x="50" y="84"/>
                        <a:pt x="47" y="84"/>
                      </a:cubicBezTo>
                      <a:cubicBezTo>
                        <a:pt x="37" y="86"/>
                        <a:pt x="0" y="102"/>
                        <a:pt x="0" y="120"/>
                      </a:cubicBezTo>
                      <a:cubicBezTo>
                        <a:pt x="62" y="120"/>
                        <a:pt x="62" y="120"/>
                        <a:pt x="62" y="120"/>
                      </a:cubicBezTo>
                      <a:cubicBezTo>
                        <a:pt x="124" y="120"/>
                        <a:pt x="124" y="120"/>
                        <a:pt x="124" y="120"/>
                      </a:cubicBezTo>
                      <a:cubicBezTo>
                        <a:pt x="124" y="102"/>
                        <a:pt x="88" y="86"/>
                        <a:pt x="78" y="84"/>
                      </a:cubicBezTo>
                    </a:path>
                  </a:pathLst>
                </a:custGeom>
                <a:solidFill>
                  <a:srgbClr val="495965">
                    <a:lumMod val="25000"/>
                  </a:srgbClr>
                </a:solidFill>
                <a:ln w="28575">
                  <a:solidFill>
                    <a:sysClr val="window" lastClr="FFFFFF"/>
                  </a:solidFill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6858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  <p:sp>
            <p:nvSpPr>
              <p:cNvPr id="164" name="Freeform 32">
                <a:extLst>
                  <a:ext uri="{FF2B5EF4-FFF2-40B4-BE49-F238E27FC236}">
                    <a16:creationId xmlns:a16="http://schemas.microsoft.com/office/drawing/2014/main" id="{D9A66E2E-4AF6-4E25-EB6F-145B72F84C2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44143" y="5432640"/>
                <a:ext cx="308251" cy="254029"/>
              </a:xfrm>
              <a:custGeom>
                <a:avLst/>
                <a:gdLst>
                  <a:gd name="T0" fmla="*/ 3 w 97"/>
                  <a:gd name="T1" fmla="*/ 81 h 96"/>
                  <a:gd name="T2" fmla="*/ 3 w 97"/>
                  <a:gd name="T3" fmla="*/ 94 h 96"/>
                  <a:gd name="T4" fmla="*/ 10 w 97"/>
                  <a:gd name="T5" fmla="*/ 96 h 96"/>
                  <a:gd name="T6" fmla="*/ 16 w 97"/>
                  <a:gd name="T7" fmla="*/ 94 h 96"/>
                  <a:gd name="T8" fmla="*/ 46 w 97"/>
                  <a:gd name="T9" fmla="*/ 64 h 96"/>
                  <a:gd name="T10" fmla="*/ 33 w 97"/>
                  <a:gd name="T11" fmla="*/ 51 h 96"/>
                  <a:gd name="T12" fmla="*/ 3 w 97"/>
                  <a:gd name="T13" fmla="*/ 81 h 96"/>
                  <a:gd name="T14" fmla="*/ 77 w 97"/>
                  <a:gd name="T15" fmla="*/ 26 h 96"/>
                  <a:gd name="T16" fmla="*/ 90 w 97"/>
                  <a:gd name="T17" fmla="*/ 19 h 96"/>
                  <a:gd name="T18" fmla="*/ 97 w 97"/>
                  <a:gd name="T19" fmla="*/ 6 h 96"/>
                  <a:gd name="T20" fmla="*/ 91 w 97"/>
                  <a:gd name="T21" fmla="*/ 0 h 96"/>
                  <a:gd name="T22" fmla="*/ 78 w 97"/>
                  <a:gd name="T23" fmla="*/ 7 h 96"/>
                  <a:gd name="T24" fmla="*/ 71 w 97"/>
                  <a:gd name="T25" fmla="*/ 20 h 96"/>
                  <a:gd name="T26" fmla="*/ 55 w 97"/>
                  <a:gd name="T27" fmla="*/ 35 h 96"/>
                  <a:gd name="T28" fmla="*/ 62 w 97"/>
                  <a:gd name="T29" fmla="*/ 42 h 96"/>
                  <a:gd name="T30" fmla="*/ 77 w 97"/>
                  <a:gd name="T31" fmla="*/ 26 h 96"/>
                  <a:gd name="T32" fmla="*/ 80 w 97"/>
                  <a:gd name="T33" fmla="*/ 60 h 96"/>
                  <a:gd name="T34" fmla="*/ 79 w 97"/>
                  <a:gd name="T35" fmla="*/ 60 h 96"/>
                  <a:gd name="T36" fmla="*/ 73 w 97"/>
                  <a:gd name="T37" fmla="*/ 61 h 96"/>
                  <a:gd name="T38" fmla="*/ 36 w 97"/>
                  <a:gd name="T39" fmla="*/ 24 h 96"/>
                  <a:gd name="T40" fmla="*/ 37 w 97"/>
                  <a:gd name="T41" fmla="*/ 18 h 96"/>
                  <a:gd name="T42" fmla="*/ 37 w 97"/>
                  <a:gd name="T43" fmla="*/ 17 h 96"/>
                  <a:gd name="T44" fmla="*/ 19 w 97"/>
                  <a:gd name="T45" fmla="*/ 0 h 96"/>
                  <a:gd name="T46" fmla="*/ 11 w 97"/>
                  <a:gd name="T47" fmla="*/ 2 h 96"/>
                  <a:gd name="T48" fmla="*/ 23 w 97"/>
                  <a:gd name="T49" fmla="*/ 14 h 96"/>
                  <a:gd name="T50" fmla="*/ 24 w 97"/>
                  <a:gd name="T51" fmla="*/ 16 h 96"/>
                  <a:gd name="T52" fmla="*/ 23 w 97"/>
                  <a:gd name="T53" fmla="*/ 22 h 96"/>
                  <a:gd name="T54" fmla="*/ 19 w 97"/>
                  <a:gd name="T55" fmla="*/ 24 h 96"/>
                  <a:gd name="T56" fmla="*/ 17 w 97"/>
                  <a:gd name="T57" fmla="*/ 24 h 96"/>
                  <a:gd name="T58" fmla="*/ 15 w 97"/>
                  <a:gd name="T59" fmla="*/ 22 h 96"/>
                  <a:gd name="T60" fmla="*/ 3 w 97"/>
                  <a:gd name="T61" fmla="*/ 10 h 96"/>
                  <a:gd name="T62" fmla="*/ 1 w 97"/>
                  <a:gd name="T63" fmla="*/ 18 h 96"/>
                  <a:gd name="T64" fmla="*/ 18 w 97"/>
                  <a:gd name="T65" fmla="*/ 36 h 96"/>
                  <a:gd name="T66" fmla="*/ 19 w 97"/>
                  <a:gd name="T67" fmla="*/ 36 h 96"/>
                  <a:gd name="T68" fmla="*/ 25 w 97"/>
                  <a:gd name="T69" fmla="*/ 35 h 96"/>
                  <a:gd name="T70" fmla="*/ 62 w 97"/>
                  <a:gd name="T71" fmla="*/ 72 h 96"/>
                  <a:gd name="T72" fmla="*/ 61 w 97"/>
                  <a:gd name="T73" fmla="*/ 78 h 96"/>
                  <a:gd name="T74" fmla="*/ 61 w 97"/>
                  <a:gd name="T75" fmla="*/ 79 h 96"/>
                  <a:gd name="T76" fmla="*/ 79 w 97"/>
                  <a:gd name="T77" fmla="*/ 96 h 96"/>
                  <a:gd name="T78" fmla="*/ 87 w 97"/>
                  <a:gd name="T79" fmla="*/ 94 h 96"/>
                  <a:gd name="T80" fmla="*/ 75 w 97"/>
                  <a:gd name="T81" fmla="*/ 82 h 96"/>
                  <a:gd name="T82" fmla="*/ 73 w 97"/>
                  <a:gd name="T83" fmla="*/ 80 h 96"/>
                  <a:gd name="T84" fmla="*/ 75 w 97"/>
                  <a:gd name="T85" fmla="*/ 74 h 96"/>
                  <a:gd name="T86" fmla="*/ 79 w 97"/>
                  <a:gd name="T87" fmla="*/ 72 h 96"/>
                  <a:gd name="T88" fmla="*/ 81 w 97"/>
                  <a:gd name="T89" fmla="*/ 73 h 96"/>
                  <a:gd name="T90" fmla="*/ 83 w 97"/>
                  <a:gd name="T91" fmla="*/ 74 h 96"/>
                  <a:gd name="T92" fmla="*/ 95 w 97"/>
                  <a:gd name="T93" fmla="*/ 86 h 96"/>
                  <a:gd name="T94" fmla="*/ 97 w 97"/>
                  <a:gd name="T95" fmla="*/ 78 h 96"/>
                  <a:gd name="T96" fmla="*/ 80 w 97"/>
                  <a:gd name="T97" fmla="*/ 6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7" h="96">
                    <a:moveTo>
                      <a:pt x="3" y="81"/>
                    </a:moveTo>
                    <a:cubicBezTo>
                      <a:pt x="0" y="84"/>
                      <a:pt x="0" y="90"/>
                      <a:pt x="3" y="94"/>
                    </a:cubicBezTo>
                    <a:cubicBezTo>
                      <a:pt x="5" y="95"/>
                      <a:pt x="8" y="96"/>
                      <a:pt x="10" y="96"/>
                    </a:cubicBezTo>
                    <a:cubicBezTo>
                      <a:pt x="12" y="96"/>
                      <a:pt x="14" y="95"/>
                      <a:pt x="16" y="94"/>
                    </a:cubicBezTo>
                    <a:cubicBezTo>
                      <a:pt x="46" y="64"/>
                      <a:pt x="46" y="64"/>
                      <a:pt x="46" y="64"/>
                    </a:cubicBezTo>
                    <a:cubicBezTo>
                      <a:pt x="33" y="51"/>
                      <a:pt x="33" y="51"/>
                      <a:pt x="33" y="51"/>
                    </a:cubicBezTo>
                    <a:lnTo>
                      <a:pt x="3" y="81"/>
                    </a:lnTo>
                    <a:close/>
                    <a:moveTo>
                      <a:pt x="77" y="26"/>
                    </a:moveTo>
                    <a:cubicBezTo>
                      <a:pt x="90" y="19"/>
                      <a:pt x="90" y="19"/>
                      <a:pt x="90" y="19"/>
                    </a:cubicBezTo>
                    <a:cubicBezTo>
                      <a:pt x="97" y="6"/>
                      <a:pt x="97" y="6"/>
                      <a:pt x="97" y="6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78" y="7"/>
                      <a:pt x="78" y="7"/>
                      <a:pt x="78" y="7"/>
                    </a:cubicBezTo>
                    <a:cubicBezTo>
                      <a:pt x="71" y="20"/>
                      <a:pt x="71" y="20"/>
                      <a:pt x="71" y="20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62" y="42"/>
                      <a:pt x="62" y="42"/>
                      <a:pt x="62" y="42"/>
                    </a:cubicBezTo>
                    <a:lnTo>
                      <a:pt x="77" y="26"/>
                    </a:lnTo>
                    <a:close/>
                    <a:moveTo>
                      <a:pt x="80" y="60"/>
                    </a:moveTo>
                    <a:cubicBezTo>
                      <a:pt x="79" y="60"/>
                      <a:pt x="79" y="60"/>
                      <a:pt x="79" y="60"/>
                    </a:cubicBezTo>
                    <a:cubicBezTo>
                      <a:pt x="77" y="60"/>
                      <a:pt x="75" y="61"/>
                      <a:pt x="73" y="61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36" y="22"/>
                      <a:pt x="37" y="20"/>
                      <a:pt x="37" y="18"/>
                    </a:cubicBezTo>
                    <a:cubicBezTo>
                      <a:pt x="37" y="17"/>
                      <a:pt x="37" y="17"/>
                      <a:pt x="37" y="17"/>
                    </a:cubicBezTo>
                    <a:cubicBezTo>
                      <a:pt x="36" y="7"/>
                      <a:pt x="28" y="0"/>
                      <a:pt x="19" y="0"/>
                    </a:cubicBezTo>
                    <a:cubicBezTo>
                      <a:pt x="16" y="0"/>
                      <a:pt x="14" y="1"/>
                      <a:pt x="11" y="2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4"/>
                      <a:pt x="24" y="15"/>
                      <a:pt x="24" y="16"/>
                    </a:cubicBezTo>
                    <a:cubicBezTo>
                      <a:pt x="25" y="18"/>
                      <a:pt x="25" y="21"/>
                      <a:pt x="23" y="22"/>
                    </a:cubicBezTo>
                    <a:cubicBezTo>
                      <a:pt x="22" y="23"/>
                      <a:pt x="20" y="24"/>
                      <a:pt x="19" y="24"/>
                    </a:cubicBezTo>
                    <a:cubicBezTo>
                      <a:pt x="18" y="24"/>
                      <a:pt x="17" y="24"/>
                      <a:pt x="17" y="24"/>
                    </a:cubicBezTo>
                    <a:cubicBezTo>
                      <a:pt x="16" y="23"/>
                      <a:pt x="15" y="23"/>
                      <a:pt x="15" y="2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2" y="13"/>
                      <a:pt x="1" y="15"/>
                      <a:pt x="1" y="18"/>
                    </a:cubicBezTo>
                    <a:cubicBezTo>
                      <a:pt x="1" y="28"/>
                      <a:pt x="8" y="35"/>
                      <a:pt x="18" y="36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21" y="36"/>
                      <a:pt x="23" y="36"/>
                      <a:pt x="25" y="35"/>
                    </a:cubicBezTo>
                    <a:cubicBezTo>
                      <a:pt x="62" y="72"/>
                      <a:pt x="62" y="72"/>
                      <a:pt x="62" y="72"/>
                    </a:cubicBezTo>
                    <a:cubicBezTo>
                      <a:pt x="61" y="74"/>
                      <a:pt x="61" y="76"/>
                      <a:pt x="61" y="78"/>
                    </a:cubicBezTo>
                    <a:cubicBezTo>
                      <a:pt x="61" y="79"/>
                      <a:pt x="61" y="79"/>
                      <a:pt x="61" y="79"/>
                    </a:cubicBezTo>
                    <a:cubicBezTo>
                      <a:pt x="62" y="89"/>
                      <a:pt x="69" y="96"/>
                      <a:pt x="79" y="96"/>
                    </a:cubicBezTo>
                    <a:cubicBezTo>
                      <a:pt x="82" y="96"/>
                      <a:pt x="84" y="95"/>
                      <a:pt x="87" y="94"/>
                    </a:cubicBezTo>
                    <a:cubicBezTo>
                      <a:pt x="75" y="82"/>
                      <a:pt x="75" y="82"/>
                      <a:pt x="75" y="82"/>
                    </a:cubicBezTo>
                    <a:cubicBezTo>
                      <a:pt x="74" y="82"/>
                      <a:pt x="74" y="81"/>
                      <a:pt x="73" y="80"/>
                    </a:cubicBezTo>
                    <a:cubicBezTo>
                      <a:pt x="73" y="78"/>
                      <a:pt x="73" y="76"/>
                      <a:pt x="75" y="74"/>
                    </a:cubicBezTo>
                    <a:cubicBezTo>
                      <a:pt x="76" y="73"/>
                      <a:pt x="77" y="72"/>
                      <a:pt x="79" y="72"/>
                    </a:cubicBezTo>
                    <a:cubicBezTo>
                      <a:pt x="80" y="72"/>
                      <a:pt x="80" y="72"/>
                      <a:pt x="81" y="73"/>
                    </a:cubicBezTo>
                    <a:cubicBezTo>
                      <a:pt x="82" y="73"/>
                      <a:pt x="83" y="73"/>
                      <a:pt x="83" y="74"/>
                    </a:cubicBezTo>
                    <a:cubicBezTo>
                      <a:pt x="95" y="86"/>
                      <a:pt x="95" y="86"/>
                      <a:pt x="95" y="86"/>
                    </a:cubicBezTo>
                    <a:cubicBezTo>
                      <a:pt x="96" y="84"/>
                      <a:pt x="97" y="81"/>
                      <a:pt x="97" y="78"/>
                    </a:cubicBezTo>
                    <a:cubicBezTo>
                      <a:pt x="97" y="69"/>
                      <a:pt x="90" y="61"/>
                      <a:pt x="80" y="6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0546" tIns="45273" rIns="90546" bIns="4527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1503532-1055-BAEC-815A-68C8A2D80E72}"/>
              </a:ext>
            </a:extLst>
          </p:cNvPr>
          <p:cNvGrpSpPr/>
          <p:nvPr/>
        </p:nvGrpSpPr>
        <p:grpSpPr>
          <a:xfrm>
            <a:off x="1685998" y="5705944"/>
            <a:ext cx="1725767" cy="426739"/>
            <a:chOff x="-864661" y="5418890"/>
            <a:chExt cx="2679782" cy="698943"/>
          </a:xfrm>
        </p:grpSpPr>
        <p:sp>
          <p:nvSpPr>
            <p:cNvPr id="153" name="מלבן מעוגל 161">
              <a:extLst>
                <a:ext uri="{FF2B5EF4-FFF2-40B4-BE49-F238E27FC236}">
                  <a16:creationId xmlns:a16="http://schemas.microsoft.com/office/drawing/2014/main" id="{D19FA9F0-82D0-94FD-55DD-9E6CDD9ADE80}"/>
                </a:ext>
              </a:extLst>
            </p:cNvPr>
            <p:cNvSpPr/>
            <p:nvPr/>
          </p:nvSpPr>
          <p:spPr>
            <a:xfrm>
              <a:off x="491029" y="5423170"/>
              <a:ext cx="964320" cy="471397"/>
            </a:xfrm>
            <a:prstGeom prst="roundRect">
              <a:avLst>
                <a:gd name="adj" fmla="val 13633"/>
              </a:avLst>
            </a:prstGeom>
            <a:solidFill>
              <a:srgbClr val="182A38">
                <a:lumMod val="50000"/>
                <a:lumOff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1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54" name="Freeform 46">
              <a:extLst>
                <a:ext uri="{FF2B5EF4-FFF2-40B4-BE49-F238E27FC236}">
                  <a16:creationId xmlns:a16="http://schemas.microsoft.com/office/drawing/2014/main" id="{1F63C762-89B6-38FF-7BFB-8637A3D200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541444" y="5564577"/>
              <a:ext cx="319731" cy="220873"/>
            </a:xfrm>
            <a:custGeom>
              <a:avLst/>
              <a:gdLst>
                <a:gd name="T0" fmla="*/ 12 w 106"/>
                <a:gd name="T1" fmla="*/ 75 h 88"/>
                <a:gd name="T2" fmla="*/ 22 w 106"/>
                <a:gd name="T3" fmla="*/ 75 h 88"/>
                <a:gd name="T4" fmla="*/ 26 w 106"/>
                <a:gd name="T5" fmla="*/ 71 h 88"/>
                <a:gd name="T6" fmla="*/ 26 w 106"/>
                <a:gd name="T7" fmla="*/ 33 h 88"/>
                <a:gd name="T8" fmla="*/ 22 w 106"/>
                <a:gd name="T9" fmla="*/ 29 h 88"/>
                <a:gd name="T10" fmla="*/ 12 w 106"/>
                <a:gd name="T11" fmla="*/ 29 h 88"/>
                <a:gd name="T12" fmla="*/ 8 w 106"/>
                <a:gd name="T13" fmla="*/ 33 h 88"/>
                <a:gd name="T14" fmla="*/ 8 w 106"/>
                <a:gd name="T15" fmla="*/ 71 h 88"/>
                <a:gd name="T16" fmla="*/ 12 w 106"/>
                <a:gd name="T17" fmla="*/ 75 h 88"/>
                <a:gd name="T18" fmla="*/ 36 w 106"/>
                <a:gd name="T19" fmla="*/ 75 h 88"/>
                <a:gd name="T20" fmla="*/ 46 w 106"/>
                <a:gd name="T21" fmla="*/ 75 h 88"/>
                <a:gd name="T22" fmla="*/ 50 w 106"/>
                <a:gd name="T23" fmla="*/ 71 h 88"/>
                <a:gd name="T24" fmla="*/ 50 w 106"/>
                <a:gd name="T25" fmla="*/ 4 h 88"/>
                <a:gd name="T26" fmla="*/ 46 w 106"/>
                <a:gd name="T27" fmla="*/ 0 h 88"/>
                <a:gd name="T28" fmla="*/ 36 w 106"/>
                <a:gd name="T29" fmla="*/ 0 h 88"/>
                <a:gd name="T30" fmla="*/ 32 w 106"/>
                <a:gd name="T31" fmla="*/ 4 h 88"/>
                <a:gd name="T32" fmla="*/ 32 w 106"/>
                <a:gd name="T33" fmla="*/ 71 h 88"/>
                <a:gd name="T34" fmla="*/ 36 w 106"/>
                <a:gd name="T35" fmla="*/ 75 h 88"/>
                <a:gd name="T36" fmla="*/ 60 w 106"/>
                <a:gd name="T37" fmla="*/ 75 h 88"/>
                <a:gd name="T38" fmla="*/ 71 w 106"/>
                <a:gd name="T39" fmla="*/ 75 h 88"/>
                <a:gd name="T40" fmla="*/ 74 w 106"/>
                <a:gd name="T41" fmla="*/ 71 h 88"/>
                <a:gd name="T42" fmla="*/ 74 w 106"/>
                <a:gd name="T43" fmla="*/ 20 h 88"/>
                <a:gd name="T44" fmla="*/ 71 w 106"/>
                <a:gd name="T45" fmla="*/ 16 h 88"/>
                <a:gd name="T46" fmla="*/ 60 w 106"/>
                <a:gd name="T47" fmla="*/ 16 h 88"/>
                <a:gd name="T48" fmla="*/ 56 w 106"/>
                <a:gd name="T49" fmla="*/ 20 h 88"/>
                <a:gd name="T50" fmla="*/ 56 w 106"/>
                <a:gd name="T51" fmla="*/ 71 h 88"/>
                <a:gd name="T52" fmla="*/ 60 w 106"/>
                <a:gd name="T53" fmla="*/ 75 h 88"/>
                <a:gd name="T54" fmla="*/ 61 w 106"/>
                <a:gd name="T55" fmla="*/ 21 h 88"/>
                <a:gd name="T56" fmla="*/ 70 w 106"/>
                <a:gd name="T57" fmla="*/ 21 h 88"/>
                <a:gd name="T58" fmla="*/ 70 w 106"/>
                <a:gd name="T59" fmla="*/ 70 h 88"/>
                <a:gd name="T60" fmla="*/ 61 w 106"/>
                <a:gd name="T61" fmla="*/ 70 h 88"/>
                <a:gd name="T62" fmla="*/ 61 w 106"/>
                <a:gd name="T63" fmla="*/ 21 h 88"/>
                <a:gd name="T64" fmla="*/ 85 w 106"/>
                <a:gd name="T65" fmla="*/ 75 h 88"/>
                <a:gd name="T66" fmla="*/ 95 w 106"/>
                <a:gd name="T67" fmla="*/ 75 h 88"/>
                <a:gd name="T68" fmla="*/ 99 w 106"/>
                <a:gd name="T69" fmla="*/ 71 h 88"/>
                <a:gd name="T70" fmla="*/ 99 w 106"/>
                <a:gd name="T71" fmla="*/ 47 h 88"/>
                <a:gd name="T72" fmla="*/ 95 w 106"/>
                <a:gd name="T73" fmla="*/ 44 h 88"/>
                <a:gd name="T74" fmla="*/ 85 w 106"/>
                <a:gd name="T75" fmla="*/ 44 h 88"/>
                <a:gd name="T76" fmla="*/ 81 w 106"/>
                <a:gd name="T77" fmla="*/ 47 h 88"/>
                <a:gd name="T78" fmla="*/ 81 w 106"/>
                <a:gd name="T79" fmla="*/ 71 h 88"/>
                <a:gd name="T80" fmla="*/ 85 w 106"/>
                <a:gd name="T81" fmla="*/ 75 h 88"/>
                <a:gd name="T82" fmla="*/ 102 w 106"/>
                <a:gd name="T83" fmla="*/ 79 h 88"/>
                <a:gd name="T84" fmla="*/ 5 w 106"/>
                <a:gd name="T85" fmla="*/ 79 h 88"/>
                <a:gd name="T86" fmla="*/ 0 w 106"/>
                <a:gd name="T87" fmla="*/ 84 h 88"/>
                <a:gd name="T88" fmla="*/ 5 w 106"/>
                <a:gd name="T89" fmla="*/ 88 h 88"/>
                <a:gd name="T90" fmla="*/ 102 w 106"/>
                <a:gd name="T91" fmla="*/ 88 h 88"/>
                <a:gd name="T92" fmla="*/ 106 w 106"/>
                <a:gd name="T93" fmla="*/ 84 h 88"/>
                <a:gd name="T94" fmla="*/ 102 w 106"/>
                <a:gd name="T95" fmla="*/ 79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6" h="88">
                  <a:moveTo>
                    <a:pt x="12" y="75"/>
                  </a:moveTo>
                  <a:cubicBezTo>
                    <a:pt x="22" y="75"/>
                    <a:pt x="22" y="75"/>
                    <a:pt x="22" y="75"/>
                  </a:cubicBezTo>
                  <a:cubicBezTo>
                    <a:pt x="24" y="75"/>
                    <a:pt x="26" y="73"/>
                    <a:pt x="26" y="71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6" y="31"/>
                    <a:pt x="24" y="29"/>
                    <a:pt x="22" y="2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0" y="29"/>
                    <a:pt x="8" y="31"/>
                    <a:pt x="8" y="33"/>
                  </a:cubicBezTo>
                  <a:cubicBezTo>
                    <a:pt x="8" y="71"/>
                    <a:pt x="8" y="71"/>
                    <a:pt x="8" y="71"/>
                  </a:cubicBezTo>
                  <a:cubicBezTo>
                    <a:pt x="8" y="73"/>
                    <a:pt x="10" y="75"/>
                    <a:pt x="12" y="75"/>
                  </a:cubicBezTo>
                  <a:close/>
                  <a:moveTo>
                    <a:pt x="36" y="75"/>
                  </a:moveTo>
                  <a:cubicBezTo>
                    <a:pt x="46" y="75"/>
                    <a:pt x="46" y="75"/>
                    <a:pt x="46" y="75"/>
                  </a:cubicBezTo>
                  <a:cubicBezTo>
                    <a:pt x="49" y="75"/>
                    <a:pt x="50" y="73"/>
                    <a:pt x="50" y="71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2"/>
                    <a:pt x="49" y="0"/>
                    <a:pt x="4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4" y="0"/>
                    <a:pt x="32" y="2"/>
                    <a:pt x="32" y="4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3"/>
                    <a:pt x="34" y="75"/>
                    <a:pt x="36" y="75"/>
                  </a:cubicBezTo>
                  <a:close/>
                  <a:moveTo>
                    <a:pt x="60" y="75"/>
                  </a:moveTo>
                  <a:cubicBezTo>
                    <a:pt x="71" y="75"/>
                    <a:pt x="71" y="75"/>
                    <a:pt x="71" y="75"/>
                  </a:cubicBezTo>
                  <a:cubicBezTo>
                    <a:pt x="73" y="75"/>
                    <a:pt x="74" y="73"/>
                    <a:pt x="74" y="7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3" y="16"/>
                    <a:pt x="71" y="16"/>
                  </a:cubicBezTo>
                  <a:cubicBezTo>
                    <a:pt x="60" y="16"/>
                    <a:pt x="60" y="16"/>
                    <a:pt x="60" y="16"/>
                  </a:cubicBezTo>
                  <a:cubicBezTo>
                    <a:pt x="58" y="16"/>
                    <a:pt x="56" y="18"/>
                    <a:pt x="56" y="20"/>
                  </a:cubicBezTo>
                  <a:cubicBezTo>
                    <a:pt x="56" y="71"/>
                    <a:pt x="56" y="71"/>
                    <a:pt x="56" y="71"/>
                  </a:cubicBezTo>
                  <a:cubicBezTo>
                    <a:pt x="56" y="73"/>
                    <a:pt x="58" y="75"/>
                    <a:pt x="60" y="75"/>
                  </a:cubicBezTo>
                  <a:close/>
                  <a:moveTo>
                    <a:pt x="61" y="21"/>
                  </a:moveTo>
                  <a:cubicBezTo>
                    <a:pt x="70" y="21"/>
                    <a:pt x="70" y="21"/>
                    <a:pt x="70" y="21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61" y="70"/>
                    <a:pt x="61" y="70"/>
                    <a:pt x="61" y="70"/>
                  </a:cubicBezTo>
                  <a:lnTo>
                    <a:pt x="61" y="21"/>
                  </a:lnTo>
                  <a:close/>
                  <a:moveTo>
                    <a:pt x="85" y="75"/>
                  </a:moveTo>
                  <a:cubicBezTo>
                    <a:pt x="95" y="75"/>
                    <a:pt x="95" y="75"/>
                    <a:pt x="95" y="75"/>
                  </a:cubicBezTo>
                  <a:cubicBezTo>
                    <a:pt x="97" y="75"/>
                    <a:pt x="99" y="73"/>
                    <a:pt x="99" y="71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5"/>
                    <a:pt x="97" y="44"/>
                    <a:pt x="95" y="44"/>
                  </a:cubicBezTo>
                  <a:cubicBezTo>
                    <a:pt x="85" y="44"/>
                    <a:pt x="85" y="44"/>
                    <a:pt x="85" y="44"/>
                  </a:cubicBezTo>
                  <a:cubicBezTo>
                    <a:pt x="82" y="44"/>
                    <a:pt x="81" y="45"/>
                    <a:pt x="81" y="47"/>
                  </a:cubicBezTo>
                  <a:cubicBezTo>
                    <a:pt x="81" y="71"/>
                    <a:pt x="81" y="71"/>
                    <a:pt x="81" y="71"/>
                  </a:cubicBezTo>
                  <a:cubicBezTo>
                    <a:pt x="81" y="73"/>
                    <a:pt x="82" y="75"/>
                    <a:pt x="85" y="75"/>
                  </a:cubicBezTo>
                  <a:close/>
                  <a:moveTo>
                    <a:pt x="102" y="79"/>
                  </a:moveTo>
                  <a:cubicBezTo>
                    <a:pt x="5" y="79"/>
                    <a:pt x="5" y="79"/>
                    <a:pt x="5" y="79"/>
                  </a:cubicBezTo>
                  <a:cubicBezTo>
                    <a:pt x="2" y="79"/>
                    <a:pt x="0" y="81"/>
                    <a:pt x="0" y="84"/>
                  </a:cubicBezTo>
                  <a:cubicBezTo>
                    <a:pt x="0" y="86"/>
                    <a:pt x="2" y="88"/>
                    <a:pt x="5" y="88"/>
                  </a:cubicBezTo>
                  <a:cubicBezTo>
                    <a:pt x="102" y="88"/>
                    <a:pt x="102" y="88"/>
                    <a:pt x="102" y="88"/>
                  </a:cubicBezTo>
                  <a:cubicBezTo>
                    <a:pt x="104" y="88"/>
                    <a:pt x="106" y="86"/>
                    <a:pt x="106" y="84"/>
                  </a:cubicBezTo>
                  <a:cubicBezTo>
                    <a:pt x="106" y="81"/>
                    <a:pt x="104" y="79"/>
                    <a:pt x="102" y="79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0546" tIns="45273" rIns="90546" bIns="4527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155" name="קבוצה 126">
              <a:extLst>
                <a:ext uri="{FF2B5EF4-FFF2-40B4-BE49-F238E27FC236}">
                  <a16:creationId xmlns:a16="http://schemas.microsoft.com/office/drawing/2014/main" id="{E8F7A5CC-089B-50CE-E330-C93CE7DB2F76}"/>
                </a:ext>
              </a:extLst>
            </p:cNvPr>
            <p:cNvGrpSpPr/>
            <p:nvPr/>
          </p:nvGrpSpPr>
          <p:grpSpPr>
            <a:xfrm>
              <a:off x="491029" y="5418890"/>
              <a:ext cx="1324092" cy="698943"/>
              <a:chOff x="5028891" y="2501071"/>
              <a:chExt cx="2263018" cy="1441011"/>
            </a:xfrm>
          </p:grpSpPr>
          <p:grpSp>
            <p:nvGrpSpPr>
              <p:cNvPr id="157" name="קבוצה 114">
                <a:extLst>
                  <a:ext uri="{FF2B5EF4-FFF2-40B4-BE49-F238E27FC236}">
                    <a16:creationId xmlns:a16="http://schemas.microsoft.com/office/drawing/2014/main" id="{46604E45-3EF6-E72C-995D-8D8D1505BE7B}"/>
                  </a:ext>
                </a:extLst>
              </p:cNvPr>
              <p:cNvGrpSpPr/>
              <p:nvPr/>
            </p:nvGrpSpPr>
            <p:grpSpPr>
              <a:xfrm>
                <a:off x="5028891" y="2501071"/>
                <a:ext cx="1648128" cy="1242410"/>
                <a:chOff x="685800" y="2175862"/>
                <a:chExt cx="3886200" cy="2929538"/>
              </a:xfrm>
              <a:solidFill>
                <a:srgbClr val="495965">
                  <a:lumMod val="25000"/>
                </a:srgbClr>
              </a:solidFill>
            </p:grpSpPr>
            <p:sp>
              <p:nvSpPr>
                <p:cNvPr id="159" name="Freeform 7">
                  <a:extLst>
                    <a:ext uri="{FF2B5EF4-FFF2-40B4-BE49-F238E27FC236}">
                      <a16:creationId xmlns:a16="http://schemas.microsoft.com/office/drawing/2014/main" id="{3F1946CC-FEE8-2709-1760-CF58A86B696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85800" y="2175862"/>
                  <a:ext cx="3886200" cy="2375813"/>
                </a:xfrm>
                <a:custGeom>
                  <a:avLst/>
                  <a:gdLst>
                    <a:gd name="T0" fmla="*/ 679 w 717"/>
                    <a:gd name="T1" fmla="*/ 425 h 425"/>
                    <a:gd name="T2" fmla="*/ 37 w 717"/>
                    <a:gd name="T3" fmla="*/ 425 h 425"/>
                    <a:gd name="T4" fmla="*/ 0 w 717"/>
                    <a:gd name="T5" fmla="*/ 388 h 425"/>
                    <a:gd name="T6" fmla="*/ 0 w 717"/>
                    <a:gd name="T7" fmla="*/ 38 h 425"/>
                    <a:gd name="T8" fmla="*/ 37 w 717"/>
                    <a:gd name="T9" fmla="*/ 0 h 425"/>
                    <a:gd name="T10" fmla="*/ 679 w 717"/>
                    <a:gd name="T11" fmla="*/ 0 h 425"/>
                    <a:gd name="T12" fmla="*/ 717 w 717"/>
                    <a:gd name="T13" fmla="*/ 38 h 425"/>
                    <a:gd name="T14" fmla="*/ 717 w 717"/>
                    <a:gd name="T15" fmla="*/ 388 h 425"/>
                    <a:gd name="T16" fmla="*/ 679 w 717"/>
                    <a:gd name="T17" fmla="*/ 425 h 425"/>
                    <a:gd name="T18" fmla="*/ 37 w 717"/>
                    <a:gd name="T19" fmla="*/ 23 h 425"/>
                    <a:gd name="T20" fmla="*/ 23 w 717"/>
                    <a:gd name="T21" fmla="*/ 38 h 425"/>
                    <a:gd name="T22" fmla="*/ 23 w 717"/>
                    <a:gd name="T23" fmla="*/ 388 h 425"/>
                    <a:gd name="T24" fmla="*/ 37 w 717"/>
                    <a:gd name="T25" fmla="*/ 402 h 425"/>
                    <a:gd name="T26" fmla="*/ 679 w 717"/>
                    <a:gd name="T27" fmla="*/ 402 h 425"/>
                    <a:gd name="T28" fmla="*/ 694 w 717"/>
                    <a:gd name="T29" fmla="*/ 388 h 425"/>
                    <a:gd name="T30" fmla="*/ 694 w 717"/>
                    <a:gd name="T31" fmla="*/ 38 h 425"/>
                    <a:gd name="T32" fmla="*/ 679 w 717"/>
                    <a:gd name="T33" fmla="*/ 23 h 425"/>
                    <a:gd name="T34" fmla="*/ 37 w 717"/>
                    <a:gd name="T35" fmla="*/ 23 h 4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17" h="425">
                      <a:moveTo>
                        <a:pt x="679" y="425"/>
                      </a:moveTo>
                      <a:cubicBezTo>
                        <a:pt x="37" y="425"/>
                        <a:pt x="37" y="425"/>
                        <a:pt x="37" y="425"/>
                      </a:cubicBezTo>
                      <a:cubicBezTo>
                        <a:pt x="17" y="425"/>
                        <a:pt x="0" y="408"/>
                        <a:pt x="0" y="388"/>
                      </a:cubicBezTo>
                      <a:cubicBezTo>
                        <a:pt x="0" y="38"/>
                        <a:pt x="0" y="38"/>
                        <a:pt x="0" y="38"/>
                      </a:cubicBezTo>
                      <a:cubicBezTo>
                        <a:pt x="0" y="17"/>
                        <a:pt x="17" y="0"/>
                        <a:pt x="37" y="0"/>
                      </a:cubicBezTo>
                      <a:cubicBezTo>
                        <a:pt x="679" y="0"/>
                        <a:pt x="679" y="0"/>
                        <a:pt x="679" y="0"/>
                      </a:cubicBezTo>
                      <a:cubicBezTo>
                        <a:pt x="700" y="0"/>
                        <a:pt x="717" y="17"/>
                        <a:pt x="717" y="38"/>
                      </a:cubicBezTo>
                      <a:cubicBezTo>
                        <a:pt x="717" y="388"/>
                        <a:pt x="717" y="388"/>
                        <a:pt x="717" y="388"/>
                      </a:cubicBezTo>
                      <a:cubicBezTo>
                        <a:pt x="717" y="408"/>
                        <a:pt x="700" y="425"/>
                        <a:pt x="679" y="425"/>
                      </a:cubicBezTo>
                      <a:close/>
                      <a:moveTo>
                        <a:pt x="37" y="23"/>
                      </a:moveTo>
                      <a:cubicBezTo>
                        <a:pt x="29" y="23"/>
                        <a:pt x="23" y="30"/>
                        <a:pt x="23" y="38"/>
                      </a:cubicBezTo>
                      <a:cubicBezTo>
                        <a:pt x="23" y="388"/>
                        <a:pt x="23" y="388"/>
                        <a:pt x="23" y="388"/>
                      </a:cubicBezTo>
                      <a:cubicBezTo>
                        <a:pt x="23" y="396"/>
                        <a:pt x="29" y="402"/>
                        <a:pt x="37" y="402"/>
                      </a:cubicBezTo>
                      <a:cubicBezTo>
                        <a:pt x="679" y="402"/>
                        <a:pt x="679" y="402"/>
                        <a:pt x="679" y="402"/>
                      </a:cubicBezTo>
                      <a:cubicBezTo>
                        <a:pt x="687" y="402"/>
                        <a:pt x="694" y="396"/>
                        <a:pt x="694" y="388"/>
                      </a:cubicBezTo>
                      <a:cubicBezTo>
                        <a:pt x="694" y="38"/>
                        <a:pt x="694" y="38"/>
                        <a:pt x="694" y="38"/>
                      </a:cubicBezTo>
                      <a:cubicBezTo>
                        <a:pt x="694" y="30"/>
                        <a:pt x="687" y="23"/>
                        <a:pt x="679" y="23"/>
                      </a:cubicBezTo>
                      <a:lnTo>
                        <a:pt x="37" y="2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6858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160" name="Freeform 8">
                  <a:extLst>
                    <a:ext uri="{FF2B5EF4-FFF2-40B4-BE49-F238E27FC236}">
                      <a16:creationId xmlns:a16="http://schemas.microsoft.com/office/drawing/2014/main" id="{4A6A1C4A-84CC-DB20-12DD-878F0DDAE7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4022" y="4490150"/>
                  <a:ext cx="1036932" cy="615250"/>
                </a:xfrm>
                <a:custGeom>
                  <a:avLst/>
                  <a:gdLst>
                    <a:gd name="T0" fmla="*/ 168 w 191"/>
                    <a:gd name="T1" fmla="*/ 75 h 110"/>
                    <a:gd name="T2" fmla="*/ 152 w 191"/>
                    <a:gd name="T3" fmla="*/ 75 h 110"/>
                    <a:gd name="T4" fmla="*/ 152 w 191"/>
                    <a:gd name="T5" fmla="*/ 0 h 110"/>
                    <a:gd name="T6" fmla="*/ 39 w 191"/>
                    <a:gd name="T7" fmla="*/ 0 h 110"/>
                    <a:gd name="T8" fmla="*/ 39 w 191"/>
                    <a:gd name="T9" fmla="*/ 75 h 110"/>
                    <a:gd name="T10" fmla="*/ 23 w 191"/>
                    <a:gd name="T11" fmla="*/ 75 h 110"/>
                    <a:gd name="T12" fmla="*/ 0 w 191"/>
                    <a:gd name="T13" fmla="*/ 99 h 110"/>
                    <a:gd name="T14" fmla="*/ 0 w 191"/>
                    <a:gd name="T15" fmla="*/ 110 h 110"/>
                    <a:gd name="T16" fmla="*/ 191 w 191"/>
                    <a:gd name="T17" fmla="*/ 110 h 110"/>
                    <a:gd name="T18" fmla="*/ 191 w 191"/>
                    <a:gd name="T19" fmla="*/ 99 h 110"/>
                    <a:gd name="T20" fmla="*/ 168 w 191"/>
                    <a:gd name="T21" fmla="*/ 75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91" h="110">
                      <a:moveTo>
                        <a:pt x="168" y="75"/>
                      </a:moveTo>
                      <a:cubicBezTo>
                        <a:pt x="152" y="75"/>
                        <a:pt x="152" y="75"/>
                        <a:pt x="152" y="75"/>
                      </a:cubicBezTo>
                      <a:cubicBezTo>
                        <a:pt x="152" y="0"/>
                        <a:pt x="152" y="0"/>
                        <a:pt x="152" y="0"/>
                      </a:cubicBez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39" y="75"/>
                        <a:pt x="39" y="75"/>
                        <a:pt x="39" y="75"/>
                      </a:cubicBezTo>
                      <a:cubicBezTo>
                        <a:pt x="23" y="75"/>
                        <a:pt x="23" y="75"/>
                        <a:pt x="23" y="75"/>
                      </a:cubicBezTo>
                      <a:cubicBezTo>
                        <a:pt x="10" y="75"/>
                        <a:pt x="0" y="86"/>
                        <a:pt x="0" y="99"/>
                      </a:cubicBezTo>
                      <a:cubicBezTo>
                        <a:pt x="0" y="110"/>
                        <a:pt x="0" y="110"/>
                        <a:pt x="0" y="110"/>
                      </a:cubicBezTo>
                      <a:cubicBezTo>
                        <a:pt x="191" y="110"/>
                        <a:pt x="191" y="110"/>
                        <a:pt x="191" y="110"/>
                      </a:cubicBezTo>
                      <a:cubicBezTo>
                        <a:pt x="191" y="99"/>
                        <a:pt x="191" y="99"/>
                        <a:pt x="191" y="99"/>
                      </a:cubicBezTo>
                      <a:cubicBezTo>
                        <a:pt x="191" y="86"/>
                        <a:pt x="181" y="75"/>
                        <a:pt x="168" y="7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>
                  <a:reflection blurRad="6350" stA="30000" endPos="16000" dir="5400000" sy="-100000" algn="bl" rotWithShape="0"/>
                </a:effec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6858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  <p:sp>
            <p:nvSpPr>
              <p:cNvPr id="158" name="Freeform 237">
                <a:extLst>
                  <a:ext uri="{FF2B5EF4-FFF2-40B4-BE49-F238E27FC236}">
                    <a16:creationId xmlns:a16="http://schemas.microsoft.com/office/drawing/2014/main" id="{F33DE00B-3E0D-FF7B-8FC8-00D6FDC7945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877801" y="2575431"/>
                <a:ext cx="1414108" cy="1366651"/>
              </a:xfrm>
              <a:custGeom>
                <a:avLst/>
                <a:gdLst>
                  <a:gd name="T0" fmla="*/ 78 w 124"/>
                  <a:gd name="T1" fmla="*/ 84 h 120"/>
                  <a:gd name="T2" fmla="*/ 75 w 124"/>
                  <a:gd name="T3" fmla="*/ 75 h 120"/>
                  <a:gd name="T4" fmla="*/ 86 w 124"/>
                  <a:gd name="T5" fmla="*/ 54 h 120"/>
                  <a:gd name="T6" fmla="*/ 89 w 124"/>
                  <a:gd name="T7" fmla="*/ 37 h 120"/>
                  <a:gd name="T8" fmla="*/ 62 w 124"/>
                  <a:gd name="T9" fmla="*/ 0 h 120"/>
                  <a:gd name="T10" fmla="*/ 36 w 124"/>
                  <a:gd name="T11" fmla="*/ 37 h 120"/>
                  <a:gd name="T12" fmla="*/ 39 w 124"/>
                  <a:gd name="T13" fmla="*/ 54 h 120"/>
                  <a:gd name="T14" fmla="*/ 50 w 124"/>
                  <a:gd name="T15" fmla="*/ 75 h 120"/>
                  <a:gd name="T16" fmla="*/ 47 w 124"/>
                  <a:gd name="T17" fmla="*/ 84 h 120"/>
                  <a:gd name="T18" fmla="*/ 0 w 124"/>
                  <a:gd name="T19" fmla="*/ 120 h 120"/>
                  <a:gd name="T20" fmla="*/ 62 w 124"/>
                  <a:gd name="T21" fmla="*/ 120 h 120"/>
                  <a:gd name="T22" fmla="*/ 124 w 124"/>
                  <a:gd name="T23" fmla="*/ 120 h 120"/>
                  <a:gd name="T24" fmla="*/ 78 w 124"/>
                  <a:gd name="T25" fmla="*/ 84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4" h="120">
                    <a:moveTo>
                      <a:pt x="78" y="84"/>
                    </a:moveTo>
                    <a:cubicBezTo>
                      <a:pt x="75" y="84"/>
                      <a:pt x="75" y="75"/>
                      <a:pt x="75" y="75"/>
                    </a:cubicBezTo>
                    <a:cubicBezTo>
                      <a:pt x="75" y="75"/>
                      <a:pt x="84" y="66"/>
                      <a:pt x="86" y="54"/>
                    </a:cubicBezTo>
                    <a:cubicBezTo>
                      <a:pt x="91" y="54"/>
                      <a:pt x="94" y="41"/>
                      <a:pt x="89" y="37"/>
                    </a:cubicBezTo>
                    <a:cubicBezTo>
                      <a:pt x="89" y="32"/>
                      <a:pt x="96" y="0"/>
                      <a:pt x="62" y="0"/>
                    </a:cubicBezTo>
                    <a:cubicBezTo>
                      <a:pt x="29" y="0"/>
                      <a:pt x="36" y="32"/>
                      <a:pt x="36" y="37"/>
                    </a:cubicBezTo>
                    <a:cubicBezTo>
                      <a:pt x="31" y="41"/>
                      <a:pt x="34" y="54"/>
                      <a:pt x="39" y="54"/>
                    </a:cubicBezTo>
                    <a:cubicBezTo>
                      <a:pt x="41" y="66"/>
                      <a:pt x="50" y="75"/>
                      <a:pt x="50" y="75"/>
                    </a:cubicBezTo>
                    <a:cubicBezTo>
                      <a:pt x="50" y="75"/>
                      <a:pt x="50" y="84"/>
                      <a:pt x="47" y="84"/>
                    </a:cubicBezTo>
                    <a:cubicBezTo>
                      <a:pt x="37" y="86"/>
                      <a:pt x="0" y="102"/>
                      <a:pt x="0" y="120"/>
                    </a:cubicBezTo>
                    <a:cubicBezTo>
                      <a:pt x="62" y="120"/>
                      <a:pt x="62" y="120"/>
                      <a:pt x="62" y="120"/>
                    </a:cubicBezTo>
                    <a:cubicBezTo>
                      <a:pt x="124" y="120"/>
                      <a:pt x="124" y="120"/>
                      <a:pt x="124" y="120"/>
                    </a:cubicBezTo>
                    <a:cubicBezTo>
                      <a:pt x="124" y="102"/>
                      <a:pt x="88" y="86"/>
                      <a:pt x="78" y="84"/>
                    </a:cubicBezTo>
                  </a:path>
                </a:pathLst>
              </a:custGeom>
              <a:solidFill>
                <a:srgbClr val="495965">
                  <a:lumMod val="25000"/>
                </a:srgbClr>
              </a:solidFill>
              <a:ln w="28575">
                <a:solidFill>
                  <a:sysClr val="window" lastClr="FFFFFF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156" name="Freeform 40">
              <a:extLst>
                <a:ext uri="{FF2B5EF4-FFF2-40B4-BE49-F238E27FC236}">
                  <a16:creationId xmlns:a16="http://schemas.microsoft.com/office/drawing/2014/main" id="{A83C4F79-290B-C0F6-084B-F0729DDD6A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864661" y="5583209"/>
              <a:ext cx="254899" cy="210199"/>
            </a:xfrm>
            <a:custGeom>
              <a:avLst/>
              <a:gdLst>
                <a:gd name="T0" fmla="*/ 4 w 102"/>
                <a:gd name="T1" fmla="*/ 70 h 101"/>
                <a:gd name="T2" fmla="*/ 51 w 102"/>
                <a:gd name="T3" fmla="*/ 101 h 101"/>
                <a:gd name="T4" fmla="*/ 86 w 102"/>
                <a:gd name="T5" fmla="*/ 87 h 101"/>
                <a:gd name="T6" fmla="*/ 50 w 102"/>
                <a:gd name="T7" fmla="*/ 55 h 101"/>
                <a:gd name="T8" fmla="*/ 4 w 102"/>
                <a:gd name="T9" fmla="*/ 70 h 101"/>
                <a:gd name="T10" fmla="*/ 47 w 102"/>
                <a:gd name="T11" fmla="*/ 0 h 101"/>
                <a:gd name="T12" fmla="*/ 0 w 102"/>
                <a:gd name="T13" fmla="*/ 51 h 101"/>
                <a:gd name="T14" fmla="*/ 2 w 102"/>
                <a:gd name="T15" fmla="*/ 63 h 101"/>
                <a:gd name="T16" fmla="*/ 47 w 102"/>
                <a:gd name="T17" fmla="*/ 48 h 101"/>
                <a:gd name="T18" fmla="*/ 47 w 102"/>
                <a:gd name="T19" fmla="*/ 0 h 101"/>
                <a:gd name="T20" fmla="*/ 55 w 102"/>
                <a:gd name="T21" fmla="*/ 0 h 101"/>
                <a:gd name="T22" fmla="*/ 55 w 102"/>
                <a:gd name="T23" fmla="*/ 41 h 101"/>
                <a:gd name="T24" fmla="*/ 85 w 102"/>
                <a:gd name="T25" fmla="*/ 13 h 101"/>
                <a:gd name="T26" fmla="*/ 55 w 102"/>
                <a:gd name="T27" fmla="*/ 0 h 101"/>
                <a:gd name="T28" fmla="*/ 91 w 102"/>
                <a:gd name="T29" fmla="*/ 20 h 101"/>
                <a:gd name="T30" fmla="*/ 57 w 102"/>
                <a:gd name="T31" fmla="*/ 51 h 101"/>
                <a:gd name="T32" fmla="*/ 92 w 102"/>
                <a:gd name="T33" fmla="*/ 81 h 101"/>
                <a:gd name="T34" fmla="*/ 102 w 102"/>
                <a:gd name="T35" fmla="*/ 51 h 101"/>
                <a:gd name="T36" fmla="*/ 91 w 102"/>
                <a:gd name="T37" fmla="*/ 2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2" h="101">
                  <a:moveTo>
                    <a:pt x="4" y="70"/>
                  </a:moveTo>
                  <a:cubicBezTo>
                    <a:pt x="12" y="89"/>
                    <a:pt x="30" y="101"/>
                    <a:pt x="51" y="101"/>
                  </a:cubicBezTo>
                  <a:cubicBezTo>
                    <a:pt x="65" y="101"/>
                    <a:pt x="77" y="96"/>
                    <a:pt x="86" y="87"/>
                  </a:cubicBezTo>
                  <a:cubicBezTo>
                    <a:pt x="50" y="55"/>
                    <a:pt x="50" y="55"/>
                    <a:pt x="50" y="55"/>
                  </a:cubicBezTo>
                  <a:lnTo>
                    <a:pt x="4" y="70"/>
                  </a:lnTo>
                  <a:close/>
                  <a:moveTo>
                    <a:pt x="47" y="0"/>
                  </a:moveTo>
                  <a:cubicBezTo>
                    <a:pt x="21" y="2"/>
                    <a:pt x="0" y="24"/>
                    <a:pt x="0" y="51"/>
                  </a:cubicBezTo>
                  <a:cubicBezTo>
                    <a:pt x="0" y="55"/>
                    <a:pt x="1" y="59"/>
                    <a:pt x="2" y="63"/>
                  </a:cubicBezTo>
                  <a:cubicBezTo>
                    <a:pt x="47" y="48"/>
                    <a:pt x="47" y="48"/>
                    <a:pt x="47" y="48"/>
                  </a:cubicBezTo>
                  <a:lnTo>
                    <a:pt x="47" y="0"/>
                  </a:lnTo>
                  <a:close/>
                  <a:moveTo>
                    <a:pt x="55" y="0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77" y="6"/>
                    <a:pt x="67" y="1"/>
                    <a:pt x="55" y="0"/>
                  </a:cubicBezTo>
                  <a:close/>
                  <a:moveTo>
                    <a:pt x="91" y="20"/>
                  </a:moveTo>
                  <a:cubicBezTo>
                    <a:pt x="57" y="51"/>
                    <a:pt x="57" y="51"/>
                    <a:pt x="57" y="51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8" y="72"/>
                    <a:pt x="102" y="62"/>
                    <a:pt x="102" y="51"/>
                  </a:cubicBezTo>
                  <a:cubicBezTo>
                    <a:pt x="102" y="39"/>
                    <a:pt x="98" y="28"/>
                    <a:pt x="91" y="2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0546" tIns="45273" rIns="90546" bIns="4527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90" name="Rectangle 89">
            <a:extLst>
              <a:ext uri="{FF2B5EF4-FFF2-40B4-BE49-F238E27FC236}">
                <a16:creationId xmlns:a16="http://schemas.microsoft.com/office/drawing/2014/main" id="{054837D8-9F33-E31D-29D9-D64E415B1EAB}"/>
              </a:ext>
            </a:extLst>
          </p:cNvPr>
          <p:cNvSpPr/>
          <p:nvPr/>
        </p:nvSpPr>
        <p:spPr>
          <a:xfrm>
            <a:off x="2238049" y="4244934"/>
            <a:ext cx="904761" cy="15313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srgbClr val="0072B8"/>
                </a:solidFill>
                <a:effectLst/>
                <a:uLnTx/>
                <a:uFillTx/>
                <a:latin typeface="Calibri" panose="020F0502020204030204"/>
              </a:rPr>
              <a:t>Decoding 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F0C45D9-BF23-5030-E868-BF7845E1609B}"/>
              </a:ext>
            </a:extLst>
          </p:cNvPr>
          <p:cNvSpPr/>
          <p:nvPr/>
        </p:nvSpPr>
        <p:spPr>
          <a:xfrm>
            <a:off x="549022" y="4185324"/>
            <a:ext cx="2373826" cy="649663"/>
          </a:xfrm>
          <a:prstGeom prst="rect">
            <a:avLst/>
          </a:prstGeom>
          <a:solidFill>
            <a:srgbClr val="FECB00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2D73F39-0A3D-8C1D-95EB-364104DBC40F}"/>
              </a:ext>
            </a:extLst>
          </p:cNvPr>
          <p:cNvSpPr/>
          <p:nvPr/>
        </p:nvSpPr>
        <p:spPr>
          <a:xfrm>
            <a:off x="666075" y="4405261"/>
            <a:ext cx="685476" cy="352434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Metadata Processing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F94F3B5-47CC-D4A1-2A16-6BB69823F665}"/>
              </a:ext>
            </a:extLst>
          </p:cNvPr>
          <p:cNvSpPr/>
          <p:nvPr/>
        </p:nvSpPr>
        <p:spPr>
          <a:xfrm>
            <a:off x="532227" y="3435341"/>
            <a:ext cx="5221167" cy="671015"/>
          </a:xfrm>
          <a:prstGeom prst="rect">
            <a:avLst/>
          </a:prstGeom>
          <a:solidFill>
            <a:srgbClr val="0099CC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886F586-39CB-5843-DEE0-7E89D4F787C8}"/>
              </a:ext>
            </a:extLst>
          </p:cNvPr>
          <p:cNvSpPr/>
          <p:nvPr/>
        </p:nvSpPr>
        <p:spPr>
          <a:xfrm>
            <a:off x="2162889" y="3798901"/>
            <a:ext cx="759959" cy="15313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Mass IP Collection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E76F8CB-07D9-DB06-9710-4E34D6C09E85}"/>
              </a:ext>
            </a:extLst>
          </p:cNvPr>
          <p:cNvSpPr/>
          <p:nvPr/>
        </p:nvSpPr>
        <p:spPr>
          <a:xfrm>
            <a:off x="2715888" y="3796829"/>
            <a:ext cx="919735" cy="251137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Mass Telephony Collection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EE3482F-1A13-C0BD-1E76-CF26C4EA1DA8}"/>
              </a:ext>
            </a:extLst>
          </p:cNvPr>
          <p:cNvSpPr/>
          <p:nvPr/>
        </p:nvSpPr>
        <p:spPr>
          <a:xfrm>
            <a:off x="3444570" y="3795835"/>
            <a:ext cx="802034" cy="15313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Target Interception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8765376-13F1-B5E2-A6D4-51FDE9911CC4}"/>
              </a:ext>
            </a:extLst>
          </p:cNvPr>
          <p:cNvSpPr/>
          <p:nvPr/>
        </p:nvSpPr>
        <p:spPr>
          <a:xfrm>
            <a:off x="4090246" y="5147373"/>
            <a:ext cx="958374" cy="380987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Investigation  Management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7FC7A30-EB83-39D1-D9A4-2DB6AB5539F8}"/>
              </a:ext>
            </a:extLst>
          </p:cNvPr>
          <p:cNvSpPr/>
          <p:nvPr/>
        </p:nvSpPr>
        <p:spPr>
          <a:xfrm>
            <a:off x="3194961" y="5146139"/>
            <a:ext cx="773432" cy="376169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Location  </a:t>
            </a:r>
            <a:b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</a:b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Analytics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46A408C-90A2-618C-BE68-BF74795CF48E}"/>
              </a:ext>
            </a:extLst>
          </p:cNvPr>
          <p:cNvSpPr/>
          <p:nvPr/>
        </p:nvSpPr>
        <p:spPr>
          <a:xfrm>
            <a:off x="1275104" y="5131091"/>
            <a:ext cx="823463" cy="381715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Content Analysis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3B33A9F-0D9D-4EE3-56E2-7E3D33479CF5}"/>
              </a:ext>
            </a:extLst>
          </p:cNvPr>
          <p:cNvSpPr/>
          <p:nvPr/>
        </p:nvSpPr>
        <p:spPr>
          <a:xfrm>
            <a:off x="2244591" y="5144064"/>
            <a:ext cx="789855" cy="379054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Metadata Analysis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04E83D1-881C-856A-2C49-E244ED4B1984}"/>
              </a:ext>
            </a:extLst>
          </p:cNvPr>
          <p:cNvSpPr/>
          <p:nvPr/>
        </p:nvSpPr>
        <p:spPr>
          <a:xfrm>
            <a:off x="2964408" y="4179834"/>
            <a:ext cx="2788985" cy="649663"/>
          </a:xfrm>
          <a:prstGeom prst="rect">
            <a:avLst/>
          </a:prstGeom>
          <a:solidFill>
            <a:srgbClr val="FECB00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7E93985-8E08-2B53-9C0F-CE0AC66E5CAD}"/>
              </a:ext>
            </a:extLst>
          </p:cNvPr>
          <p:cNvSpPr/>
          <p:nvPr/>
        </p:nvSpPr>
        <p:spPr>
          <a:xfrm>
            <a:off x="1424194" y="4410195"/>
            <a:ext cx="618687" cy="352434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Decoding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77F6768-2761-FE31-BB9D-7299B8A095C4}"/>
              </a:ext>
            </a:extLst>
          </p:cNvPr>
          <p:cNvSpPr/>
          <p:nvPr/>
        </p:nvSpPr>
        <p:spPr>
          <a:xfrm>
            <a:off x="2111678" y="4410011"/>
            <a:ext cx="709635" cy="352434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Enrichment</a:t>
            </a:r>
          </a:p>
        </p:txBody>
      </p:sp>
      <p:pic>
        <p:nvPicPr>
          <p:cNvPr id="104" name="Picture 21" descr="D:\Users\heven-hen\Desktop\Source files local 1\Photos HighRes (purchesed)\icons\Tech diargam Icons\Rack-Unit.png">
            <a:extLst>
              <a:ext uri="{FF2B5EF4-FFF2-40B4-BE49-F238E27FC236}">
                <a16:creationId xmlns:a16="http://schemas.microsoft.com/office/drawing/2014/main" id="{1CD16758-A8EB-8C9F-18DD-938AC8B99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876" y="4201862"/>
            <a:ext cx="531845" cy="504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BB4E84B5-F02E-E972-3C11-7A665B53AF7B}"/>
              </a:ext>
            </a:extLst>
          </p:cNvPr>
          <p:cNvSpPr txBox="1"/>
          <p:nvPr/>
        </p:nvSpPr>
        <p:spPr>
          <a:xfrm>
            <a:off x="3297332" y="4660631"/>
            <a:ext cx="581758" cy="228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Mass DB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10B0793-2BD9-1863-D94B-DFFC46E1A144}"/>
              </a:ext>
            </a:extLst>
          </p:cNvPr>
          <p:cNvSpPr txBox="1"/>
          <p:nvPr/>
        </p:nvSpPr>
        <p:spPr>
          <a:xfrm>
            <a:off x="3804286" y="4660631"/>
            <a:ext cx="698929" cy="228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Target DB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BF3BE40-0182-89F3-2BA9-4559628BE4FB}"/>
              </a:ext>
            </a:extLst>
          </p:cNvPr>
          <p:cNvSpPr txBox="1"/>
          <p:nvPr/>
        </p:nvSpPr>
        <p:spPr>
          <a:xfrm>
            <a:off x="4303587" y="4654950"/>
            <a:ext cx="937674" cy="228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Central Storage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8362EF7-987C-6FFA-41CA-D91E7F88F8EA}"/>
              </a:ext>
            </a:extLst>
          </p:cNvPr>
          <p:cNvSpPr/>
          <p:nvPr/>
        </p:nvSpPr>
        <p:spPr>
          <a:xfrm>
            <a:off x="749444" y="3444699"/>
            <a:ext cx="456463" cy="153132"/>
          </a:xfrm>
          <a:prstGeom prst="rect">
            <a:avLst/>
          </a:prstGeom>
        </p:spPr>
        <p:txBody>
          <a:bodyPr wrap="non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Narkisim" panose="020E0502050101010101" pitchFamily="34" charset="-79"/>
              </a:rPr>
              <a:t>Collection 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A420B71-EE67-9E61-F2C9-5B70CF6D865C}"/>
              </a:ext>
            </a:extLst>
          </p:cNvPr>
          <p:cNvSpPr/>
          <p:nvPr/>
        </p:nvSpPr>
        <p:spPr>
          <a:xfrm>
            <a:off x="687353" y="4222437"/>
            <a:ext cx="458117" cy="153132"/>
          </a:xfrm>
          <a:prstGeom prst="rect">
            <a:avLst/>
          </a:prstGeom>
        </p:spPr>
        <p:txBody>
          <a:bodyPr wrap="non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Processing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F1AE0A8-817F-8DC0-F900-59B41DCF59DC}"/>
              </a:ext>
            </a:extLst>
          </p:cNvPr>
          <p:cNvSpPr/>
          <p:nvPr/>
        </p:nvSpPr>
        <p:spPr>
          <a:xfrm>
            <a:off x="3068672" y="4217327"/>
            <a:ext cx="362124" cy="153132"/>
          </a:xfrm>
          <a:prstGeom prst="rect">
            <a:avLst/>
          </a:prstGeom>
        </p:spPr>
        <p:txBody>
          <a:bodyPr wrap="non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Storage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FF62325-3AD0-A3DE-1C49-FD40343877E8}"/>
              </a:ext>
            </a:extLst>
          </p:cNvPr>
          <p:cNvSpPr/>
          <p:nvPr/>
        </p:nvSpPr>
        <p:spPr>
          <a:xfrm>
            <a:off x="748451" y="4943686"/>
            <a:ext cx="1206199" cy="153132"/>
          </a:xfrm>
          <a:prstGeom prst="rect">
            <a:avLst/>
          </a:prstGeom>
        </p:spPr>
        <p:txBody>
          <a:bodyPr wrap="non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Investigation &amp; Analytics Engines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E3F0F86-278F-A5B7-F747-CBF9009F8A7A}"/>
              </a:ext>
            </a:extLst>
          </p:cNvPr>
          <p:cNvGrpSpPr/>
          <p:nvPr/>
        </p:nvGrpSpPr>
        <p:grpSpPr>
          <a:xfrm>
            <a:off x="3930784" y="4284362"/>
            <a:ext cx="353049" cy="395453"/>
            <a:chOff x="5018088" y="1946275"/>
            <a:chExt cx="411163" cy="485775"/>
          </a:xfrm>
          <a:solidFill>
            <a:srgbClr val="495965"/>
          </a:solidFill>
        </p:grpSpPr>
        <p:sp>
          <p:nvSpPr>
            <p:cNvPr id="149" name="Freeform 94">
              <a:extLst>
                <a:ext uri="{FF2B5EF4-FFF2-40B4-BE49-F238E27FC236}">
                  <a16:creationId xmlns:a16="http://schemas.microsoft.com/office/drawing/2014/main" id="{ACD03579-F506-A514-7998-A02617FEDD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8088" y="1946275"/>
              <a:ext cx="411163" cy="485775"/>
            </a:xfrm>
            <a:custGeom>
              <a:avLst/>
              <a:gdLst>
                <a:gd name="T0" fmla="*/ 184 w 184"/>
                <a:gd name="T1" fmla="*/ 34 h 217"/>
                <a:gd name="T2" fmla="*/ 92 w 184"/>
                <a:gd name="T3" fmla="*/ 0 h 217"/>
                <a:gd name="T4" fmla="*/ 1 w 184"/>
                <a:gd name="T5" fmla="*/ 33 h 217"/>
                <a:gd name="T6" fmla="*/ 1 w 184"/>
                <a:gd name="T7" fmla="*/ 34 h 217"/>
                <a:gd name="T8" fmla="*/ 0 w 184"/>
                <a:gd name="T9" fmla="*/ 36 h 217"/>
                <a:gd name="T10" fmla="*/ 0 w 184"/>
                <a:gd name="T11" fmla="*/ 183 h 217"/>
                <a:gd name="T12" fmla="*/ 92 w 184"/>
                <a:gd name="T13" fmla="*/ 217 h 217"/>
                <a:gd name="T14" fmla="*/ 184 w 184"/>
                <a:gd name="T15" fmla="*/ 184 h 217"/>
                <a:gd name="T16" fmla="*/ 184 w 184"/>
                <a:gd name="T17" fmla="*/ 36 h 217"/>
                <a:gd name="T18" fmla="*/ 184 w 184"/>
                <a:gd name="T19" fmla="*/ 36 h 217"/>
                <a:gd name="T20" fmla="*/ 184 w 184"/>
                <a:gd name="T21" fmla="*/ 34 h 217"/>
                <a:gd name="T22" fmla="*/ 176 w 184"/>
                <a:gd name="T23" fmla="*/ 136 h 217"/>
                <a:gd name="T24" fmla="*/ 92 w 184"/>
                <a:gd name="T25" fmla="*/ 161 h 217"/>
                <a:gd name="T26" fmla="*/ 9 w 184"/>
                <a:gd name="T27" fmla="*/ 136 h 217"/>
                <a:gd name="T28" fmla="*/ 8 w 184"/>
                <a:gd name="T29" fmla="*/ 134 h 217"/>
                <a:gd name="T30" fmla="*/ 8 w 184"/>
                <a:gd name="T31" fmla="*/ 97 h 217"/>
                <a:gd name="T32" fmla="*/ 92 w 184"/>
                <a:gd name="T33" fmla="*/ 117 h 217"/>
                <a:gd name="T34" fmla="*/ 176 w 184"/>
                <a:gd name="T35" fmla="*/ 98 h 217"/>
                <a:gd name="T36" fmla="*/ 176 w 184"/>
                <a:gd name="T37" fmla="*/ 136 h 217"/>
                <a:gd name="T38" fmla="*/ 176 w 184"/>
                <a:gd name="T39" fmla="*/ 84 h 217"/>
                <a:gd name="T40" fmla="*/ 92 w 184"/>
                <a:gd name="T41" fmla="*/ 109 h 217"/>
                <a:gd name="T42" fmla="*/ 9 w 184"/>
                <a:gd name="T43" fmla="*/ 84 h 217"/>
                <a:gd name="T44" fmla="*/ 8 w 184"/>
                <a:gd name="T45" fmla="*/ 82 h 217"/>
                <a:gd name="T46" fmla="*/ 8 w 184"/>
                <a:gd name="T47" fmla="*/ 47 h 217"/>
                <a:gd name="T48" fmla="*/ 92 w 184"/>
                <a:gd name="T49" fmla="*/ 67 h 217"/>
                <a:gd name="T50" fmla="*/ 176 w 184"/>
                <a:gd name="T51" fmla="*/ 48 h 217"/>
                <a:gd name="T52" fmla="*/ 176 w 184"/>
                <a:gd name="T53" fmla="*/ 84 h 217"/>
                <a:gd name="T54" fmla="*/ 92 w 184"/>
                <a:gd name="T55" fmla="*/ 8 h 217"/>
                <a:gd name="T56" fmla="*/ 176 w 184"/>
                <a:gd name="T57" fmla="*/ 34 h 217"/>
                <a:gd name="T58" fmla="*/ 92 w 184"/>
                <a:gd name="T59" fmla="*/ 59 h 217"/>
                <a:gd name="T60" fmla="*/ 9 w 184"/>
                <a:gd name="T61" fmla="*/ 33 h 217"/>
                <a:gd name="T62" fmla="*/ 92 w 184"/>
                <a:gd name="T63" fmla="*/ 8 h 217"/>
                <a:gd name="T64" fmla="*/ 92 w 184"/>
                <a:gd name="T65" fmla="*/ 209 h 217"/>
                <a:gd name="T66" fmla="*/ 8 w 184"/>
                <a:gd name="T67" fmla="*/ 183 h 217"/>
                <a:gd name="T68" fmla="*/ 8 w 184"/>
                <a:gd name="T69" fmla="*/ 149 h 217"/>
                <a:gd name="T70" fmla="*/ 92 w 184"/>
                <a:gd name="T71" fmla="*/ 169 h 217"/>
                <a:gd name="T72" fmla="*/ 176 w 184"/>
                <a:gd name="T73" fmla="*/ 150 h 217"/>
                <a:gd name="T74" fmla="*/ 176 w 184"/>
                <a:gd name="T75" fmla="*/ 184 h 217"/>
                <a:gd name="T76" fmla="*/ 92 w 184"/>
                <a:gd name="T77" fmla="*/ 2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4" h="217">
                  <a:moveTo>
                    <a:pt x="184" y="34"/>
                  </a:moveTo>
                  <a:cubicBezTo>
                    <a:pt x="184" y="18"/>
                    <a:pt x="152" y="0"/>
                    <a:pt x="92" y="0"/>
                  </a:cubicBezTo>
                  <a:cubicBezTo>
                    <a:pt x="48" y="0"/>
                    <a:pt x="1" y="12"/>
                    <a:pt x="1" y="33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5"/>
                    <a:pt x="0" y="36"/>
                    <a:pt x="0" y="36"/>
                  </a:cubicBezTo>
                  <a:cubicBezTo>
                    <a:pt x="0" y="183"/>
                    <a:pt x="0" y="183"/>
                    <a:pt x="0" y="183"/>
                  </a:cubicBezTo>
                  <a:cubicBezTo>
                    <a:pt x="0" y="204"/>
                    <a:pt x="47" y="217"/>
                    <a:pt x="92" y="217"/>
                  </a:cubicBezTo>
                  <a:cubicBezTo>
                    <a:pt x="138" y="217"/>
                    <a:pt x="184" y="206"/>
                    <a:pt x="184" y="184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5"/>
                    <a:pt x="184" y="35"/>
                    <a:pt x="184" y="34"/>
                  </a:cubicBezTo>
                  <a:close/>
                  <a:moveTo>
                    <a:pt x="176" y="136"/>
                  </a:moveTo>
                  <a:cubicBezTo>
                    <a:pt x="176" y="148"/>
                    <a:pt x="142" y="161"/>
                    <a:pt x="92" y="161"/>
                  </a:cubicBezTo>
                  <a:cubicBezTo>
                    <a:pt x="43" y="161"/>
                    <a:pt x="9" y="148"/>
                    <a:pt x="9" y="136"/>
                  </a:cubicBezTo>
                  <a:cubicBezTo>
                    <a:pt x="9" y="135"/>
                    <a:pt x="8" y="134"/>
                    <a:pt x="8" y="134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23" y="110"/>
                    <a:pt x="58" y="117"/>
                    <a:pt x="92" y="117"/>
                  </a:cubicBezTo>
                  <a:cubicBezTo>
                    <a:pt x="126" y="117"/>
                    <a:pt x="161" y="110"/>
                    <a:pt x="176" y="98"/>
                  </a:cubicBezTo>
                  <a:lnTo>
                    <a:pt x="176" y="136"/>
                  </a:lnTo>
                  <a:close/>
                  <a:moveTo>
                    <a:pt x="176" y="84"/>
                  </a:moveTo>
                  <a:cubicBezTo>
                    <a:pt x="176" y="96"/>
                    <a:pt x="142" y="109"/>
                    <a:pt x="92" y="109"/>
                  </a:cubicBezTo>
                  <a:cubicBezTo>
                    <a:pt x="43" y="109"/>
                    <a:pt x="9" y="96"/>
                    <a:pt x="9" y="84"/>
                  </a:cubicBezTo>
                  <a:cubicBezTo>
                    <a:pt x="9" y="83"/>
                    <a:pt x="8" y="82"/>
                    <a:pt x="8" y="82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23" y="60"/>
                    <a:pt x="58" y="67"/>
                    <a:pt x="92" y="67"/>
                  </a:cubicBezTo>
                  <a:cubicBezTo>
                    <a:pt x="126" y="67"/>
                    <a:pt x="161" y="60"/>
                    <a:pt x="176" y="48"/>
                  </a:cubicBezTo>
                  <a:lnTo>
                    <a:pt x="176" y="84"/>
                  </a:lnTo>
                  <a:close/>
                  <a:moveTo>
                    <a:pt x="92" y="8"/>
                  </a:moveTo>
                  <a:cubicBezTo>
                    <a:pt x="140" y="8"/>
                    <a:pt x="176" y="22"/>
                    <a:pt x="176" y="34"/>
                  </a:cubicBezTo>
                  <a:cubicBezTo>
                    <a:pt x="176" y="46"/>
                    <a:pt x="142" y="59"/>
                    <a:pt x="92" y="59"/>
                  </a:cubicBezTo>
                  <a:cubicBezTo>
                    <a:pt x="43" y="59"/>
                    <a:pt x="9" y="45"/>
                    <a:pt x="9" y="33"/>
                  </a:cubicBezTo>
                  <a:cubicBezTo>
                    <a:pt x="9" y="22"/>
                    <a:pt x="43" y="8"/>
                    <a:pt x="92" y="8"/>
                  </a:cubicBezTo>
                  <a:close/>
                  <a:moveTo>
                    <a:pt x="92" y="209"/>
                  </a:moveTo>
                  <a:cubicBezTo>
                    <a:pt x="44" y="209"/>
                    <a:pt x="8" y="195"/>
                    <a:pt x="8" y="183"/>
                  </a:cubicBezTo>
                  <a:cubicBezTo>
                    <a:pt x="8" y="149"/>
                    <a:pt x="8" y="149"/>
                    <a:pt x="8" y="149"/>
                  </a:cubicBezTo>
                  <a:cubicBezTo>
                    <a:pt x="23" y="162"/>
                    <a:pt x="58" y="169"/>
                    <a:pt x="92" y="169"/>
                  </a:cubicBezTo>
                  <a:cubicBezTo>
                    <a:pt x="126" y="169"/>
                    <a:pt x="161" y="162"/>
                    <a:pt x="176" y="150"/>
                  </a:cubicBezTo>
                  <a:cubicBezTo>
                    <a:pt x="176" y="184"/>
                    <a:pt x="176" y="184"/>
                    <a:pt x="176" y="184"/>
                  </a:cubicBezTo>
                  <a:cubicBezTo>
                    <a:pt x="176" y="196"/>
                    <a:pt x="141" y="209"/>
                    <a:pt x="92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50" name="Freeform 95">
              <a:extLst>
                <a:ext uri="{FF2B5EF4-FFF2-40B4-BE49-F238E27FC236}">
                  <a16:creationId xmlns:a16="http://schemas.microsoft.com/office/drawing/2014/main" id="{B3D34418-2D5B-5BB7-6593-DC82DCDCF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114550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51" name="Freeform 96">
              <a:extLst>
                <a:ext uri="{FF2B5EF4-FFF2-40B4-BE49-F238E27FC236}">
                  <a16:creationId xmlns:a16="http://schemas.microsoft.com/office/drawing/2014/main" id="{474A397B-B48F-3E63-5904-6680EE34C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225675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52" name="Freeform 97">
              <a:extLst>
                <a:ext uri="{FF2B5EF4-FFF2-40B4-BE49-F238E27FC236}">
                  <a16:creationId xmlns:a16="http://schemas.microsoft.com/office/drawing/2014/main" id="{5D57A767-381C-010E-D192-F8D730628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341563"/>
              <a:ext cx="60325" cy="30162"/>
            </a:xfrm>
            <a:custGeom>
              <a:avLst/>
              <a:gdLst>
                <a:gd name="T0" fmla="*/ 20 w 27"/>
                <a:gd name="T1" fmla="*/ 1 h 13"/>
                <a:gd name="T2" fmla="*/ 3 w 27"/>
                <a:gd name="T3" fmla="*/ 5 h 13"/>
                <a:gd name="T4" fmla="*/ 0 w 27"/>
                <a:gd name="T5" fmla="*/ 10 h 13"/>
                <a:gd name="T6" fmla="*/ 4 w 27"/>
                <a:gd name="T7" fmla="*/ 13 h 13"/>
                <a:gd name="T8" fmla="*/ 4 w 27"/>
                <a:gd name="T9" fmla="*/ 13 h 13"/>
                <a:gd name="T10" fmla="*/ 24 w 27"/>
                <a:gd name="T11" fmla="*/ 8 h 13"/>
                <a:gd name="T12" fmla="*/ 26 w 27"/>
                <a:gd name="T13" fmla="*/ 2 h 13"/>
                <a:gd name="T14" fmla="*/ 20 w 27"/>
                <a:gd name="T1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20" y="1"/>
                  </a:moveTo>
                  <a:cubicBezTo>
                    <a:pt x="17" y="3"/>
                    <a:pt x="9" y="5"/>
                    <a:pt x="3" y="5"/>
                  </a:cubicBezTo>
                  <a:cubicBezTo>
                    <a:pt x="1" y="5"/>
                    <a:pt x="0" y="7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11" y="12"/>
                    <a:pt x="19" y="10"/>
                    <a:pt x="24" y="8"/>
                  </a:cubicBezTo>
                  <a:cubicBezTo>
                    <a:pt x="26" y="7"/>
                    <a:pt x="27" y="4"/>
                    <a:pt x="26" y="2"/>
                  </a:cubicBezTo>
                  <a:cubicBezTo>
                    <a:pt x="25" y="0"/>
                    <a:pt x="22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6E698FA-3598-8136-10F9-D77E65CFAE01}"/>
              </a:ext>
            </a:extLst>
          </p:cNvPr>
          <p:cNvGrpSpPr/>
          <p:nvPr/>
        </p:nvGrpSpPr>
        <p:grpSpPr>
          <a:xfrm>
            <a:off x="3434535" y="4272710"/>
            <a:ext cx="353049" cy="395453"/>
            <a:chOff x="5018088" y="1946275"/>
            <a:chExt cx="411163" cy="485775"/>
          </a:xfrm>
          <a:solidFill>
            <a:srgbClr val="495965"/>
          </a:solidFill>
        </p:grpSpPr>
        <p:sp>
          <p:nvSpPr>
            <p:cNvPr id="145" name="Freeform 94">
              <a:extLst>
                <a:ext uri="{FF2B5EF4-FFF2-40B4-BE49-F238E27FC236}">
                  <a16:creationId xmlns:a16="http://schemas.microsoft.com/office/drawing/2014/main" id="{D8965D83-4FF2-07C2-D9B0-AC620B539C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8088" y="1946275"/>
              <a:ext cx="411163" cy="485775"/>
            </a:xfrm>
            <a:custGeom>
              <a:avLst/>
              <a:gdLst>
                <a:gd name="T0" fmla="*/ 184 w 184"/>
                <a:gd name="T1" fmla="*/ 34 h 217"/>
                <a:gd name="T2" fmla="*/ 92 w 184"/>
                <a:gd name="T3" fmla="*/ 0 h 217"/>
                <a:gd name="T4" fmla="*/ 1 w 184"/>
                <a:gd name="T5" fmla="*/ 33 h 217"/>
                <a:gd name="T6" fmla="*/ 1 w 184"/>
                <a:gd name="T7" fmla="*/ 34 h 217"/>
                <a:gd name="T8" fmla="*/ 0 w 184"/>
                <a:gd name="T9" fmla="*/ 36 h 217"/>
                <a:gd name="T10" fmla="*/ 0 w 184"/>
                <a:gd name="T11" fmla="*/ 183 h 217"/>
                <a:gd name="T12" fmla="*/ 92 w 184"/>
                <a:gd name="T13" fmla="*/ 217 h 217"/>
                <a:gd name="T14" fmla="*/ 184 w 184"/>
                <a:gd name="T15" fmla="*/ 184 h 217"/>
                <a:gd name="T16" fmla="*/ 184 w 184"/>
                <a:gd name="T17" fmla="*/ 36 h 217"/>
                <a:gd name="T18" fmla="*/ 184 w 184"/>
                <a:gd name="T19" fmla="*/ 36 h 217"/>
                <a:gd name="T20" fmla="*/ 184 w 184"/>
                <a:gd name="T21" fmla="*/ 34 h 217"/>
                <a:gd name="T22" fmla="*/ 176 w 184"/>
                <a:gd name="T23" fmla="*/ 136 h 217"/>
                <a:gd name="T24" fmla="*/ 92 w 184"/>
                <a:gd name="T25" fmla="*/ 161 h 217"/>
                <a:gd name="T26" fmla="*/ 9 w 184"/>
                <a:gd name="T27" fmla="*/ 136 h 217"/>
                <a:gd name="T28" fmla="*/ 8 w 184"/>
                <a:gd name="T29" fmla="*/ 134 h 217"/>
                <a:gd name="T30" fmla="*/ 8 w 184"/>
                <a:gd name="T31" fmla="*/ 97 h 217"/>
                <a:gd name="T32" fmla="*/ 92 w 184"/>
                <a:gd name="T33" fmla="*/ 117 h 217"/>
                <a:gd name="T34" fmla="*/ 176 w 184"/>
                <a:gd name="T35" fmla="*/ 98 h 217"/>
                <a:gd name="T36" fmla="*/ 176 w 184"/>
                <a:gd name="T37" fmla="*/ 136 h 217"/>
                <a:gd name="T38" fmla="*/ 176 w 184"/>
                <a:gd name="T39" fmla="*/ 84 h 217"/>
                <a:gd name="T40" fmla="*/ 92 w 184"/>
                <a:gd name="T41" fmla="*/ 109 h 217"/>
                <a:gd name="T42" fmla="*/ 9 w 184"/>
                <a:gd name="T43" fmla="*/ 84 h 217"/>
                <a:gd name="T44" fmla="*/ 8 w 184"/>
                <a:gd name="T45" fmla="*/ 82 h 217"/>
                <a:gd name="T46" fmla="*/ 8 w 184"/>
                <a:gd name="T47" fmla="*/ 47 h 217"/>
                <a:gd name="T48" fmla="*/ 92 w 184"/>
                <a:gd name="T49" fmla="*/ 67 h 217"/>
                <a:gd name="T50" fmla="*/ 176 w 184"/>
                <a:gd name="T51" fmla="*/ 48 h 217"/>
                <a:gd name="T52" fmla="*/ 176 w 184"/>
                <a:gd name="T53" fmla="*/ 84 h 217"/>
                <a:gd name="T54" fmla="*/ 92 w 184"/>
                <a:gd name="T55" fmla="*/ 8 h 217"/>
                <a:gd name="T56" fmla="*/ 176 w 184"/>
                <a:gd name="T57" fmla="*/ 34 h 217"/>
                <a:gd name="T58" fmla="*/ 92 w 184"/>
                <a:gd name="T59" fmla="*/ 59 h 217"/>
                <a:gd name="T60" fmla="*/ 9 w 184"/>
                <a:gd name="T61" fmla="*/ 33 h 217"/>
                <a:gd name="T62" fmla="*/ 92 w 184"/>
                <a:gd name="T63" fmla="*/ 8 h 217"/>
                <a:gd name="T64" fmla="*/ 92 w 184"/>
                <a:gd name="T65" fmla="*/ 209 h 217"/>
                <a:gd name="T66" fmla="*/ 8 w 184"/>
                <a:gd name="T67" fmla="*/ 183 h 217"/>
                <a:gd name="T68" fmla="*/ 8 w 184"/>
                <a:gd name="T69" fmla="*/ 149 h 217"/>
                <a:gd name="T70" fmla="*/ 92 w 184"/>
                <a:gd name="T71" fmla="*/ 169 h 217"/>
                <a:gd name="T72" fmla="*/ 176 w 184"/>
                <a:gd name="T73" fmla="*/ 150 h 217"/>
                <a:gd name="T74" fmla="*/ 176 w 184"/>
                <a:gd name="T75" fmla="*/ 184 h 217"/>
                <a:gd name="T76" fmla="*/ 92 w 184"/>
                <a:gd name="T77" fmla="*/ 2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4" h="217">
                  <a:moveTo>
                    <a:pt x="184" y="34"/>
                  </a:moveTo>
                  <a:cubicBezTo>
                    <a:pt x="184" y="18"/>
                    <a:pt x="152" y="0"/>
                    <a:pt x="92" y="0"/>
                  </a:cubicBezTo>
                  <a:cubicBezTo>
                    <a:pt x="48" y="0"/>
                    <a:pt x="1" y="12"/>
                    <a:pt x="1" y="33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5"/>
                    <a:pt x="0" y="36"/>
                    <a:pt x="0" y="36"/>
                  </a:cubicBezTo>
                  <a:cubicBezTo>
                    <a:pt x="0" y="183"/>
                    <a:pt x="0" y="183"/>
                    <a:pt x="0" y="183"/>
                  </a:cubicBezTo>
                  <a:cubicBezTo>
                    <a:pt x="0" y="204"/>
                    <a:pt x="47" y="217"/>
                    <a:pt x="92" y="217"/>
                  </a:cubicBezTo>
                  <a:cubicBezTo>
                    <a:pt x="138" y="217"/>
                    <a:pt x="184" y="206"/>
                    <a:pt x="184" y="184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5"/>
                    <a:pt x="184" y="35"/>
                    <a:pt x="184" y="34"/>
                  </a:cubicBezTo>
                  <a:close/>
                  <a:moveTo>
                    <a:pt x="176" y="136"/>
                  </a:moveTo>
                  <a:cubicBezTo>
                    <a:pt x="176" y="148"/>
                    <a:pt x="142" y="161"/>
                    <a:pt x="92" y="161"/>
                  </a:cubicBezTo>
                  <a:cubicBezTo>
                    <a:pt x="43" y="161"/>
                    <a:pt x="9" y="148"/>
                    <a:pt x="9" y="136"/>
                  </a:cubicBezTo>
                  <a:cubicBezTo>
                    <a:pt x="9" y="135"/>
                    <a:pt x="8" y="134"/>
                    <a:pt x="8" y="134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23" y="110"/>
                    <a:pt x="58" y="117"/>
                    <a:pt x="92" y="117"/>
                  </a:cubicBezTo>
                  <a:cubicBezTo>
                    <a:pt x="126" y="117"/>
                    <a:pt x="161" y="110"/>
                    <a:pt x="176" y="98"/>
                  </a:cubicBezTo>
                  <a:lnTo>
                    <a:pt x="176" y="136"/>
                  </a:lnTo>
                  <a:close/>
                  <a:moveTo>
                    <a:pt x="176" y="84"/>
                  </a:moveTo>
                  <a:cubicBezTo>
                    <a:pt x="176" y="96"/>
                    <a:pt x="142" y="109"/>
                    <a:pt x="92" y="109"/>
                  </a:cubicBezTo>
                  <a:cubicBezTo>
                    <a:pt x="43" y="109"/>
                    <a:pt x="9" y="96"/>
                    <a:pt x="9" y="84"/>
                  </a:cubicBezTo>
                  <a:cubicBezTo>
                    <a:pt x="9" y="83"/>
                    <a:pt x="8" y="82"/>
                    <a:pt x="8" y="82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23" y="60"/>
                    <a:pt x="58" y="67"/>
                    <a:pt x="92" y="67"/>
                  </a:cubicBezTo>
                  <a:cubicBezTo>
                    <a:pt x="126" y="67"/>
                    <a:pt x="161" y="60"/>
                    <a:pt x="176" y="48"/>
                  </a:cubicBezTo>
                  <a:lnTo>
                    <a:pt x="176" y="84"/>
                  </a:lnTo>
                  <a:close/>
                  <a:moveTo>
                    <a:pt x="92" y="8"/>
                  </a:moveTo>
                  <a:cubicBezTo>
                    <a:pt x="140" y="8"/>
                    <a:pt x="176" y="22"/>
                    <a:pt x="176" y="34"/>
                  </a:cubicBezTo>
                  <a:cubicBezTo>
                    <a:pt x="176" y="46"/>
                    <a:pt x="142" y="59"/>
                    <a:pt x="92" y="59"/>
                  </a:cubicBezTo>
                  <a:cubicBezTo>
                    <a:pt x="43" y="59"/>
                    <a:pt x="9" y="45"/>
                    <a:pt x="9" y="33"/>
                  </a:cubicBezTo>
                  <a:cubicBezTo>
                    <a:pt x="9" y="22"/>
                    <a:pt x="43" y="8"/>
                    <a:pt x="92" y="8"/>
                  </a:cubicBezTo>
                  <a:close/>
                  <a:moveTo>
                    <a:pt x="92" y="209"/>
                  </a:moveTo>
                  <a:cubicBezTo>
                    <a:pt x="44" y="209"/>
                    <a:pt x="8" y="195"/>
                    <a:pt x="8" y="183"/>
                  </a:cubicBezTo>
                  <a:cubicBezTo>
                    <a:pt x="8" y="149"/>
                    <a:pt x="8" y="149"/>
                    <a:pt x="8" y="149"/>
                  </a:cubicBezTo>
                  <a:cubicBezTo>
                    <a:pt x="23" y="162"/>
                    <a:pt x="58" y="169"/>
                    <a:pt x="92" y="169"/>
                  </a:cubicBezTo>
                  <a:cubicBezTo>
                    <a:pt x="126" y="169"/>
                    <a:pt x="161" y="162"/>
                    <a:pt x="176" y="150"/>
                  </a:cubicBezTo>
                  <a:cubicBezTo>
                    <a:pt x="176" y="184"/>
                    <a:pt x="176" y="184"/>
                    <a:pt x="176" y="184"/>
                  </a:cubicBezTo>
                  <a:cubicBezTo>
                    <a:pt x="176" y="196"/>
                    <a:pt x="141" y="209"/>
                    <a:pt x="92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6" name="Freeform 95">
              <a:extLst>
                <a:ext uri="{FF2B5EF4-FFF2-40B4-BE49-F238E27FC236}">
                  <a16:creationId xmlns:a16="http://schemas.microsoft.com/office/drawing/2014/main" id="{DBB8A3AC-D97A-8A0F-C893-D8A25BD30B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114550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7" name="Freeform 96">
              <a:extLst>
                <a:ext uri="{FF2B5EF4-FFF2-40B4-BE49-F238E27FC236}">
                  <a16:creationId xmlns:a16="http://schemas.microsoft.com/office/drawing/2014/main" id="{BCCA05B1-B386-0CCA-50F7-CF2BE691C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225675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8" name="Freeform 97">
              <a:extLst>
                <a:ext uri="{FF2B5EF4-FFF2-40B4-BE49-F238E27FC236}">
                  <a16:creationId xmlns:a16="http://schemas.microsoft.com/office/drawing/2014/main" id="{32F515CE-565F-E144-53A5-4F800B4AE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341563"/>
              <a:ext cx="60325" cy="30162"/>
            </a:xfrm>
            <a:custGeom>
              <a:avLst/>
              <a:gdLst>
                <a:gd name="T0" fmla="*/ 20 w 27"/>
                <a:gd name="T1" fmla="*/ 1 h 13"/>
                <a:gd name="T2" fmla="*/ 3 w 27"/>
                <a:gd name="T3" fmla="*/ 5 h 13"/>
                <a:gd name="T4" fmla="*/ 0 w 27"/>
                <a:gd name="T5" fmla="*/ 10 h 13"/>
                <a:gd name="T6" fmla="*/ 4 w 27"/>
                <a:gd name="T7" fmla="*/ 13 h 13"/>
                <a:gd name="T8" fmla="*/ 4 w 27"/>
                <a:gd name="T9" fmla="*/ 13 h 13"/>
                <a:gd name="T10" fmla="*/ 24 w 27"/>
                <a:gd name="T11" fmla="*/ 8 h 13"/>
                <a:gd name="T12" fmla="*/ 26 w 27"/>
                <a:gd name="T13" fmla="*/ 2 h 13"/>
                <a:gd name="T14" fmla="*/ 20 w 27"/>
                <a:gd name="T1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20" y="1"/>
                  </a:moveTo>
                  <a:cubicBezTo>
                    <a:pt x="17" y="3"/>
                    <a:pt x="9" y="5"/>
                    <a:pt x="3" y="5"/>
                  </a:cubicBezTo>
                  <a:cubicBezTo>
                    <a:pt x="1" y="5"/>
                    <a:pt x="0" y="7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11" y="12"/>
                    <a:pt x="19" y="10"/>
                    <a:pt x="24" y="8"/>
                  </a:cubicBezTo>
                  <a:cubicBezTo>
                    <a:pt x="26" y="7"/>
                    <a:pt x="27" y="4"/>
                    <a:pt x="26" y="2"/>
                  </a:cubicBezTo>
                  <a:cubicBezTo>
                    <a:pt x="25" y="0"/>
                    <a:pt x="22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FFFEA456-ABC5-980D-AED9-020ACAB2A539}"/>
              </a:ext>
            </a:extLst>
          </p:cNvPr>
          <p:cNvGrpSpPr/>
          <p:nvPr/>
        </p:nvGrpSpPr>
        <p:grpSpPr>
          <a:xfrm>
            <a:off x="2775512" y="5743968"/>
            <a:ext cx="216151" cy="215209"/>
            <a:chOff x="3722688" y="2786063"/>
            <a:chExt cx="442912" cy="465137"/>
          </a:xfrm>
          <a:solidFill>
            <a:sysClr val="window" lastClr="FFFFFF"/>
          </a:solidFill>
        </p:grpSpPr>
        <p:sp>
          <p:nvSpPr>
            <p:cNvPr id="141" name="Freeform 700">
              <a:extLst>
                <a:ext uri="{FF2B5EF4-FFF2-40B4-BE49-F238E27FC236}">
                  <a16:creationId xmlns:a16="http://schemas.microsoft.com/office/drawing/2014/main" id="{D044D2A7-0840-B52E-614B-2A53FD11D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688" y="2844800"/>
              <a:ext cx="409575" cy="406400"/>
            </a:xfrm>
            <a:custGeom>
              <a:avLst/>
              <a:gdLst>
                <a:gd name="T0" fmla="*/ 85 w 171"/>
                <a:gd name="T1" fmla="*/ 0 h 170"/>
                <a:gd name="T2" fmla="*/ 136 w 171"/>
                <a:gd name="T3" fmla="*/ 17 h 170"/>
                <a:gd name="T4" fmla="*/ 131 w 171"/>
                <a:gd name="T5" fmla="*/ 23 h 170"/>
                <a:gd name="T6" fmla="*/ 85 w 171"/>
                <a:gd name="T7" fmla="*/ 8 h 170"/>
                <a:gd name="T8" fmla="*/ 30 w 171"/>
                <a:gd name="T9" fmla="*/ 30 h 170"/>
                <a:gd name="T10" fmla="*/ 8 w 171"/>
                <a:gd name="T11" fmla="*/ 85 h 170"/>
                <a:gd name="T12" fmla="*/ 30 w 171"/>
                <a:gd name="T13" fmla="*/ 140 h 170"/>
                <a:gd name="T14" fmla="*/ 85 w 171"/>
                <a:gd name="T15" fmla="*/ 162 h 170"/>
                <a:gd name="T16" fmla="*/ 140 w 171"/>
                <a:gd name="T17" fmla="*/ 140 h 170"/>
                <a:gd name="T18" fmla="*/ 162 w 171"/>
                <a:gd name="T19" fmla="*/ 85 h 170"/>
                <a:gd name="T20" fmla="*/ 143 w 171"/>
                <a:gd name="T21" fmla="*/ 34 h 170"/>
                <a:gd name="T22" fmla="*/ 148 w 171"/>
                <a:gd name="T23" fmla="*/ 27 h 170"/>
                <a:gd name="T24" fmla="*/ 171 w 171"/>
                <a:gd name="T25" fmla="*/ 85 h 170"/>
                <a:gd name="T26" fmla="*/ 146 w 171"/>
                <a:gd name="T27" fmla="*/ 145 h 170"/>
                <a:gd name="T28" fmla="*/ 85 w 171"/>
                <a:gd name="T29" fmla="*/ 170 h 170"/>
                <a:gd name="T30" fmla="*/ 25 w 171"/>
                <a:gd name="T31" fmla="*/ 145 h 170"/>
                <a:gd name="T32" fmla="*/ 0 w 171"/>
                <a:gd name="T33" fmla="*/ 85 h 170"/>
                <a:gd name="T34" fmla="*/ 25 w 171"/>
                <a:gd name="T35" fmla="*/ 25 h 170"/>
                <a:gd name="T36" fmla="*/ 85 w 171"/>
                <a:gd name="T3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170">
                  <a:moveTo>
                    <a:pt x="85" y="0"/>
                  </a:moveTo>
                  <a:cubicBezTo>
                    <a:pt x="104" y="0"/>
                    <a:pt x="122" y="6"/>
                    <a:pt x="136" y="17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18" y="13"/>
                    <a:pt x="102" y="8"/>
                    <a:pt x="85" y="8"/>
                  </a:cubicBezTo>
                  <a:cubicBezTo>
                    <a:pt x="64" y="8"/>
                    <a:pt x="44" y="16"/>
                    <a:pt x="30" y="30"/>
                  </a:cubicBezTo>
                  <a:cubicBezTo>
                    <a:pt x="16" y="44"/>
                    <a:pt x="8" y="64"/>
                    <a:pt x="8" y="85"/>
                  </a:cubicBezTo>
                  <a:cubicBezTo>
                    <a:pt x="8" y="106"/>
                    <a:pt x="16" y="126"/>
                    <a:pt x="30" y="140"/>
                  </a:cubicBezTo>
                  <a:cubicBezTo>
                    <a:pt x="44" y="154"/>
                    <a:pt x="64" y="162"/>
                    <a:pt x="85" y="162"/>
                  </a:cubicBezTo>
                  <a:cubicBezTo>
                    <a:pt x="106" y="162"/>
                    <a:pt x="126" y="154"/>
                    <a:pt x="140" y="140"/>
                  </a:cubicBezTo>
                  <a:cubicBezTo>
                    <a:pt x="154" y="126"/>
                    <a:pt x="162" y="106"/>
                    <a:pt x="162" y="85"/>
                  </a:cubicBezTo>
                  <a:cubicBezTo>
                    <a:pt x="162" y="65"/>
                    <a:pt x="155" y="47"/>
                    <a:pt x="143" y="34"/>
                  </a:cubicBezTo>
                  <a:cubicBezTo>
                    <a:pt x="148" y="27"/>
                    <a:pt x="148" y="27"/>
                    <a:pt x="148" y="27"/>
                  </a:cubicBezTo>
                  <a:cubicBezTo>
                    <a:pt x="162" y="43"/>
                    <a:pt x="171" y="63"/>
                    <a:pt x="171" y="85"/>
                  </a:cubicBezTo>
                  <a:cubicBezTo>
                    <a:pt x="171" y="109"/>
                    <a:pt x="161" y="130"/>
                    <a:pt x="146" y="145"/>
                  </a:cubicBezTo>
                  <a:cubicBezTo>
                    <a:pt x="130" y="161"/>
                    <a:pt x="109" y="170"/>
                    <a:pt x="85" y="170"/>
                  </a:cubicBezTo>
                  <a:cubicBezTo>
                    <a:pt x="62" y="170"/>
                    <a:pt x="40" y="161"/>
                    <a:pt x="25" y="145"/>
                  </a:cubicBezTo>
                  <a:cubicBezTo>
                    <a:pt x="9" y="130"/>
                    <a:pt x="0" y="109"/>
                    <a:pt x="0" y="85"/>
                  </a:cubicBezTo>
                  <a:cubicBezTo>
                    <a:pt x="0" y="61"/>
                    <a:pt x="9" y="40"/>
                    <a:pt x="25" y="25"/>
                  </a:cubicBezTo>
                  <a:cubicBezTo>
                    <a:pt x="40" y="9"/>
                    <a:pt x="62" y="0"/>
                    <a:pt x="8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2" name="Freeform 701">
              <a:extLst>
                <a:ext uri="{FF2B5EF4-FFF2-40B4-BE49-F238E27FC236}">
                  <a16:creationId xmlns:a16="http://schemas.microsoft.com/office/drawing/2014/main" id="{ACDC868F-DD86-9332-6EDA-93404C85A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0950" y="2911475"/>
              <a:ext cx="271463" cy="273050"/>
            </a:xfrm>
            <a:custGeom>
              <a:avLst/>
              <a:gdLst>
                <a:gd name="T0" fmla="*/ 57 w 114"/>
                <a:gd name="T1" fmla="*/ 0 h 114"/>
                <a:gd name="T2" fmla="*/ 89 w 114"/>
                <a:gd name="T3" fmla="*/ 10 h 114"/>
                <a:gd name="T4" fmla="*/ 84 w 114"/>
                <a:gd name="T5" fmla="*/ 16 h 114"/>
                <a:gd name="T6" fmla="*/ 57 w 114"/>
                <a:gd name="T7" fmla="*/ 8 h 114"/>
                <a:gd name="T8" fmla="*/ 22 w 114"/>
                <a:gd name="T9" fmla="*/ 22 h 114"/>
                <a:gd name="T10" fmla="*/ 8 w 114"/>
                <a:gd name="T11" fmla="*/ 57 h 114"/>
                <a:gd name="T12" fmla="*/ 22 w 114"/>
                <a:gd name="T13" fmla="*/ 92 h 114"/>
                <a:gd name="T14" fmla="*/ 57 w 114"/>
                <a:gd name="T15" fmla="*/ 106 h 114"/>
                <a:gd name="T16" fmla="*/ 92 w 114"/>
                <a:gd name="T17" fmla="*/ 92 h 114"/>
                <a:gd name="T18" fmla="*/ 106 w 114"/>
                <a:gd name="T19" fmla="*/ 57 h 114"/>
                <a:gd name="T20" fmla="*/ 96 w 114"/>
                <a:gd name="T21" fmla="*/ 27 h 114"/>
                <a:gd name="T22" fmla="*/ 101 w 114"/>
                <a:gd name="T23" fmla="*/ 21 h 114"/>
                <a:gd name="T24" fmla="*/ 114 w 114"/>
                <a:gd name="T25" fmla="*/ 57 h 114"/>
                <a:gd name="T26" fmla="*/ 97 w 114"/>
                <a:gd name="T27" fmla="*/ 97 h 114"/>
                <a:gd name="T28" fmla="*/ 57 w 114"/>
                <a:gd name="T29" fmla="*/ 114 h 114"/>
                <a:gd name="T30" fmla="*/ 17 w 114"/>
                <a:gd name="T31" fmla="*/ 97 h 114"/>
                <a:gd name="T32" fmla="*/ 0 w 114"/>
                <a:gd name="T33" fmla="*/ 57 h 114"/>
                <a:gd name="T34" fmla="*/ 17 w 114"/>
                <a:gd name="T35" fmla="*/ 17 h 114"/>
                <a:gd name="T36" fmla="*/ 57 w 114"/>
                <a:gd name="T3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4" h="114">
                  <a:moveTo>
                    <a:pt x="57" y="0"/>
                  </a:moveTo>
                  <a:cubicBezTo>
                    <a:pt x="69" y="0"/>
                    <a:pt x="80" y="3"/>
                    <a:pt x="89" y="10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76" y="11"/>
                    <a:pt x="67" y="8"/>
                    <a:pt x="57" y="8"/>
                  </a:cubicBezTo>
                  <a:cubicBezTo>
                    <a:pt x="44" y="8"/>
                    <a:pt x="31" y="13"/>
                    <a:pt x="22" y="22"/>
                  </a:cubicBezTo>
                  <a:cubicBezTo>
                    <a:pt x="14" y="31"/>
                    <a:pt x="8" y="43"/>
                    <a:pt x="8" y="57"/>
                  </a:cubicBezTo>
                  <a:cubicBezTo>
                    <a:pt x="8" y="70"/>
                    <a:pt x="14" y="83"/>
                    <a:pt x="22" y="92"/>
                  </a:cubicBezTo>
                  <a:cubicBezTo>
                    <a:pt x="31" y="100"/>
                    <a:pt x="44" y="106"/>
                    <a:pt x="57" y="106"/>
                  </a:cubicBezTo>
                  <a:cubicBezTo>
                    <a:pt x="71" y="106"/>
                    <a:pt x="83" y="100"/>
                    <a:pt x="92" y="92"/>
                  </a:cubicBezTo>
                  <a:cubicBezTo>
                    <a:pt x="101" y="83"/>
                    <a:pt x="106" y="70"/>
                    <a:pt x="106" y="57"/>
                  </a:cubicBezTo>
                  <a:cubicBezTo>
                    <a:pt x="106" y="46"/>
                    <a:pt x="102" y="35"/>
                    <a:pt x="96" y="27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9" y="30"/>
                    <a:pt x="114" y="43"/>
                    <a:pt x="114" y="57"/>
                  </a:cubicBezTo>
                  <a:cubicBezTo>
                    <a:pt x="114" y="73"/>
                    <a:pt x="108" y="87"/>
                    <a:pt x="97" y="97"/>
                  </a:cubicBezTo>
                  <a:cubicBezTo>
                    <a:pt x="87" y="108"/>
                    <a:pt x="73" y="114"/>
                    <a:pt x="57" y="114"/>
                  </a:cubicBezTo>
                  <a:cubicBezTo>
                    <a:pt x="41" y="114"/>
                    <a:pt x="27" y="108"/>
                    <a:pt x="17" y="97"/>
                  </a:cubicBezTo>
                  <a:cubicBezTo>
                    <a:pt x="6" y="87"/>
                    <a:pt x="0" y="73"/>
                    <a:pt x="0" y="57"/>
                  </a:cubicBezTo>
                  <a:cubicBezTo>
                    <a:pt x="0" y="41"/>
                    <a:pt x="6" y="27"/>
                    <a:pt x="17" y="17"/>
                  </a:cubicBezTo>
                  <a:cubicBezTo>
                    <a:pt x="27" y="6"/>
                    <a:pt x="41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3" name="Freeform 702">
              <a:extLst>
                <a:ext uri="{FF2B5EF4-FFF2-40B4-BE49-F238E27FC236}">
                  <a16:creationId xmlns:a16="http://schemas.microsoft.com/office/drawing/2014/main" id="{FAE30790-4602-A90E-A221-DC033D39B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625" y="2978150"/>
              <a:ext cx="138113" cy="139700"/>
            </a:xfrm>
            <a:custGeom>
              <a:avLst/>
              <a:gdLst>
                <a:gd name="T0" fmla="*/ 29 w 58"/>
                <a:gd name="T1" fmla="*/ 0 h 58"/>
                <a:gd name="T2" fmla="*/ 42 w 58"/>
                <a:gd name="T3" fmla="*/ 3 h 58"/>
                <a:gd name="T4" fmla="*/ 36 w 58"/>
                <a:gd name="T5" fmla="*/ 9 h 58"/>
                <a:gd name="T6" fmla="*/ 29 w 58"/>
                <a:gd name="T7" fmla="*/ 8 h 58"/>
                <a:gd name="T8" fmla="*/ 14 w 58"/>
                <a:gd name="T9" fmla="*/ 14 h 58"/>
                <a:gd name="T10" fmla="*/ 8 w 58"/>
                <a:gd name="T11" fmla="*/ 29 h 58"/>
                <a:gd name="T12" fmla="*/ 14 w 58"/>
                <a:gd name="T13" fmla="*/ 44 h 58"/>
                <a:gd name="T14" fmla="*/ 29 w 58"/>
                <a:gd name="T15" fmla="*/ 50 h 58"/>
                <a:gd name="T16" fmla="*/ 44 w 58"/>
                <a:gd name="T17" fmla="*/ 44 h 58"/>
                <a:gd name="T18" fmla="*/ 50 w 58"/>
                <a:gd name="T19" fmla="*/ 29 h 58"/>
                <a:gd name="T20" fmla="*/ 48 w 58"/>
                <a:gd name="T21" fmla="*/ 20 h 58"/>
                <a:gd name="T22" fmla="*/ 54 w 58"/>
                <a:gd name="T23" fmla="*/ 14 h 58"/>
                <a:gd name="T24" fmla="*/ 58 w 58"/>
                <a:gd name="T25" fmla="*/ 29 h 58"/>
                <a:gd name="T26" fmla="*/ 49 w 58"/>
                <a:gd name="T27" fmla="*/ 49 h 58"/>
                <a:gd name="T28" fmla="*/ 29 w 58"/>
                <a:gd name="T29" fmla="*/ 58 h 58"/>
                <a:gd name="T30" fmla="*/ 9 w 58"/>
                <a:gd name="T31" fmla="*/ 49 h 58"/>
                <a:gd name="T32" fmla="*/ 0 w 58"/>
                <a:gd name="T33" fmla="*/ 29 h 58"/>
                <a:gd name="T34" fmla="*/ 9 w 58"/>
                <a:gd name="T35" fmla="*/ 9 h 58"/>
                <a:gd name="T36" fmla="*/ 29 w 58"/>
                <a:gd name="T3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" h="58">
                  <a:moveTo>
                    <a:pt x="29" y="0"/>
                  </a:moveTo>
                  <a:cubicBezTo>
                    <a:pt x="34" y="0"/>
                    <a:pt x="38" y="1"/>
                    <a:pt x="42" y="3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4" y="9"/>
                    <a:pt x="31" y="8"/>
                    <a:pt x="29" y="8"/>
                  </a:cubicBezTo>
                  <a:cubicBezTo>
                    <a:pt x="23" y="8"/>
                    <a:pt x="18" y="11"/>
                    <a:pt x="14" y="14"/>
                  </a:cubicBezTo>
                  <a:cubicBezTo>
                    <a:pt x="11" y="18"/>
                    <a:pt x="8" y="23"/>
                    <a:pt x="8" y="29"/>
                  </a:cubicBezTo>
                  <a:cubicBezTo>
                    <a:pt x="8" y="35"/>
                    <a:pt x="11" y="40"/>
                    <a:pt x="14" y="44"/>
                  </a:cubicBezTo>
                  <a:cubicBezTo>
                    <a:pt x="18" y="47"/>
                    <a:pt x="23" y="50"/>
                    <a:pt x="29" y="50"/>
                  </a:cubicBezTo>
                  <a:cubicBezTo>
                    <a:pt x="35" y="50"/>
                    <a:pt x="40" y="47"/>
                    <a:pt x="44" y="44"/>
                  </a:cubicBezTo>
                  <a:cubicBezTo>
                    <a:pt x="47" y="40"/>
                    <a:pt x="50" y="35"/>
                    <a:pt x="50" y="29"/>
                  </a:cubicBezTo>
                  <a:cubicBezTo>
                    <a:pt x="50" y="26"/>
                    <a:pt x="49" y="23"/>
                    <a:pt x="48" y="20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6" y="18"/>
                    <a:pt x="58" y="23"/>
                    <a:pt x="58" y="29"/>
                  </a:cubicBezTo>
                  <a:cubicBezTo>
                    <a:pt x="58" y="37"/>
                    <a:pt x="55" y="44"/>
                    <a:pt x="49" y="49"/>
                  </a:cubicBezTo>
                  <a:cubicBezTo>
                    <a:pt x="44" y="55"/>
                    <a:pt x="37" y="58"/>
                    <a:pt x="29" y="58"/>
                  </a:cubicBezTo>
                  <a:cubicBezTo>
                    <a:pt x="21" y="58"/>
                    <a:pt x="14" y="55"/>
                    <a:pt x="9" y="49"/>
                  </a:cubicBezTo>
                  <a:cubicBezTo>
                    <a:pt x="4" y="44"/>
                    <a:pt x="0" y="37"/>
                    <a:pt x="0" y="29"/>
                  </a:cubicBezTo>
                  <a:cubicBezTo>
                    <a:pt x="0" y="21"/>
                    <a:pt x="4" y="14"/>
                    <a:pt x="9" y="9"/>
                  </a:cubicBezTo>
                  <a:cubicBezTo>
                    <a:pt x="14" y="3"/>
                    <a:pt x="21" y="0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4" name="Freeform 703">
              <a:extLst>
                <a:ext uri="{FF2B5EF4-FFF2-40B4-BE49-F238E27FC236}">
                  <a16:creationId xmlns:a16="http://schemas.microsoft.com/office/drawing/2014/main" id="{B5ED62DA-19D1-D46B-2BAE-2F8DE346B8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17950" y="2786063"/>
              <a:ext cx="247650" cy="271463"/>
            </a:xfrm>
            <a:custGeom>
              <a:avLst/>
              <a:gdLst>
                <a:gd name="T0" fmla="*/ 75 w 104"/>
                <a:gd name="T1" fmla="*/ 31 h 113"/>
                <a:gd name="T2" fmla="*/ 75 w 104"/>
                <a:gd name="T3" fmla="*/ 31 h 113"/>
                <a:gd name="T4" fmla="*/ 75 w 104"/>
                <a:gd name="T5" fmla="*/ 31 h 113"/>
                <a:gd name="T6" fmla="*/ 69 w 104"/>
                <a:gd name="T7" fmla="*/ 26 h 113"/>
                <a:gd name="T8" fmla="*/ 79 w 104"/>
                <a:gd name="T9" fmla="*/ 14 h 113"/>
                <a:gd name="T10" fmla="*/ 81 w 104"/>
                <a:gd name="T11" fmla="*/ 21 h 113"/>
                <a:gd name="T12" fmla="*/ 81 w 104"/>
                <a:gd name="T13" fmla="*/ 21 h 113"/>
                <a:gd name="T14" fmla="*/ 84 w 104"/>
                <a:gd name="T15" fmla="*/ 24 h 113"/>
                <a:gd name="T16" fmla="*/ 92 w 104"/>
                <a:gd name="T17" fmla="*/ 25 h 113"/>
                <a:gd name="T18" fmla="*/ 81 w 104"/>
                <a:gd name="T19" fmla="*/ 37 h 113"/>
                <a:gd name="T20" fmla="*/ 75 w 104"/>
                <a:gd name="T21" fmla="*/ 31 h 113"/>
                <a:gd name="T22" fmla="*/ 75 w 104"/>
                <a:gd name="T23" fmla="*/ 31 h 113"/>
                <a:gd name="T24" fmla="*/ 66 w 104"/>
                <a:gd name="T25" fmla="*/ 34 h 113"/>
                <a:gd name="T26" fmla="*/ 1 w 104"/>
                <a:gd name="T27" fmla="*/ 106 h 113"/>
                <a:gd name="T28" fmla="*/ 1 w 104"/>
                <a:gd name="T29" fmla="*/ 112 h 113"/>
                <a:gd name="T30" fmla="*/ 7 w 104"/>
                <a:gd name="T31" fmla="*/ 112 h 113"/>
                <a:gd name="T32" fmla="*/ 72 w 104"/>
                <a:gd name="T33" fmla="*/ 40 h 113"/>
                <a:gd name="T34" fmla="*/ 78 w 104"/>
                <a:gd name="T35" fmla="*/ 45 h 113"/>
                <a:gd name="T36" fmla="*/ 78 w 104"/>
                <a:gd name="T37" fmla="*/ 45 h 113"/>
                <a:gd name="T38" fmla="*/ 84 w 104"/>
                <a:gd name="T39" fmla="*/ 45 h 113"/>
                <a:gd name="T40" fmla="*/ 84 w 104"/>
                <a:gd name="T41" fmla="*/ 45 h 113"/>
                <a:gd name="T42" fmla="*/ 103 w 104"/>
                <a:gd name="T43" fmla="*/ 24 h 113"/>
                <a:gd name="T44" fmla="*/ 104 w 104"/>
                <a:gd name="T45" fmla="*/ 22 h 113"/>
                <a:gd name="T46" fmla="*/ 101 w 104"/>
                <a:gd name="T47" fmla="*/ 17 h 113"/>
                <a:gd name="T48" fmla="*/ 101 w 104"/>
                <a:gd name="T49" fmla="*/ 17 h 113"/>
                <a:gd name="T50" fmla="*/ 88 w 104"/>
                <a:gd name="T51" fmla="*/ 16 h 113"/>
                <a:gd name="T52" fmla="*/ 86 w 104"/>
                <a:gd name="T53" fmla="*/ 4 h 113"/>
                <a:gd name="T54" fmla="*/ 85 w 104"/>
                <a:gd name="T55" fmla="*/ 2 h 113"/>
                <a:gd name="T56" fmla="*/ 79 w 104"/>
                <a:gd name="T57" fmla="*/ 2 h 113"/>
                <a:gd name="T58" fmla="*/ 79 w 104"/>
                <a:gd name="T59" fmla="*/ 2 h 113"/>
                <a:gd name="T60" fmla="*/ 60 w 104"/>
                <a:gd name="T61" fmla="*/ 23 h 113"/>
                <a:gd name="T62" fmla="*/ 60 w 104"/>
                <a:gd name="T63" fmla="*/ 23 h 113"/>
                <a:gd name="T64" fmla="*/ 60 w 104"/>
                <a:gd name="T65" fmla="*/ 29 h 113"/>
                <a:gd name="T66" fmla="*/ 60 w 104"/>
                <a:gd name="T67" fmla="*/ 29 h 113"/>
                <a:gd name="T68" fmla="*/ 66 w 104"/>
                <a:gd name="T69" fmla="*/ 3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4" h="113"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3"/>
                    <a:pt x="83" y="24"/>
                    <a:pt x="84" y="24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81" y="37"/>
                    <a:pt x="81" y="37"/>
                    <a:pt x="81" y="37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1"/>
                    <a:pt x="75" y="31"/>
                    <a:pt x="75" y="31"/>
                  </a:cubicBezTo>
                  <a:close/>
                  <a:moveTo>
                    <a:pt x="66" y="34"/>
                  </a:moveTo>
                  <a:cubicBezTo>
                    <a:pt x="1" y="106"/>
                    <a:pt x="1" y="106"/>
                    <a:pt x="1" y="106"/>
                  </a:cubicBezTo>
                  <a:cubicBezTo>
                    <a:pt x="0" y="108"/>
                    <a:pt x="0" y="110"/>
                    <a:pt x="1" y="112"/>
                  </a:cubicBezTo>
                  <a:cubicBezTo>
                    <a:pt x="3" y="113"/>
                    <a:pt x="6" y="113"/>
                    <a:pt x="7" y="112"/>
                  </a:cubicBezTo>
                  <a:cubicBezTo>
                    <a:pt x="72" y="40"/>
                    <a:pt x="72" y="40"/>
                    <a:pt x="72" y="40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80" y="47"/>
                    <a:pt x="83" y="47"/>
                    <a:pt x="84" y="45"/>
                  </a:cubicBezTo>
                  <a:cubicBezTo>
                    <a:pt x="84" y="45"/>
                    <a:pt x="84" y="45"/>
                    <a:pt x="84" y="45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3"/>
                    <a:pt x="104" y="22"/>
                  </a:cubicBezTo>
                  <a:cubicBezTo>
                    <a:pt x="104" y="19"/>
                    <a:pt x="103" y="17"/>
                    <a:pt x="101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6" y="4"/>
                    <a:pt x="86" y="4"/>
                    <a:pt x="86" y="4"/>
                  </a:cubicBezTo>
                  <a:cubicBezTo>
                    <a:pt x="86" y="4"/>
                    <a:pt x="86" y="3"/>
                    <a:pt x="85" y="2"/>
                  </a:cubicBezTo>
                  <a:cubicBezTo>
                    <a:pt x="83" y="0"/>
                    <a:pt x="81" y="0"/>
                    <a:pt x="79" y="2"/>
                  </a:cubicBezTo>
                  <a:cubicBezTo>
                    <a:pt x="79" y="2"/>
                    <a:pt x="79" y="2"/>
                    <a:pt x="79" y="2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58" y="25"/>
                    <a:pt x="59" y="27"/>
                    <a:pt x="60" y="29"/>
                  </a:cubicBezTo>
                  <a:cubicBezTo>
                    <a:pt x="60" y="29"/>
                    <a:pt x="60" y="29"/>
                    <a:pt x="60" y="29"/>
                  </a:cubicBezTo>
                  <a:lnTo>
                    <a:pt x="66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00AB6C9-1D7D-9E03-F34F-2DB1A0A491BB}"/>
              </a:ext>
            </a:extLst>
          </p:cNvPr>
          <p:cNvGrpSpPr/>
          <p:nvPr/>
        </p:nvGrpSpPr>
        <p:grpSpPr>
          <a:xfrm>
            <a:off x="2418752" y="3547995"/>
            <a:ext cx="212861" cy="245125"/>
            <a:chOff x="5164138" y="4492626"/>
            <a:chExt cx="303212" cy="368300"/>
          </a:xfrm>
          <a:solidFill>
            <a:sysClr val="window" lastClr="FFFFFF"/>
          </a:solidFill>
        </p:grpSpPr>
        <p:sp>
          <p:nvSpPr>
            <p:cNvPr id="136" name="Freeform 757">
              <a:extLst>
                <a:ext uri="{FF2B5EF4-FFF2-40B4-BE49-F238E27FC236}">
                  <a16:creationId xmlns:a16="http://schemas.microsoft.com/office/drawing/2014/main" id="{4577A78E-CB04-C212-0E11-A1E8CF0353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0975" y="4492626"/>
              <a:ext cx="206375" cy="368300"/>
            </a:xfrm>
            <a:custGeom>
              <a:avLst/>
              <a:gdLst>
                <a:gd name="T0" fmla="*/ 0 w 78"/>
                <a:gd name="T1" fmla="*/ 94 h 139"/>
                <a:gd name="T2" fmla="*/ 16 w 78"/>
                <a:gd name="T3" fmla="*/ 69 h 139"/>
                <a:gd name="T4" fmla="*/ 0 w 78"/>
                <a:gd name="T5" fmla="*/ 44 h 139"/>
                <a:gd name="T6" fmla="*/ 8 w 78"/>
                <a:gd name="T7" fmla="*/ 36 h 139"/>
                <a:gd name="T8" fmla="*/ 27 w 78"/>
                <a:gd name="T9" fmla="*/ 69 h 139"/>
                <a:gd name="T10" fmla="*/ 8 w 78"/>
                <a:gd name="T11" fmla="*/ 101 h 139"/>
                <a:gd name="T12" fmla="*/ 0 w 78"/>
                <a:gd name="T13" fmla="*/ 94 h 139"/>
                <a:gd name="T14" fmla="*/ 0 w 78"/>
                <a:gd name="T15" fmla="*/ 94 h 139"/>
                <a:gd name="T16" fmla="*/ 19 w 78"/>
                <a:gd name="T17" fmla="*/ 111 h 139"/>
                <a:gd name="T18" fmla="*/ 44 w 78"/>
                <a:gd name="T19" fmla="*/ 69 h 139"/>
                <a:gd name="T20" fmla="*/ 19 w 78"/>
                <a:gd name="T21" fmla="*/ 27 h 139"/>
                <a:gd name="T22" fmla="*/ 27 w 78"/>
                <a:gd name="T23" fmla="*/ 19 h 139"/>
                <a:gd name="T24" fmla="*/ 55 w 78"/>
                <a:gd name="T25" fmla="*/ 69 h 139"/>
                <a:gd name="T26" fmla="*/ 27 w 78"/>
                <a:gd name="T27" fmla="*/ 120 h 139"/>
                <a:gd name="T28" fmla="*/ 19 w 78"/>
                <a:gd name="T29" fmla="*/ 111 h 139"/>
                <a:gd name="T30" fmla="*/ 19 w 78"/>
                <a:gd name="T31" fmla="*/ 111 h 139"/>
                <a:gd name="T32" fmla="*/ 38 w 78"/>
                <a:gd name="T33" fmla="*/ 131 h 139"/>
                <a:gd name="T34" fmla="*/ 68 w 78"/>
                <a:gd name="T35" fmla="*/ 69 h 139"/>
                <a:gd name="T36" fmla="*/ 38 w 78"/>
                <a:gd name="T37" fmla="*/ 8 h 139"/>
                <a:gd name="T38" fmla="*/ 46 w 78"/>
                <a:gd name="T39" fmla="*/ 0 h 139"/>
                <a:gd name="T40" fmla="*/ 78 w 78"/>
                <a:gd name="T41" fmla="*/ 69 h 139"/>
                <a:gd name="T42" fmla="*/ 46 w 78"/>
                <a:gd name="T43" fmla="*/ 139 h 139"/>
                <a:gd name="T44" fmla="*/ 38 w 78"/>
                <a:gd name="T45" fmla="*/ 131 h 139"/>
                <a:gd name="T46" fmla="*/ 38 w 78"/>
                <a:gd name="T47" fmla="*/ 131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8" h="139">
                  <a:moveTo>
                    <a:pt x="0" y="94"/>
                  </a:moveTo>
                  <a:cubicBezTo>
                    <a:pt x="10" y="89"/>
                    <a:pt x="16" y="80"/>
                    <a:pt x="16" y="69"/>
                  </a:cubicBezTo>
                  <a:cubicBezTo>
                    <a:pt x="16" y="58"/>
                    <a:pt x="10" y="48"/>
                    <a:pt x="0" y="44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9" y="42"/>
                    <a:pt x="27" y="55"/>
                    <a:pt x="27" y="69"/>
                  </a:cubicBezTo>
                  <a:cubicBezTo>
                    <a:pt x="27" y="83"/>
                    <a:pt x="19" y="95"/>
                    <a:pt x="8" y="101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lose/>
                  <a:moveTo>
                    <a:pt x="19" y="111"/>
                  </a:moveTo>
                  <a:cubicBezTo>
                    <a:pt x="33" y="103"/>
                    <a:pt x="44" y="87"/>
                    <a:pt x="44" y="69"/>
                  </a:cubicBezTo>
                  <a:cubicBezTo>
                    <a:pt x="44" y="50"/>
                    <a:pt x="33" y="34"/>
                    <a:pt x="19" y="2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43" y="30"/>
                    <a:pt x="55" y="48"/>
                    <a:pt x="55" y="69"/>
                  </a:cubicBezTo>
                  <a:cubicBezTo>
                    <a:pt x="55" y="91"/>
                    <a:pt x="43" y="109"/>
                    <a:pt x="27" y="120"/>
                  </a:cubicBezTo>
                  <a:cubicBezTo>
                    <a:pt x="19" y="111"/>
                    <a:pt x="19" y="111"/>
                    <a:pt x="19" y="111"/>
                  </a:cubicBezTo>
                  <a:cubicBezTo>
                    <a:pt x="19" y="111"/>
                    <a:pt x="19" y="111"/>
                    <a:pt x="19" y="111"/>
                  </a:cubicBezTo>
                  <a:close/>
                  <a:moveTo>
                    <a:pt x="38" y="131"/>
                  </a:moveTo>
                  <a:cubicBezTo>
                    <a:pt x="57" y="117"/>
                    <a:pt x="68" y="94"/>
                    <a:pt x="68" y="69"/>
                  </a:cubicBezTo>
                  <a:cubicBezTo>
                    <a:pt x="68" y="44"/>
                    <a:pt x="57" y="22"/>
                    <a:pt x="38" y="8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66" y="16"/>
                    <a:pt x="78" y="41"/>
                    <a:pt x="78" y="69"/>
                  </a:cubicBezTo>
                  <a:cubicBezTo>
                    <a:pt x="78" y="97"/>
                    <a:pt x="66" y="122"/>
                    <a:pt x="46" y="139"/>
                  </a:cubicBezTo>
                  <a:cubicBezTo>
                    <a:pt x="38" y="131"/>
                    <a:pt x="38" y="131"/>
                    <a:pt x="38" y="131"/>
                  </a:cubicBezTo>
                  <a:cubicBezTo>
                    <a:pt x="38" y="131"/>
                    <a:pt x="38" y="131"/>
                    <a:pt x="38" y="1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7" name="Freeform 758">
              <a:extLst>
                <a:ext uri="{FF2B5EF4-FFF2-40B4-BE49-F238E27FC236}">
                  <a16:creationId xmlns:a16="http://schemas.microsoft.com/office/drawing/2014/main" id="{DEF177F6-1207-F38D-CCCC-96CDCE1B9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38" y="4627563"/>
              <a:ext cx="12700" cy="106363"/>
            </a:xfrm>
            <a:custGeom>
              <a:avLst/>
              <a:gdLst>
                <a:gd name="T0" fmla="*/ 0 w 8"/>
                <a:gd name="T1" fmla="*/ 67 h 67"/>
                <a:gd name="T2" fmla="*/ 0 w 8"/>
                <a:gd name="T3" fmla="*/ 0 h 67"/>
                <a:gd name="T4" fmla="*/ 5 w 8"/>
                <a:gd name="T5" fmla="*/ 0 h 67"/>
                <a:gd name="T6" fmla="*/ 8 w 8"/>
                <a:gd name="T7" fmla="*/ 0 h 67"/>
                <a:gd name="T8" fmla="*/ 8 w 8"/>
                <a:gd name="T9" fmla="*/ 67 h 67"/>
                <a:gd name="T10" fmla="*/ 5 w 8"/>
                <a:gd name="T11" fmla="*/ 67 h 67"/>
                <a:gd name="T12" fmla="*/ 0 w 8"/>
                <a:gd name="T13" fmla="*/ 67 h 67"/>
                <a:gd name="T14" fmla="*/ 0 w 8"/>
                <a:gd name="T15" fmla="*/ 67 h 67"/>
                <a:gd name="T16" fmla="*/ 0 w 8"/>
                <a:gd name="T17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67">
                  <a:moveTo>
                    <a:pt x="0" y="67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8" y="0"/>
                  </a:lnTo>
                  <a:lnTo>
                    <a:pt x="8" y="67"/>
                  </a:lnTo>
                  <a:lnTo>
                    <a:pt x="5" y="67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8" name="Freeform 759">
              <a:extLst>
                <a:ext uri="{FF2B5EF4-FFF2-40B4-BE49-F238E27FC236}">
                  <a16:creationId xmlns:a16="http://schemas.microsoft.com/office/drawing/2014/main" id="{2B30E2C0-A124-9858-047B-BCC2482A4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38" y="4627563"/>
              <a:ext cx="12700" cy="106363"/>
            </a:xfrm>
            <a:custGeom>
              <a:avLst/>
              <a:gdLst>
                <a:gd name="T0" fmla="*/ 0 w 8"/>
                <a:gd name="T1" fmla="*/ 67 h 67"/>
                <a:gd name="T2" fmla="*/ 0 w 8"/>
                <a:gd name="T3" fmla="*/ 0 h 67"/>
                <a:gd name="T4" fmla="*/ 5 w 8"/>
                <a:gd name="T5" fmla="*/ 0 h 67"/>
                <a:gd name="T6" fmla="*/ 8 w 8"/>
                <a:gd name="T7" fmla="*/ 0 h 67"/>
                <a:gd name="T8" fmla="*/ 8 w 8"/>
                <a:gd name="T9" fmla="*/ 67 h 67"/>
                <a:gd name="T10" fmla="*/ 5 w 8"/>
                <a:gd name="T11" fmla="*/ 67 h 67"/>
                <a:gd name="T12" fmla="*/ 0 w 8"/>
                <a:gd name="T13" fmla="*/ 67 h 67"/>
                <a:gd name="T14" fmla="*/ 0 w 8"/>
                <a:gd name="T15" fmla="*/ 67 h 67"/>
                <a:gd name="T16" fmla="*/ 0 w 8"/>
                <a:gd name="T17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67">
                  <a:moveTo>
                    <a:pt x="0" y="67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8" y="0"/>
                  </a:lnTo>
                  <a:lnTo>
                    <a:pt x="8" y="67"/>
                  </a:lnTo>
                  <a:lnTo>
                    <a:pt x="5" y="67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9" name="Freeform 760">
              <a:extLst>
                <a:ext uri="{FF2B5EF4-FFF2-40B4-BE49-F238E27FC236}">
                  <a16:creationId xmlns:a16="http://schemas.microsoft.com/office/drawing/2014/main" id="{F34BE6DD-53D1-1A50-E735-A4144CF43B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00650" y="4627563"/>
              <a:ext cx="60325" cy="106363"/>
            </a:xfrm>
            <a:custGeom>
              <a:avLst/>
              <a:gdLst>
                <a:gd name="T0" fmla="*/ 0 w 23"/>
                <a:gd name="T1" fmla="*/ 40 h 40"/>
                <a:gd name="T2" fmla="*/ 0 w 23"/>
                <a:gd name="T3" fmla="*/ 0 h 40"/>
                <a:gd name="T4" fmla="*/ 2 w 23"/>
                <a:gd name="T5" fmla="*/ 0 h 40"/>
                <a:gd name="T6" fmla="*/ 9 w 23"/>
                <a:gd name="T7" fmla="*/ 0 h 40"/>
                <a:gd name="T8" fmla="*/ 20 w 23"/>
                <a:gd name="T9" fmla="*/ 4 h 40"/>
                <a:gd name="T10" fmla="*/ 23 w 23"/>
                <a:gd name="T11" fmla="*/ 11 h 40"/>
                <a:gd name="T12" fmla="*/ 20 w 23"/>
                <a:gd name="T13" fmla="*/ 19 h 40"/>
                <a:gd name="T14" fmla="*/ 9 w 23"/>
                <a:gd name="T15" fmla="*/ 22 h 40"/>
                <a:gd name="T16" fmla="*/ 5 w 23"/>
                <a:gd name="T17" fmla="*/ 22 h 40"/>
                <a:gd name="T18" fmla="*/ 5 w 23"/>
                <a:gd name="T19" fmla="*/ 40 h 40"/>
                <a:gd name="T20" fmla="*/ 2 w 23"/>
                <a:gd name="T21" fmla="*/ 40 h 40"/>
                <a:gd name="T22" fmla="*/ 0 w 23"/>
                <a:gd name="T23" fmla="*/ 40 h 40"/>
                <a:gd name="T24" fmla="*/ 0 w 23"/>
                <a:gd name="T25" fmla="*/ 40 h 40"/>
                <a:gd name="T26" fmla="*/ 5 w 23"/>
                <a:gd name="T27" fmla="*/ 18 h 40"/>
                <a:gd name="T28" fmla="*/ 11 w 23"/>
                <a:gd name="T29" fmla="*/ 18 h 40"/>
                <a:gd name="T30" fmla="*/ 16 w 23"/>
                <a:gd name="T31" fmla="*/ 16 h 40"/>
                <a:gd name="T32" fmla="*/ 17 w 23"/>
                <a:gd name="T33" fmla="*/ 11 h 40"/>
                <a:gd name="T34" fmla="*/ 16 w 23"/>
                <a:gd name="T35" fmla="*/ 7 h 40"/>
                <a:gd name="T36" fmla="*/ 11 w 23"/>
                <a:gd name="T37" fmla="*/ 7 h 40"/>
                <a:gd name="T38" fmla="*/ 5 w 23"/>
                <a:gd name="T39" fmla="*/ 7 h 40"/>
                <a:gd name="T40" fmla="*/ 5 w 23"/>
                <a:gd name="T41" fmla="*/ 18 h 40"/>
                <a:gd name="T42" fmla="*/ 5 w 23"/>
                <a:gd name="T43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40">
                  <a:moveTo>
                    <a:pt x="0" y="4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4" y="0"/>
                    <a:pt x="19" y="2"/>
                    <a:pt x="20" y="4"/>
                  </a:cubicBezTo>
                  <a:cubicBezTo>
                    <a:pt x="22" y="5"/>
                    <a:pt x="23" y="8"/>
                    <a:pt x="23" y="11"/>
                  </a:cubicBezTo>
                  <a:cubicBezTo>
                    <a:pt x="23" y="16"/>
                    <a:pt x="22" y="18"/>
                    <a:pt x="20" y="19"/>
                  </a:cubicBezTo>
                  <a:cubicBezTo>
                    <a:pt x="17" y="22"/>
                    <a:pt x="14" y="22"/>
                    <a:pt x="9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lose/>
                  <a:moveTo>
                    <a:pt x="5" y="18"/>
                  </a:moveTo>
                  <a:cubicBezTo>
                    <a:pt x="11" y="18"/>
                    <a:pt x="11" y="18"/>
                    <a:pt x="11" y="18"/>
                  </a:cubicBezTo>
                  <a:cubicBezTo>
                    <a:pt x="13" y="18"/>
                    <a:pt x="16" y="18"/>
                    <a:pt x="16" y="16"/>
                  </a:cubicBezTo>
                  <a:cubicBezTo>
                    <a:pt x="17" y="15"/>
                    <a:pt x="17" y="15"/>
                    <a:pt x="17" y="11"/>
                  </a:cubicBezTo>
                  <a:cubicBezTo>
                    <a:pt x="17" y="10"/>
                    <a:pt x="17" y="8"/>
                    <a:pt x="16" y="7"/>
                  </a:cubicBezTo>
                  <a:cubicBezTo>
                    <a:pt x="16" y="7"/>
                    <a:pt x="13" y="7"/>
                    <a:pt x="11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0" name="Freeform 761">
              <a:extLst>
                <a:ext uri="{FF2B5EF4-FFF2-40B4-BE49-F238E27FC236}">
                  <a16:creationId xmlns:a16="http://schemas.microsoft.com/office/drawing/2014/main" id="{4CC5F9FF-A691-EDAB-4F64-CA70891C22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00650" y="4627563"/>
              <a:ext cx="60325" cy="106363"/>
            </a:xfrm>
            <a:custGeom>
              <a:avLst/>
              <a:gdLst>
                <a:gd name="T0" fmla="*/ 0 w 23"/>
                <a:gd name="T1" fmla="*/ 40 h 40"/>
                <a:gd name="T2" fmla="*/ 0 w 23"/>
                <a:gd name="T3" fmla="*/ 0 h 40"/>
                <a:gd name="T4" fmla="*/ 2 w 23"/>
                <a:gd name="T5" fmla="*/ 0 h 40"/>
                <a:gd name="T6" fmla="*/ 9 w 23"/>
                <a:gd name="T7" fmla="*/ 0 h 40"/>
                <a:gd name="T8" fmla="*/ 20 w 23"/>
                <a:gd name="T9" fmla="*/ 4 h 40"/>
                <a:gd name="T10" fmla="*/ 23 w 23"/>
                <a:gd name="T11" fmla="*/ 11 h 40"/>
                <a:gd name="T12" fmla="*/ 20 w 23"/>
                <a:gd name="T13" fmla="*/ 19 h 40"/>
                <a:gd name="T14" fmla="*/ 9 w 23"/>
                <a:gd name="T15" fmla="*/ 22 h 40"/>
                <a:gd name="T16" fmla="*/ 5 w 23"/>
                <a:gd name="T17" fmla="*/ 22 h 40"/>
                <a:gd name="T18" fmla="*/ 5 w 23"/>
                <a:gd name="T19" fmla="*/ 40 h 40"/>
                <a:gd name="T20" fmla="*/ 2 w 23"/>
                <a:gd name="T21" fmla="*/ 40 h 40"/>
                <a:gd name="T22" fmla="*/ 0 w 23"/>
                <a:gd name="T23" fmla="*/ 40 h 40"/>
                <a:gd name="T24" fmla="*/ 0 w 23"/>
                <a:gd name="T25" fmla="*/ 40 h 40"/>
                <a:gd name="T26" fmla="*/ 5 w 23"/>
                <a:gd name="T27" fmla="*/ 18 h 40"/>
                <a:gd name="T28" fmla="*/ 11 w 23"/>
                <a:gd name="T29" fmla="*/ 18 h 40"/>
                <a:gd name="T30" fmla="*/ 16 w 23"/>
                <a:gd name="T31" fmla="*/ 16 h 40"/>
                <a:gd name="T32" fmla="*/ 17 w 23"/>
                <a:gd name="T33" fmla="*/ 11 h 40"/>
                <a:gd name="T34" fmla="*/ 16 w 23"/>
                <a:gd name="T35" fmla="*/ 7 h 40"/>
                <a:gd name="T36" fmla="*/ 11 w 23"/>
                <a:gd name="T37" fmla="*/ 7 h 40"/>
                <a:gd name="T38" fmla="*/ 5 w 23"/>
                <a:gd name="T39" fmla="*/ 7 h 40"/>
                <a:gd name="T40" fmla="*/ 5 w 23"/>
                <a:gd name="T41" fmla="*/ 18 h 40"/>
                <a:gd name="T42" fmla="*/ 5 w 23"/>
                <a:gd name="T43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40">
                  <a:moveTo>
                    <a:pt x="0" y="4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4" y="0"/>
                    <a:pt x="19" y="2"/>
                    <a:pt x="20" y="4"/>
                  </a:cubicBezTo>
                  <a:cubicBezTo>
                    <a:pt x="22" y="5"/>
                    <a:pt x="23" y="8"/>
                    <a:pt x="23" y="11"/>
                  </a:cubicBezTo>
                  <a:cubicBezTo>
                    <a:pt x="23" y="16"/>
                    <a:pt x="22" y="18"/>
                    <a:pt x="20" y="19"/>
                  </a:cubicBezTo>
                  <a:cubicBezTo>
                    <a:pt x="17" y="22"/>
                    <a:pt x="14" y="22"/>
                    <a:pt x="9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lose/>
                  <a:moveTo>
                    <a:pt x="5" y="18"/>
                  </a:moveTo>
                  <a:cubicBezTo>
                    <a:pt x="11" y="18"/>
                    <a:pt x="11" y="18"/>
                    <a:pt x="11" y="18"/>
                  </a:cubicBezTo>
                  <a:cubicBezTo>
                    <a:pt x="13" y="18"/>
                    <a:pt x="16" y="18"/>
                    <a:pt x="16" y="16"/>
                  </a:cubicBezTo>
                  <a:cubicBezTo>
                    <a:pt x="17" y="15"/>
                    <a:pt x="17" y="15"/>
                    <a:pt x="17" y="11"/>
                  </a:cubicBezTo>
                  <a:cubicBezTo>
                    <a:pt x="17" y="10"/>
                    <a:pt x="17" y="8"/>
                    <a:pt x="16" y="7"/>
                  </a:cubicBezTo>
                  <a:cubicBezTo>
                    <a:pt x="16" y="7"/>
                    <a:pt x="13" y="7"/>
                    <a:pt x="11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6" name="Freeform 11">
            <a:extLst>
              <a:ext uri="{FF2B5EF4-FFF2-40B4-BE49-F238E27FC236}">
                <a16:creationId xmlns:a16="http://schemas.microsoft.com/office/drawing/2014/main" id="{3F85A6DA-71B3-F138-3242-F2D46D3F9A1F}"/>
              </a:ext>
            </a:extLst>
          </p:cNvPr>
          <p:cNvSpPr>
            <a:spLocks noEditPoints="1"/>
          </p:cNvSpPr>
          <p:nvPr/>
        </p:nvSpPr>
        <p:spPr bwMode="auto">
          <a:xfrm>
            <a:off x="3042926" y="3526607"/>
            <a:ext cx="174536" cy="267975"/>
          </a:xfrm>
          <a:custGeom>
            <a:avLst/>
            <a:gdLst>
              <a:gd name="T0" fmla="*/ 67 w 154"/>
              <a:gd name="T1" fmla="*/ 227 h 249"/>
              <a:gd name="T2" fmla="*/ 88 w 154"/>
              <a:gd name="T3" fmla="*/ 227 h 249"/>
              <a:gd name="T4" fmla="*/ 88 w 154"/>
              <a:gd name="T5" fmla="*/ 231 h 249"/>
              <a:gd name="T6" fmla="*/ 67 w 154"/>
              <a:gd name="T7" fmla="*/ 231 h 249"/>
              <a:gd name="T8" fmla="*/ 67 w 154"/>
              <a:gd name="T9" fmla="*/ 227 h 249"/>
              <a:gd name="T10" fmla="*/ 93 w 154"/>
              <a:gd name="T11" fmla="*/ 17 h 249"/>
              <a:gd name="T12" fmla="*/ 62 w 154"/>
              <a:gd name="T13" fmla="*/ 17 h 249"/>
              <a:gd name="T14" fmla="*/ 62 w 154"/>
              <a:gd name="T15" fmla="*/ 21 h 249"/>
              <a:gd name="T16" fmla="*/ 93 w 154"/>
              <a:gd name="T17" fmla="*/ 21 h 249"/>
              <a:gd name="T18" fmla="*/ 93 w 154"/>
              <a:gd name="T19" fmla="*/ 17 h 249"/>
              <a:gd name="T20" fmla="*/ 33 w 154"/>
              <a:gd name="T21" fmla="*/ 95 h 249"/>
              <a:gd name="T22" fmla="*/ 36 w 154"/>
              <a:gd name="T23" fmla="*/ 98 h 249"/>
              <a:gd name="T24" fmla="*/ 81 w 154"/>
              <a:gd name="T25" fmla="*/ 54 h 249"/>
              <a:gd name="T26" fmla="*/ 78 w 154"/>
              <a:gd name="T27" fmla="*/ 51 h 249"/>
              <a:gd name="T28" fmla="*/ 33 w 154"/>
              <a:gd name="T29" fmla="*/ 95 h 249"/>
              <a:gd name="T30" fmla="*/ 61 w 154"/>
              <a:gd name="T31" fmla="*/ 52 h 249"/>
              <a:gd name="T32" fmla="*/ 58 w 154"/>
              <a:gd name="T33" fmla="*/ 49 h 249"/>
              <a:gd name="T34" fmla="*/ 38 w 154"/>
              <a:gd name="T35" fmla="*/ 68 h 249"/>
              <a:gd name="T36" fmla="*/ 41 w 154"/>
              <a:gd name="T37" fmla="*/ 72 h 249"/>
              <a:gd name="T38" fmla="*/ 61 w 154"/>
              <a:gd name="T39" fmla="*/ 52 h 249"/>
              <a:gd name="T40" fmla="*/ 19 w 154"/>
              <a:gd name="T41" fmla="*/ 31 h 249"/>
              <a:gd name="T42" fmla="*/ 136 w 154"/>
              <a:gd name="T43" fmla="*/ 31 h 249"/>
              <a:gd name="T44" fmla="*/ 136 w 154"/>
              <a:gd name="T45" fmla="*/ 216 h 249"/>
              <a:gd name="T46" fmla="*/ 19 w 154"/>
              <a:gd name="T47" fmla="*/ 216 h 249"/>
              <a:gd name="T48" fmla="*/ 19 w 154"/>
              <a:gd name="T49" fmla="*/ 31 h 249"/>
              <a:gd name="T50" fmla="*/ 23 w 154"/>
              <a:gd name="T51" fmla="*/ 212 h 249"/>
              <a:gd name="T52" fmla="*/ 131 w 154"/>
              <a:gd name="T53" fmla="*/ 212 h 249"/>
              <a:gd name="T54" fmla="*/ 131 w 154"/>
              <a:gd name="T55" fmla="*/ 35 h 249"/>
              <a:gd name="T56" fmla="*/ 23 w 154"/>
              <a:gd name="T57" fmla="*/ 35 h 249"/>
              <a:gd name="T58" fmla="*/ 23 w 154"/>
              <a:gd name="T59" fmla="*/ 212 h 249"/>
              <a:gd name="T60" fmla="*/ 154 w 154"/>
              <a:gd name="T61" fmla="*/ 15 h 249"/>
              <a:gd name="T62" fmla="*/ 154 w 154"/>
              <a:gd name="T63" fmla="*/ 234 h 249"/>
              <a:gd name="T64" fmla="*/ 138 w 154"/>
              <a:gd name="T65" fmla="*/ 249 h 249"/>
              <a:gd name="T66" fmla="*/ 16 w 154"/>
              <a:gd name="T67" fmla="*/ 249 h 249"/>
              <a:gd name="T68" fmla="*/ 0 w 154"/>
              <a:gd name="T69" fmla="*/ 234 h 249"/>
              <a:gd name="T70" fmla="*/ 0 w 154"/>
              <a:gd name="T71" fmla="*/ 15 h 249"/>
              <a:gd name="T72" fmla="*/ 16 w 154"/>
              <a:gd name="T73" fmla="*/ 0 h 249"/>
              <a:gd name="T74" fmla="*/ 138 w 154"/>
              <a:gd name="T75" fmla="*/ 0 h 249"/>
              <a:gd name="T76" fmla="*/ 154 w 154"/>
              <a:gd name="T77" fmla="*/ 15 h 249"/>
              <a:gd name="T78" fmla="*/ 146 w 154"/>
              <a:gd name="T79" fmla="*/ 15 h 249"/>
              <a:gd name="T80" fmla="*/ 138 w 154"/>
              <a:gd name="T81" fmla="*/ 7 h 249"/>
              <a:gd name="T82" fmla="*/ 16 w 154"/>
              <a:gd name="T83" fmla="*/ 7 h 249"/>
              <a:gd name="T84" fmla="*/ 8 w 154"/>
              <a:gd name="T85" fmla="*/ 15 h 249"/>
              <a:gd name="T86" fmla="*/ 8 w 154"/>
              <a:gd name="T87" fmla="*/ 234 h 249"/>
              <a:gd name="T88" fmla="*/ 16 w 154"/>
              <a:gd name="T89" fmla="*/ 242 h 249"/>
              <a:gd name="T90" fmla="*/ 138 w 154"/>
              <a:gd name="T91" fmla="*/ 242 h 249"/>
              <a:gd name="T92" fmla="*/ 146 w 154"/>
              <a:gd name="T93" fmla="*/ 234 h 249"/>
              <a:gd name="T94" fmla="*/ 146 w 154"/>
              <a:gd name="T95" fmla="*/ 15 h 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54" h="249">
                <a:moveTo>
                  <a:pt x="67" y="227"/>
                </a:moveTo>
                <a:cubicBezTo>
                  <a:pt x="88" y="227"/>
                  <a:pt x="88" y="227"/>
                  <a:pt x="88" y="227"/>
                </a:cubicBezTo>
                <a:cubicBezTo>
                  <a:pt x="88" y="231"/>
                  <a:pt x="88" y="231"/>
                  <a:pt x="88" y="231"/>
                </a:cubicBezTo>
                <a:cubicBezTo>
                  <a:pt x="67" y="231"/>
                  <a:pt x="67" y="231"/>
                  <a:pt x="67" y="231"/>
                </a:cubicBezTo>
                <a:lnTo>
                  <a:pt x="67" y="227"/>
                </a:lnTo>
                <a:close/>
                <a:moveTo>
                  <a:pt x="93" y="17"/>
                </a:moveTo>
                <a:cubicBezTo>
                  <a:pt x="62" y="17"/>
                  <a:pt x="62" y="17"/>
                  <a:pt x="62" y="17"/>
                </a:cubicBezTo>
                <a:cubicBezTo>
                  <a:pt x="62" y="21"/>
                  <a:pt x="62" y="21"/>
                  <a:pt x="62" y="21"/>
                </a:cubicBezTo>
                <a:cubicBezTo>
                  <a:pt x="93" y="21"/>
                  <a:pt x="93" y="21"/>
                  <a:pt x="93" y="21"/>
                </a:cubicBezTo>
                <a:lnTo>
                  <a:pt x="93" y="17"/>
                </a:lnTo>
                <a:close/>
                <a:moveTo>
                  <a:pt x="33" y="95"/>
                </a:moveTo>
                <a:cubicBezTo>
                  <a:pt x="36" y="98"/>
                  <a:pt x="36" y="98"/>
                  <a:pt x="36" y="98"/>
                </a:cubicBezTo>
                <a:cubicBezTo>
                  <a:pt x="81" y="54"/>
                  <a:pt x="81" y="54"/>
                  <a:pt x="81" y="54"/>
                </a:cubicBezTo>
                <a:cubicBezTo>
                  <a:pt x="78" y="51"/>
                  <a:pt x="78" y="51"/>
                  <a:pt x="78" y="51"/>
                </a:cubicBezTo>
                <a:lnTo>
                  <a:pt x="33" y="95"/>
                </a:lnTo>
                <a:close/>
                <a:moveTo>
                  <a:pt x="61" y="52"/>
                </a:moveTo>
                <a:cubicBezTo>
                  <a:pt x="58" y="49"/>
                  <a:pt x="58" y="49"/>
                  <a:pt x="58" y="49"/>
                </a:cubicBezTo>
                <a:cubicBezTo>
                  <a:pt x="38" y="68"/>
                  <a:pt x="38" y="68"/>
                  <a:pt x="38" y="68"/>
                </a:cubicBezTo>
                <a:cubicBezTo>
                  <a:pt x="41" y="72"/>
                  <a:pt x="41" y="72"/>
                  <a:pt x="41" y="72"/>
                </a:cubicBezTo>
                <a:lnTo>
                  <a:pt x="61" y="52"/>
                </a:lnTo>
                <a:close/>
                <a:moveTo>
                  <a:pt x="19" y="31"/>
                </a:moveTo>
                <a:cubicBezTo>
                  <a:pt x="136" y="31"/>
                  <a:pt x="136" y="31"/>
                  <a:pt x="136" y="31"/>
                </a:cubicBezTo>
                <a:cubicBezTo>
                  <a:pt x="136" y="216"/>
                  <a:pt x="136" y="216"/>
                  <a:pt x="136" y="216"/>
                </a:cubicBezTo>
                <a:cubicBezTo>
                  <a:pt x="19" y="216"/>
                  <a:pt x="19" y="216"/>
                  <a:pt x="19" y="216"/>
                </a:cubicBezTo>
                <a:lnTo>
                  <a:pt x="19" y="31"/>
                </a:lnTo>
                <a:close/>
                <a:moveTo>
                  <a:pt x="23" y="212"/>
                </a:moveTo>
                <a:cubicBezTo>
                  <a:pt x="131" y="212"/>
                  <a:pt x="131" y="212"/>
                  <a:pt x="131" y="212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23" y="35"/>
                  <a:pt x="23" y="35"/>
                  <a:pt x="23" y="35"/>
                </a:cubicBezTo>
                <a:lnTo>
                  <a:pt x="23" y="212"/>
                </a:lnTo>
                <a:close/>
                <a:moveTo>
                  <a:pt x="154" y="15"/>
                </a:moveTo>
                <a:cubicBezTo>
                  <a:pt x="154" y="234"/>
                  <a:pt x="154" y="234"/>
                  <a:pt x="154" y="234"/>
                </a:cubicBezTo>
                <a:cubicBezTo>
                  <a:pt x="154" y="242"/>
                  <a:pt x="147" y="249"/>
                  <a:pt x="138" y="249"/>
                </a:cubicBezTo>
                <a:cubicBezTo>
                  <a:pt x="16" y="249"/>
                  <a:pt x="16" y="249"/>
                  <a:pt x="16" y="249"/>
                </a:cubicBezTo>
                <a:cubicBezTo>
                  <a:pt x="7" y="249"/>
                  <a:pt x="0" y="242"/>
                  <a:pt x="0" y="234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7"/>
                  <a:pt x="7" y="0"/>
                  <a:pt x="16" y="0"/>
                </a:cubicBezTo>
                <a:cubicBezTo>
                  <a:pt x="138" y="0"/>
                  <a:pt x="138" y="0"/>
                  <a:pt x="138" y="0"/>
                </a:cubicBezTo>
                <a:cubicBezTo>
                  <a:pt x="147" y="0"/>
                  <a:pt x="154" y="7"/>
                  <a:pt x="154" y="15"/>
                </a:cubicBezTo>
                <a:close/>
                <a:moveTo>
                  <a:pt x="146" y="15"/>
                </a:moveTo>
                <a:cubicBezTo>
                  <a:pt x="146" y="11"/>
                  <a:pt x="143" y="7"/>
                  <a:pt x="138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1" y="7"/>
                  <a:pt x="8" y="11"/>
                  <a:pt x="8" y="15"/>
                </a:cubicBezTo>
                <a:cubicBezTo>
                  <a:pt x="8" y="234"/>
                  <a:pt x="8" y="234"/>
                  <a:pt x="8" y="234"/>
                </a:cubicBezTo>
                <a:cubicBezTo>
                  <a:pt x="8" y="238"/>
                  <a:pt x="11" y="242"/>
                  <a:pt x="16" y="242"/>
                </a:cubicBezTo>
                <a:cubicBezTo>
                  <a:pt x="138" y="242"/>
                  <a:pt x="138" y="242"/>
                  <a:pt x="138" y="242"/>
                </a:cubicBezTo>
                <a:cubicBezTo>
                  <a:pt x="143" y="242"/>
                  <a:pt x="146" y="238"/>
                  <a:pt x="146" y="234"/>
                </a:cubicBezTo>
                <a:lnTo>
                  <a:pt x="146" y="15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98D94F7-97B4-FAC9-A123-BB62741A23DE}"/>
              </a:ext>
            </a:extLst>
          </p:cNvPr>
          <p:cNvGrpSpPr/>
          <p:nvPr/>
        </p:nvGrpSpPr>
        <p:grpSpPr>
          <a:xfrm>
            <a:off x="3695204" y="3536222"/>
            <a:ext cx="261053" cy="259914"/>
            <a:chOff x="3722688" y="2786063"/>
            <a:chExt cx="442912" cy="465137"/>
          </a:xfrm>
          <a:solidFill>
            <a:sysClr val="window" lastClr="FFFFFF"/>
          </a:solidFill>
        </p:grpSpPr>
        <p:sp>
          <p:nvSpPr>
            <p:cNvPr id="132" name="Freeform 700">
              <a:extLst>
                <a:ext uri="{FF2B5EF4-FFF2-40B4-BE49-F238E27FC236}">
                  <a16:creationId xmlns:a16="http://schemas.microsoft.com/office/drawing/2014/main" id="{11D1845D-A398-627D-00C8-5F7D7DCC9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688" y="2844800"/>
              <a:ext cx="409575" cy="406400"/>
            </a:xfrm>
            <a:custGeom>
              <a:avLst/>
              <a:gdLst>
                <a:gd name="T0" fmla="*/ 85 w 171"/>
                <a:gd name="T1" fmla="*/ 0 h 170"/>
                <a:gd name="T2" fmla="*/ 136 w 171"/>
                <a:gd name="T3" fmla="*/ 17 h 170"/>
                <a:gd name="T4" fmla="*/ 131 w 171"/>
                <a:gd name="T5" fmla="*/ 23 h 170"/>
                <a:gd name="T6" fmla="*/ 85 w 171"/>
                <a:gd name="T7" fmla="*/ 8 h 170"/>
                <a:gd name="T8" fmla="*/ 30 w 171"/>
                <a:gd name="T9" fmla="*/ 30 h 170"/>
                <a:gd name="T10" fmla="*/ 8 w 171"/>
                <a:gd name="T11" fmla="*/ 85 h 170"/>
                <a:gd name="T12" fmla="*/ 30 w 171"/>
                <a:gd name="T13" fmla="*/ 140 h 170"/>
                <a:gd name="T14" fmla="*/ 85 w 171"/>
                <a:gd name="T15" fmla="*/ 162 h 170"/>
                <a:gd name="T16" fmla="*/ 140 w 171"/>
                <a:gd name="T17" fmla="*/ 140 h 170"/>
                <a:gd name="T18" fmla="*/ 162 w 171"/>
                <a:gd name="T19" fmla="*/ 85 h 170"/>
                <a:gd name="T20" fmla="*/ 143 w 171"/>
                <a:gd name="T21" fmla="*/ 34 h 170"/>
                <a:gd name="T22" fmla="*/ 148 w 171"/>
                <a:gd name="T23" fmla="*/ 27 h 170"/>
                <a:gd name="T24" fmla="*/ 171 w 171"/>
                <a:gd name="T25" fmla="*/ 85 h 170"/>
                <a:gd name="T26" fmla="*/ 146 w 171"/>
                <a:gd name="T27" fmla="*/ 145 h 170"/>
                <a:gd name="T28" fmla="*/ 85 w 171"/>
                <a:gd name="T29" fmla="*/ 170 h 170"/>
                <a:gd name="T30" fmla="*/ 25 w 171"/>
                <a:gd name="T31" fmla="*/ 145 h 170"/>
                <a:gd name="T32" fmla="*/ 0 w 171"/>
                <a:gd name="T33" fmla="*/ 85 h 170"/>
                <a:gd name="T34" fmla="*/ 25 w 171"/>
                <a:gd name="T35" fmla="*/ 25 h 170"/>
                <a:gd name="T36" fmla="*/ 85 w 171"/>
                <a:gd name="T3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170">
                  <a:moveTo>
                    <a:pt x="85" y="0"/>
                  </a:moveTo>
                  <a:cubicBezTo>
                    <a:pt x="104" y="0"/>
                    <a:pt x="122" y="6"/>
                    <a:pt x="136" y="17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18" y="13"/>
                    <a:pt x="102" y="8"/>
                    <a:pt x="85" y="8"/>
                  </a:cubicBezTo>
                  <a:cubicBezTo>
                    <a:pt x="64" y="8"/>
                    <a:pt x="44" y="16"/>
                    <a:pt x="30" y="30"/>
                  </a:cubicBezTo>
                  <a:cubicBezTo>
                    <a:pt x="16" y="44"/>
                    <a:pt x="8" y="64"/>
                    <a:pt x="8" y="85"/>
                  </a:cubicBezTo>
                  <a:cubicBezTo>
                    <a:pt x="8" y="106"/>
                    <a:pt x="16" y="126"/>
                    <a:pt x="30" y="140"/>
                  </a:cubicBezTo>
                  <a:cubicBezTo>
                    <a:pt x="44" y="154"/>
                    <a:pt x="64" y="162"/>
                    <a:pt x="85" y="162"/>
                  </a:cubicBezTo>
                  <a:cubicBezTo>
                    <a:pt x="106" y="162"/>
                    <a:pt x="126" y="154"/>
                    <a:pt x="140" y="140"/>
                  </a:cubicBezTo>
                  <a:cubicBezTo>
                    <a:pt x="154" y="126"/>
                    <a:pt x="162" y="106"/>
                    <a:pt x="162" y="85"/>
                  </a:cubicBezTo>
                  <a:cubicBezTo>
                    <a:pt x="162" y="65"/>
                    <a:pt x="155" y="47"/>
                    <a:pt x="143" y="34"/>
                  </a:cubicBezTo>
                  <a:cubicBezTo>
                    <a:pt x="148" y="27"/>
                    <a:pt x="148" y="27"/>
                    <a:pt x="148" y="27"/>
                  </a:cubicBezTo>
                  <a:cubicBezTo>
                    <a:pt x="162" y="43"/>
                    <a:pt x="171" y="63"/>
                    <a:pt x="171" y="85"/>
                  </a:cubicBezTo>
                  <a:cubicBezTo>
                    <a:pt x="171" y="109"/>
                    <a:pt x="161" y="130"/>
                    <a:pt x="146" y="145"/>
                  </a:cubicBezTo>
                  <a:cubicBezTo>
                    <a:pt x="130" y="161"/>
                    <a:pt x="109" y="170"/>
                    <a:pt x="85" y="170"/>
                  </a:cubicBezTo>
                  <a:cubicBezTo>
                    <a:pt x="62" y="170"/>
                    <a:pt x="40" y="161"/>
                    <a:pt x="25" y="145"/>
                  </a:cubicBezTo>
                  <a:cubicBezTo>
                    <a:pt x="9" y="130"/>
                    <a:pt x="0" y="109"/>
                    <a:pt x="0" y="85"/>
                  </a:cubicBezTo>
                  <a:cubicBezTo>
                    <a:pt x="0" y="61"/>
                    <a:pt x="9" y="40"/>
                    <a:pt x="25" y="25"/>
                  </a:cubicBezTo>
                  <a:cubicBezTo>
                    <a:pt x="40" y="9"/>
                    <a:pt x="62" y="0"/>
                    <a:pt x="8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3" name="Freeform 701">
              <a:extLst>
                <a:ext uri="{FF2B5EF4-FFF2-40B4-BE49-F238E27FC236}">
                  <a16:creationId xmlns:a16="http://schemas.microsoft.com/office/drawing/2014/main" id="{3FA2F758-25CF-0C4F-4B2A-834F7C58E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0950" y="2911475"/>
              <a:ext cx="271463" cy="273050"/>
            </a:xfrm>
            <a:custGeom>
              <a:avLst/>
              <a:gdLst>
                <a:gd name="T0" fmla="*/ 57 w 114"/>
                <a:gd name="T1" fmla="*/ 0 h 114"/>
                <a:gd name="T2" fmla="*/ 89 w 114"/>
                <a:gd name="T3" fmla="*/ 10 h 114"/>
                <a:gd name="T4" fmla="*/ 84 w 114"/>
                <a:gd name="T5" fmla="*/ 16 h 114"/>
                <a:gd name="T6" fmla="*/ 57 w 114"/>
                <a:gd name="T7" fmla="*/ 8 h 114"/>
                <a:gd name="T8" fmla="*/ 22 w 114"/>
                <a:gd name="T9" fmla="*/ 22 h 114"/>
                <a:gd name="T10" fmla="*/ 8 w 114"/>
                <a:gd name="T11" fmla="*/ 57 h 114"/>
                <a:gd name="T12" fmla="*/ 22 w 114"/>
                <a:gd name="T13" fmla="*/ 92 h 114"/>
                <a:gd name="T14" fmla="*/ 57 w 114"/>
                <a:gd name="T15" fmla="*/ 106 h 114"/>
                <a:gd name="T16" fmla="*/ 92 w 114"/>
                <a:gd name="T17" fmla="*/ 92 h 114"/>
                <a:gd name="T18" fmla="*/ 106 w 114"/>
                <a:gd name="T19" fmla="*/ 57 h 114"/>
                <a:gd name="T20" fmla="*/ 96 w 114"/>
                <a:gd name="T21" fmla="*/ 27 h 114"/>
                <a:gd name="T22" fmla="*/ 101 w 114"/>
                <a:gd name="T23" fmla="*/ 21 h 114"/>
                <a:gd name="T24" fmla="*/ 114 w 114"/>
                <a:gd name="T25" fmla="*/ 57 h 114"/>
                <a:gd name="T26" fmla="*/ 97 w 114"/>
                <a:gd name="T27" fmla="*/ 97 h 114"/>
                <a:gd name="T28" fmla="*/ 57 w 114"/>
                <a:gd name="T29" fmla="*/ 114 h 114"/>
                <a:gd name="T30" fmla="*/ 17 w 114"/>
                <a:gd name="T31" fmla="*/ 97 h 114"/>
                <a:gd name="T32" fmla="*/ 0 w 114"/>
                <a:gd name="T33" fmla="*/ 57 h 114"/>
                <a:gd name="T34" fmla="*/ 17 w 114"/>
                <a:gd name="T35" fmla="*/ 17 h 114"/>
                <a:gd name="T36" fmla="*/ 57 w 114"/>
                <a:gd name="T3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4" h="114">
                  <a:moveTo>
                    <a:pt x="57" y="0"/>
                  </a:moveTo>
                  <a:cubicBezTo>
                    <a:pt x="69" y="0"/>
                    <a:pt x="80" y="3"/>
                    <a:pt x="89" y="10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76" y="11"/>
                    <a:pt x="67" y="8"/>
                    <a:pt x="57" y="8"/>
                  </a:cubicBezTo>
                  <a:cubicBezTo>
                    <a:pt x="44" y="8"/>
                    <a:pt x="31" y="13"/>
                    <a:pt x="22" y="22"/>
                  </a:cubicBezTo>
                  <a:cubicBezTo>
                    <a:pt x="14" y="31"/>
                    <a:pt x="8" y="43"/>
                    <a:pt x="8" y="57"/>
                  </a:cubicBezTo>
                  <a:cubicBezTo>
                    <a:pt x="8" y="70"/>
                    <a:pt x="14" y="83"/>
                    <a:pt x="22" y="92"/>
                  </a:cubicBezTo>
                  <a:cubicBezTo>
                    <a:pt x="31" y="100"/>
                    <a:pt x="44" y="106"/>
                    <a:pt x="57" y="106"/>
                  </a:cubicBezTo>
                  <a:cubicBezTo>
                    <a:pt x="71" y="106"/>
                    <a:pt x="83" y="100"/>
                    <a:pt x="92" y="92"/>
                  </a:cubicBezTo>
                  <a:cubicBezTo>
                    <a:pt x="101" y="83"/>
                    <a:pt x="106" y="70"/>
                    <a:pt x="106" y="57"/>
                  </a:cubicBezTo>
                  <a:cubicBezTo>
                    <a:pt x="106" y="46"/>
                    <a:pt x="102" y="35"/>
                    <a:pt x="96" y="27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9" y="30"/>
                    <a:pt x="114" y="43"/>
                    <a:pt x="114" y="57"/>
                  </a:cubicBezTo>
                  <a:cubicBezTo>
                    <a:pt x="114" y="73"/>
                    <a:pt x="108" y="87"/>
                    <a:pt x="97" y="97"/>
                  </a:cubicBezTo>
                  <a:cubicBezTo>
                    <a:pt x="87" y="108"/>
                    <a:pt x="73" y="114"/>
                    <a:pt x="57" y="114"/>
                  </a:cubicBezTo>
                  <a:cubicBezTo>
                    <a:pt x="41" y="114"/>
                    <a:pt x="27" y="108"/>
                    <a:pt x="17" y="97"/>
                  </a:cubicBezTo>
                  <a:cubicBezTo>
                    <a:pt x="6" y="87"/>
                    <a:pt x="0" y="73"/>
                    <a:pt x="0" y="57"/>
                  </a:cubicBezTo>
                  <a:cubicBezTo>
                    <a:pt x="0" y="41"/>
                    <a:pt x="6" y="27"/>
                    <a:pt x="17" y="17"/>
                  </a:cubicBezTo>
                  <a:cubicBezTo>
                    <a:pt x="27" y="6"/>
                    <a:pt x="41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4" name="Freeform 702">
              <a:extLst>
                <a:ext uri="{FF2B5EF4-FFF2-40B4-BE49-F238E27FC236}">
                  <a16:creationId xmlns:a16="http://schemas.microsoft.com/office/drawing/2014/main" id="{73D8CE4C-3385-6991-A290-CEFB1BCDB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625" y="2978150"/>
              <a:ext cx="138113" cy="139700"/>
            </a:xfrm>
            <a:custGeom>
              <a:avLst/>
              <a:gdLst>
                <a:gd name="T0" fmla="*/ 29 w 58"/>
                <a:gd name="T1" fmla="*/ 0 h 58"/>
                <a:gd name="T2" fmla="*/ 42 w 58"/>
                <a:gd name="T3" fmla="*/ 3 h 58"/>
                <a:gd name="T4" fmla="*/ 36 w 58"/>
                <a:gd name="T5" fmla="*/ 9 h 58"/>
                <a:gd name="T6" fmla="*/ 29 w 58"/>
                <a:gd name="T7" fmla="*/ 8 h 58"/>
                <a:gd name="T8" fmla="*/ 14 w 58"/>
                <a:gd name="T9" fmla="*/ 14 h 58"/>
                <a:gd name="T10" fmla="*/ 8 w 58"/>
                <a:gd name="T11" fmla="*/ 29 h 58"/>
                <a:gd name="T12" fmla="*/ 14 w 58"/>
                <a:gd name="T13" fmla="*/ 44 h 58"/>
                <a:gd name="T14" fmla="*/ 29 w 58"/>
                <a:gd name="T15" fmla="*/ 50 h 58"/>
                <a:gd name="T16" fmla="*/ 44 w 58"/>
                <a:gd name="T17" fmla="*/ 44 h 58"/>
                <a:gd name="T18" fmla="*/ 50 w 58"/>
                <a:gd name="T19" fmla="*/ 29 h 58"/>
                <a:gd name="T20" fmla="*/ 48 w 58"/>
                <a:gd name="T21" fmla="*/ 20 h 58"/>
                <a:gd name="T22" fmla="*/ 54 w 58"/>
                <a:gd name="T23" fmla="*/ 14 h 58"/>
                <a:gd name="T24" fmla="*/ 58 w 58"/>
                <a:gd name="T25" fmla="*/ 29 h 58"/>
                <a:gd name="T26" fmla="*/ 49 w 58"/>
                <a:gd name="T27" fmla="*/ 49 h 58"/>
                <a:gd name="T28" fmla="*/ 29 w 58"/>
                <a:gd name="T29" fmla="*/ 58 h 58"/>
                <a:gd name="T30" fmla="*/ 9 w 58"/>
                <a:gd name="T31" fmla="*/ 49 h 58"/>
                <a:gd name="T32" fmla="*/ 0 w 58"/>
                <a:gd name="T33" fmla="*/ 29 h 58"/>
                <a:gd name="T34" fmla="*/ 9 w 58"/>
                <a:gd name="T35" fmla="*/ 9 h 58"/>
                <a:gd name="T36" fmla="*/ 29 w 58"/>
                <a:gd name="T3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" h="58">
                  <a:moveTo>
                    <a:pt x="29" y="0"/>
                  </a:moveTo>
                  <a:cubicBezTo>
                    <a:pt x="34" y="0"/>
                    <a:pt x="38" y="1"/>
                    <a:pt x="42" y="3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4" y="9"/>
                    <a:pt x="31" y="8"/>
                    <a:pt x="29" y="8"/>
                  </a:cubicBezTo>
                  <a:cubicBezTo>
                    <a:pt x="23" y="8"/>
                    <a:pt x="18" y="11"/>
                    <a:pt x="14" y="14"/>
                  </a:cubicBezTo>
                  <a:cubicBezTo>
                    <a:pt x="11" y="18"/>
                    <a:pt x="8" y="23"/>
                    <a:pt x="8" y="29"/>
                  </a:cubicBezTo>
                  <a:cubicBezTo>
                    <a:pt x="8" y="35"/>
                    <a:pt x="11" y="40"/>
                    <a:pt x="14" y="44"/>
                  </a:cubicBezTo>
                  <a:cubicBezTo>
                    <a:pt x="18" y="47"/>
                    <a:pt x="23" y="50"/>
                    <a:pt x="29" y="50"/>
                  </a:cubicBezTo>
                  <a:cubicBezTo>
                    <a:pt x="35" y="50"/>
                    <a:pt x="40" y="47"/>
                    <a:pt x="44" y="44"/>
                  </a:cubicBezTo>
                  <a:cubicBezTo>
                    <a:pt x="47" y="40"/>
                    <a:pt x="50" y="35"/>
                    <a:pt x="50" y="29"/>
                  </a:cubicBezTo>
                  <a:cubicBezTo>
                    <a:pt x="50" y="26"/>
                    <a:pt x="49" y="23"/>
                    <a:pt x="48" y="20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6" y="18"/>
                    <a:pt x="58" y="23"/>
                    <a:pt x="58" y="29"/>
                  </a:cubicBezTo>
                  <a:cubicBezTo>
                    <a:pt x="58" y="37"/>
                    <a:pt x="55" y="44"/>
                    <a:pt x="49" y="49"/>
                  </a:cubicBezTo>
                  <a:cubicBezTo>
                    <a:pt x="44" y="55"/>
                    <a:pt x="37" y="58"/>
                    <a:pt x="29" y="58"/>
                  </a:cubicBezTo>
                  <a:cubicBezTo>
                    <a:pt x="21" y="58"/>
                    <a:pt x="14" y="55"/>
                    <a:pt x="9" y="49"/>
                  </a:cubicBezTo>
                  <a:cubicBezTo>
                    <a:pt x="4" y="44"/>
                    <a:pt x="0" y="37"/>
                    <a:pt x="0" y="29"/>
                  </a:cubicBezTo>
                  <a:cubicBezTo>
                    <a:pt x="0" y="21"/>
                    <a:pt x="4" y="14"/>
                    <a:pt x="9" y="9"/>
                  </a:cubicBezTo>
                  <a:cubicBezTo>
                    <a:pt x="14" y="3"/>
                    <a:pt x="21" y="0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5" name="Freeform 703">
              <a:extLst>
                <a:ext uri="{FF2B5EF4-FFF2-40B4-BE49-F238E27FC236}">
                  <a16:creationId xmlns:a16="http://schemas.microsoft.com/office/drawing/2014/main" id="{0C765B11-71DB-D5BE-A2F2-6C2877F826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17950" y="2786063"/>
              <a:ext cx="247650" cy="271463"/>
            </a:xfrm>
            <a:custGeom>
              <a:avLst/>
              <a:gdLst>
                <a:gd name="T0" fmla="*/ 75 w 104"/>
                <a:gd name="T1" fmla="*/ 31 h 113"/>
                <a:gd name="T2" fmla="*/ 75 w 104"/>
                <a:gd name="T3" fmla="*/ 31 h 113"/>
                <a:gd name="T4" fmla="*/ 75 w 104"/>
                <a:gd name="T5" fmla="*/ 31 h 113"/>
                <a:gd name="T6" fmla="*/ 69 w 104"/>
                <a:gd name="T7" fmla="*/ 26 h 113"/>
                <a:gd name="T8" fmla="*/ 79 w 104"/>
                <a:gd name="T9" fmla="*/ 14 h 113"/>
                <a:gd name="T10" fmla="*/ 81 w 104"/>
                <a:gd name="T11" fmla="*/ 21 h 113"/>
                <a:gd name="T12" fmla="*/ 81 w 104"/>
                <a:gd name="T13" fmla="*/ 21 h 113"/>
                <a:gd name="T14" fmla="*/ 84 w 104"/>
                <a:gd name="T15" fmla="*/ 24 h 113"/>
                <a:gd name="T16" fmla="*/ 92 w 104"/>
                <a:gd name="T17" fmla="*/ 25 h 113"/>
                <a:gd name="T18" fmla="*/ 81 w 104"/>
                <a:gd name="T19" fmla="*/ 37 h 113"/>
                <a:gd name="T20" fmla="*/ 75 w 104"/>
                <a:gd name="T21" fmla="*/ 31 h 113"/>
                <a:gd name="T22" fmla="*/ 75 w 104"/>
                <a:gd name="T23" fmla="*/ 31 h 113"/>
                <a:gd name="T24" fmla="*/ 66 w 104"/>
                <a:gd name="T25" fmla="*/ 34 h 113"/>
                <a:gd name="T26" fmla="*/ 1 w 104"/>
                <a:gd name="T27" fmla="*/ 106 h 113"/>
                <a:gd name="T28" fmla="*/ 1 w 104"/>
                <a:gd name="T29" fmla="*/ 112 h 113"/>
                <a:gd name="T30" fmla="*/ 7 w 104"/>
                <a:gd name="T31" fmla="*/ 112 h 113"/>
                <a:gd name="T32" fmla="*/ 72 w 104"/>
                <a:gd name="T33" fmla="*/ 40 h 113"/>
                <a:gd name="T34" fmla="*/ 78 w 104"/>
                <a:gd name="T35" fmla="*/ 45 h 113"/>
                <a:gd name="T36" fmla="*/ 78 w 104"/>
                <a:gd name="T37" fmla="*/ 45 h 113"/>
                <a:gd name="T38" fmla="*/ 84 w 104"/>
                <a:gd name="T39" fmla="*/ 45 h 113"/>
                <a:gd name="T40" fmla="*/ 84 w 104"/>
                <a:gd name="T41" fmla="*/ 45 h 113"/>
                <a:gd name="T42" fmla="*/ 103 w 104"/>
                <a:gd name="T43" fmla="*/ 24 h 113"/>
                <a:gd name="T44" fmla="*/ 104 w 104"/>
                <a:gd name="T45" fmla="*/ 22 h 113"/>
                <a:gd name="T46" fmla="*/ 101 w 104"/>
                <a:gd name="T47" fmla="*/ 17 h 113"/>
                <a:gd name="T48" fmla="*/ 101 w 104"/>
                <a:gd name="T49" fmla="*/ 17 h 113"/>
                <a:gd name="T50" fmla="*/ 88 w 104"/>
                <a:gd name="T51" fmla="*/ 16 h 113"/>
                <a:gd name="T52" fmla="*/ 86 w 104"/>
                <a:gd name="T53" fmla="*/ 4 h 113"/>
                <a:gd name="T54" fmla="*/ 85 w 104"/>
                <a:gd name="T55" fmla="*/ 2 h 113"/>
                <a:gd name="T56" fmla="*/ 79 w 104"/>
                <a:gd name="T57" fmla="*/ 2 h 113"/>
                <a:gd name="T58" fmla="*/ 79 w 104"/>
                <a:gd name="T59" fmla="*/ 2 h 113"/>
                <a:gd name="T60" fmla="*/ 60 w 104"/>
                <a:gd name="T61" fmla="*/ 23 h 113"/>
                <a:gd name="T62" fmla="*/ 60 w 104"/>
                <a:gd name="T63" fmla="*/ 23 h 113"/>
                <a:gd name="T64" fmla="*/ 60 w 104"/>
                <a:gd name="T65" fmla="*/ 29 h 113"/>
                <a:gd name="T66" fmla="*/ 60 w 104"/>
                <a:gd name="T67" fmla="*/ 29 h 113"/>
                <a:gd name="T68" fmla="*/ 66 w 104"/>
                <a:gd name="T69" fmla="*/ 3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4" h="113"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3"/>
                    <a:pt x="83" y="24"/>
                    <a:pt x="84" y="24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81" y="37"/>
                    <a:pt x="81" y="37"/>
                    <a:pt x="81" y="37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1"/>
                    <a:pt x="75" y="31"/>
                    <a:pt x="75" y="31"/>
                  </a:cubicBezTo>
                  <a:close/>
                  <a:moveTo>
                    <a:pt x="66" y="34"/>
                  </a:moveTo>
                  <a:cubicBezTo>
                    <a:pt x="1" y="106"/>
                    <a:pt x="1" y="106"/>
                    <a:pt x="1" y="106"/>
                  </a:cubicBezTo>
                  <a:cubicBezTo>
                    <a:pt x="0" y="108"/>
                    <a:pt x="0" y="110"/>
                    <a:pt x="1" y="112"/>
                  </a:cubicBezTo>
                  <a:cubicBezTo>
                    <a:pt x="3" y="113"/>
                    <a:pt x="6" y="113"/>
                    <a:pt x="7" y="112"/>
                  </a:cubicBezTo>
                  <a:cubicBezTo>
                    <a:pt x="72" y="40"/>
                    <a:pt x="72" y="40"/>
                    <a:pt x="72" y="40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80" y="47"/>
                    <a:pt x="83" y="47"/>
                    <a:pt x="84" y="45"/>
                  </a:cubicBezTo>
                  <a:cubicBezTo>
                    <a:pt x="84" y="45"/>
                    <a:pt x="84" y="45"/>
                    <a:pt x="84" y="45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3"/>
                    <a:pt x="104" y="22"/>
                  </a:cubicBezTo>
                  <a:cubicBezTo>
                    <a:pt x="104" y="19"/>
                    <a:pt x="103" y="17"/>
                    <a:pt x="101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6" y="4"/>
                    <a:pt x="86" y="4"/>
                    <a:pt x="86" y="4"/>
                  </a:cubicBezTo>
                  <a:cubicBezTo>
                    <a:pt x="86" y="4"/>
                    <a:pt x="86" y="3"/>
                    <a:pt x="85" y="2"/>
                  </a:cubicBezTo>
                  <a:cubicBezTo>
                    <a:pt x="83" y="0"/>
                    <a:pt x="81" y="0"/>
                    <a:pt x="79" y="2"/>
                  </a:cubicBezTo>
                  <a:cubicBezTo>
                    <a:pt x="79" y="2"/>
                    <a:pt x="79" y="2"/>
                    <a:pt x="79" y="2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58" y="25"/>
                    <a:pt x="59" y="27"/>
                    <a:pt x="60" y="29"/>
                  </a:cubicBezTo>
                  <a:cubicBezTo>
                    <a:pt x="60" y="29"/>
                    <a:pt x="60" y="29"/>
                    <a:pt x="60" y="29"/>
                  </a:cubicBezTo>
                  <a:lnTo>
                    <a:pt x="66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EDDCA32-4EE8-8A92-4499-E0BF02DB1960}"/>
              </a:ext>
            </a:extLst>
          </p:cNvPr>
          <p:cNvGrpSpPr/>
          <p:nvPr/>
        </p:nvGrpSpPr>
        <p:grpSpPr>
          <a:xfrm>
            <a:off x="5267615" y="4277419"/>
            <a:ext cx="353049" cy="395453"/>
            <a:chOff x="5018088" y="1946275"/>
            <a:chExt cx="411163" cy="485775"/>
          </a:xfrm>
          <a:solidFill>
            <a:srgbClr val="495965"/>
          </a:solidFill>
        </p:grpSpPr>
        <p:sp>
          <p:nvSpPr>
            <p:cNvPr id="128" name="Freeform 94">
              <a:extLst>
                <a:ext uri="{FF2B5EF4-FFF2-40B4-BE49-F238E27FC236}">
                  <a16:creationId xmlns:a16="http://schemas.microsoft.com/office/drawing/2014/main" id="{672B29A6-5A5F-4B8F-672C-E5225AC5C7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8088" y="1946275"/>
              <a:ext cx="411163" cy="485775"/>
            </a:xfrm>
            <a:custGeom>
              <a:avLst/>
              <a:gdLst>
                <a:gd name="T0" fmla="*/ 184 w 184"/>
                <a:gd name="T1" fmla="*/ 34 h 217"/>
                <a:gd name="T2" fmla="*/ 92 w 184"/>
                <a:gd name="T3" fmla="*/ 0 h 217"/>
                <a:gd name="T4" fmla="*/ 1 w 184"/>
                <a:gd name="T5" fmla="*/ 33 h 217"/>
                <a:gd name="T6" fmla="*/ 1 w 184"/>
                <a:gd name="T7" fmla="*/ 34 h 217"/>
                <a:gd name="T8" fmla="*/ 0 w 184"/>
                <a:gd name="T9" fmla="*/ 36 h 217"/>
                <a:gd name="T10" fmla="*/ 0 w 184"/>
                <a:gd name="T11" fmla="*/ 183 h 217"/>
                <a:gd name="T12" fmla="*/ 92 w 184"/>
                <a:gd name="T13" fmla="*/ 217 h 217"/>
                <a:gd name="T14" fmla="*/ 184 w 184"/>
                <a:gd name="T15" fmla="*/ 184 h 217"/>
                <a:gd name="T16" fmla="*/ 184 w 184"/>
                <a:gd name="T17" fmla="*/ 36 h 217"/>
                <a:gd name="T18" fmla="*/ 184 w 184"/>
                <a:gd name="T19" fmla="*/ 36 h 217"/>
                <a:gd name="T20" fmla="*/ 184 w 184"/>
                <a:gd name="T21" fmla="*/ 34 h 217"/>
                <a:gd name="T22" fmla="*/ 176 w 184"/>
                <a:gd name="T23" fmla="*/ 136 h 217"/>
                <a:gd name="T24" fmla="*/ 92 w 184"/>
                <a:gd name="T25" fmla="*/ 161 h 217"/>
                <a:gd name="T26" fmla="*/ 9 w 184"/>
                <a:gd name="T27" fmla="*/ 136 h 217"/>
                <a:gd name="T28" fmla="*/ 8 w 184"/>
                <a:gd name="T29" fmla="*/ 134 h 217"/>
                <a:gd name="T30" fmla="*/ 8 w 184"/>
                <a:gd name="T31" fmla="*/ 97 h 217"/>
                <a:gd name="T32" fmla="*/ 92 w 184"/>
                <a:gd name="T33" fmla="*/ 117 h 217"/>
                <a:gd name="T34" fmla="*/ 176 w 184"/>
                <a:gd name="T35" fmla="*/ 98 h 217"/>
                <a:gd name="T36" fmla="*/ 176 w 184"/>
                <a:gd name="T37" fmla="*/ 136 h 217"/>
                <a:gd name="T38" fmla="*/ 176 w 184"/>
                <a:gd name="T39" fmla="*/ 84 h 217"/>
                <a:gd name="T40" fmla="*/ 92 w 184"/>
                <a:gd name="T41" fmla="*/ 109 h 217"/>
                <a:gd name="T42" fmla="*/ 9 w 184"/>
                <a:gd name="T43" fmla="*/ 84 h 217"/>
                <a:gd name="T44" fmla="*/ 8 w 184"/>
                <a:gd name="T45" fmla="*/ 82 h 217"/>
                <a:gd name="T46" fmla="*/ 8 w 184"/>
                <a:gd name="T47" fmla="*/ 47 h 217"/>
                <a:gd name="T48" fmla="*/ 92 w 184"/>
                <a:gd name="T49" fmla="*/ 67 h 217"/>
                <a:gd name="T50" fmla="*/ 176 w 184"/>
                <a:gd name="T51" fmla="*/ 48 h 217"/>
                <a:gd name="T52" fmla="*/ 176 w 184"/>
                <a:gd name="T53" fmla="*/ 84 h 217"/>
                <a:gd name="T54" fmla="*/ 92 w 184"/>
                <a:gd name="T55" fmla="*/ 8 h 217"/>
                <a:gd name="T56" fmla="*/ 176 w 184"/>
                <a:gd name="T57" fmla="*/ 34 h 217"/>
                <a:gd name="T58" fmla="*/ 92 w 184"/>
                <a:gd name="T59" fmla="*/ 59 h 217"/>
                <a:gd name="T60" fmla="*/ 9 w 184"/>
                <a:gd name="T61" fmla="*/ 33 h 217"/>
                <a:gd name="T62" fmla="*/ 92 w 184"/>
                <a:gd name="T63" fmla="*/ 8 h 217"/>
                <a:gd name="T64" fmla="*/ 92 w 184"/>
                <a:gd name="T65" fmla="*/ 209 h 217"/>
                <a:gd name="T66" fmla="*/ 8 w 184"/>
                <a:gd name="T67" fmla="*/ 183 h 217"/>
                <a:gd name="T68" fmla="*/ 8 w 184"/>
                <a:gd name="T69" fmla="*/ 149 h 217"/>
                <a:gd name="T70" fmla="*/ 92 w 184"/>
                <a:gd name="T71" fmla="*/ 169 h 217"/>
                <a:gd name="T72" fmla="*/ 176 w 184"/>
                <a:gd name="T73" fmla="*/ 150 h 217"/>
                <a:gd name="T74" fmla="*/ 176 w 184"/>
                <a:gd name="T75" fmla="*/ 184 h 217"/>
                <a:gd name="T76" fmla="*/ 92 w 184"/>
                <a:gd name="T77" fmla="*/ 2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4" h="217">
                  <a:moveTo>
                    <a:pt x="184" y="34"/>
                  </a:moveTo>
                  <a:cubicBezTo>
                    <a:pt x="184" y="18"/>
                    <a:pt x="152" y="0"/>
                    <a:pt x="92" y="0"/>
                  </a:cubicBezTo>
                  <a:cubicBezTo>
                    <a:pt x="48" y="0"/>
                    <a:pt x="1" y="12"/>
                    <a:pt x="1" y="33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5"/>
                    <a:pt x="0" y="36"/>
                    <a:pt x="0" y="36"/>
                  </a:cubicBezTo>
                  <a:cubicBezTo>
                    <a:pt x="0" y="183"/>
                    <a:pt x="0" y="183"/>
                    <a:pt x="0" y="183"/>
                  </a:cubicBezTo>
                  <a:cubicBezTo>
                    <a:pt x="0" y="204"/>
                    <a:pt x="47" y="217"/>
                    <a:pt x="92" y="217"/>
                  </a:cubicBezTo>
                  <a:cubicBezTo>
                    <a:pt x="138" y="217"/>
                    <a:pt x="184" y="206"/>
                    <a:pt x="184" y="184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5"/>
                    <a:pt x="184" y="35"/>
                    <a:pt x="184" y="34"/>
                  </a:cubicBezTo>
                  <a:close/>
                  <a:moveTo>
                    <a:pt x="176" y="136"/>
                  </a:moveTo>
                  <a:cubicBezTo>
                    <a:pt x="176" y="148"/>
                    <a:pt x="142" y="161"/>
                    <a:pt x="92" y="161"/>
                  </a:cubicBezTo>
                  <a:cubicBezTo>
                    <a:pt x="43" y="161"/>
                    <a:pt x="9" y="148"/>
                    <a:pt x="9" y="136"/>
                  </a:cubicBezTo>
                  <a:cubicBezTo>
                    <a:pt x="9" y="135"/>
                    <a:pt x="8" y="134"/>
                    <a:pt x="8" y="134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23" y="110"/>
                    <a:pt x="58" y="117"/>
                    <a:pt x="92" y="117"/>
                  </a:cubicBezTo>
                  <a:cubicBezTo>
                    <a:pt x="126" y="117"/>
                    <a:pt x="161" y="110"/>
                    <a:pt x="176" y="98"/>
                  </a:cubicBezTo>
                  <a:lnTo>
                    <a:pt x="176" y="136"/>
                  </a:lnTo>
                  <a:close/>
                  <a:moveTo>
                    <a:pt x="176" y="84"/>
                  </a:moveTo>
                  <a:cubicBezTo>
                    <a:pt x="176" y="96"/>
                    <a:pt x="142" y="109"/>
                    <a:pt x="92" y="109"/>
                  </a:cubicBezTo>
                  <a:cubicBezTo>
                    <a:pt x="43" y="109"/>
                    <a:pt x="9" y="96"/>
                    <a:pt x="9" y="84"/>
                  </a:cubicBezTo>
                  <a:cubicBezTo>
                    <a:pt x="9" y="83"/>
                    <a:pt x="8" y="82"/>
                    <a:pt x="8" y="82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23" y="60"/>
                    <a:pt x="58" y="67"/>
                    <a:pt x="92" y="67"/>
                  </a:cubicBezTo>
                  <a:cubicBezTo>
                    <a:pt x="126" y="67"/>
                    <a:pt x="161" y="60"/>
                    <a:pt x="176" y="48"/>
                  </a:cubicBezTo>
                  <a:lnTo>
                    <a:pt x="176" y="84"/>
                  </a:lnTo>
                  <a:close/>
                  <a:moveTo>
                    <a:pt x="92" y="8"/>
                  </a:moveTo>
                  <a:cubicBezTo>
                    <a:pt x="140" y="8"/>
                    <a:pt x="176" y="22"/>
                    <a:pt x="176" y="34"/>
                  </a:cubicBezTo>
                  <a:cubicBezTo>
                    <a:pt x="176" y="46"/>
                    <a:pt x="142" y="59"/>
                    <a:pt x="92" y="59"/>
                  </a:cubicBezTo>
                  <a:cubicBezTo>
                    <a:pt x="43" y="59"/>
                    <a:pt x="9" y="45"/>
                    <a:pt x="9" y="33"/>
                  </a:cubicBezTo>
                  <a:cubicBezTo>
                    <a:pt x="9" y="22"/>
                    <a:pt x="43" y="8"/>
                    <a:pt x="92" y="8"/>
                  </a:cubicBezTo>
                  <a:close/>
                  <a:moveTo>
                    <a:pt x="92" y="209"/>
                  </a:moveTo>
                  <a:cubicBezTo>
                    <a:pt x="44" y="209"/>
                    <a:pt x="8" y="195"/>
                    <a:pt x="8" y="183"/>
                  </a:cubicBezTo>
                  <a:cubicBezTo>
                    <a:pt x="8" y="149"/>
                    <a:pt x="8" y="149"/>
                    <a:pt x="8" y="149"/>
                  </a:cubicBezTo>
                  <a:cubicBezTo>
                    <a:pt x="23" y="162"/>
                    <a:pt x="58" y="169"/>
                    <a:pt x="92" y="169"/>
                  </a:cubicBezTo>
                  <a:cubicBezTo>
                    <a:pt x="126" y="169"/>
                    <a:pt x="161" y="162"/>
                    <a:pt x="176" y="150"/>
                  </a:cubicBezTo>
                  <a:cubicBezTo>
                    <a:pt x="176" y="184"/>
                    <a:pt x="176" y="184"/>
                    <a:pt x="176" y="184"/>
                  </a:cubicBezTo>
                  <a:cubicBezTo>
                    <a:pt x="176" y="196"/>
                    <a:pt x="141" y="209"/>
                    <a:pt x="92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29" name="Freeform 95">
              <a:extLst>
                <a:ext uri="{FF2B5EF4-FFF2-40B4-BE49-F238E27FC236}">
                  <a16:creationId xmlns:a16="http://schemas.microsoft.com/office/drawing/2014/main" id="{661312D7-1663-2963-8065-5372BC182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114550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0" name="Freeform 96">
              <a:extLst>
                <a:ext uri="{FF2B5EF4-FFF2-40B4-BE49-F238E27FC236}">
                  <a16:creationId xmlns:a16="http://schemas.microsoft.com/office/drawing/2014/main" id="{CCD31DA4-FD7C-F85A-7BA9-BE842F0751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225675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1" name="Freeform 97">
              <a:extLst>
                <a:ext uri="{FF2B5EF4-FFF2-40B4-BE49-F238E27FC236}">
                  <a16:creationId xmlns:a16="http://schemas.microsoft.com/office/drawing/2014/main" id="{721064AF-C9BD-8561-08AC-B4EB572E7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341563"/>
              <a:ext cx="60325" cy="30162"/>
            </a:xfrm>
            <a:custGeom>
              <a:avLst/>
              <a:gdLst>
                <a:gd name="T0" fmla="*/ 20 w 27"/>
                <a:gd name="T1" fmla="*/ 1 h 13"/>
                <a:gd name="T2" fmla="*/ 3 w 27"/>
                <a:gd name="T3" fmla="*/ 5 h 13"/>
                <a:gd name="T4" fmla="*/ 0 w 27"/>
                <a:gd name="T5" fmla="*/ 10 h 13"/>
                <a:gd name="T6" fmla="*/ 4 w 27"/>
                <a:gd name="T7" fmla="*/ 13 h 13"/>
                <a:gd name="T8" fmla="*/ 4 w 27"/>
                <a:gd name="T9" fmla="*/ 13 h 13"/>
                <a:gd name="T10" fmla="*/ 24 w 27"/>
                <a:gd name="T11" fmla="*/ 8 h 13"/>
                <a:gd name="T12" fmla="*/ 26 w 27"/>
                <a:gd name="T13" fmla="*/ 2 h 13"/>
                <a:gd name="T14" fmla="*/ 20 w 27"/>
                <a:gd name="T1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20" y="1"/>
                  </a:moveTo>
                  <a:cubicBezTo>
                    <a:pt x="17" y="3"/>
                    <a:pt x="9" y="5"/>
                    <a:pt x="3" y="5"/>
                  </a:cubicBezTo>
                  <a:cubicBezTo>
                    <a:pt x="1" y="5"/>
                    <a:pt x="0" y="7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11" y="12"/>
                    <a:pt x="19" y="10"/>
                    <a:pt x="24" y="8"/>
                  </a:cubicBezTo>
                  <a:cubicBezTo>
                    <a:pt x="26" y="7"/>
                    <a:pt x="27" y="4"/>
                    <a:pt x="26" y="2"/>
                  </a:cubicBezTo>
                  <a:cubicBezTo>
                    <a:pt x="25" y="0"/>
                    <a:pt x="22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7AF67859-6B54-3577-9ED6-9539BD49C2E5}"/>
              </a:ext>
            </a:extLst>
          </p:cNvPr>
          <p:cNvSpPr txBox="1"/>
          <p:nvPr/>
        </p:nvSpPr>
        <p:spPr>
          <a:xfrm>
            <a:off x="5256384" y="4648475"/>
            <a:ext cx="5817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GPDB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298D28E-899E-F90B-A1CA-B9C4138796CA}"/>
              </a:ext>
            </a:extLst>
          </p:cNvPr>
          <p:cNvSpPr/>
          <p:nvPr/>
        </p:nvSpPr>
        <p:spPr>
          <a:xfrm>
            <a:off x="5240772" y="2970965"/>
            <a:ext cx="2024272" cy="213521"/>
          </a:xfrm>
          <a:prstGeom prst="rect">
            <a:avLst/>
          </a:prstGeom>
        </p:spPr>
        <p:txBody>
          <a:bodyPr wrap="non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Network Collection &amp; Interception</a:t>
            </a:r>
          </a:p>
        </p:txBody>
      </p:sp>
      <p:sp>
        <p:nvSpPr>
          <p:cNvPr id="121" name="Freeform 233">
            <a:extLst>
              <a:ext uri="{FF2B5EF4-FFF2-40B4-BE49-F238E27FC236}">
                <a16:creationId xmlns:a16="http://schemas.microsoft.com/office/drawing/2014/main" id="{DB499013-0DBA-5CC1-6CD3-C78C49C45C50}"/>
              </a:ext>
            </a:extLst>
          </p:cNvPr>
          <p:cNvSpPr/>
          <p:nvPr/>
        </p:nvSpPr>
        <p:spPr>
          <a:xfrm>
            <a:off x="445103" y="2980075"/>
            <a:ext cx="4811281" cy="145232"/>
          </a:xfrm>
          <a:custGeom>
            <a:avLst/>
            <a:gdLst>
              <a:gd name="connsiteX0" fmla="*/ 0 w 3991429"/>
              <a:gd name="connsiteY0" fmla="*/ 0 h 391886"/>
              <a:gd name="connsiteX1" fmla="*/ 0 w 3991429"/>
              <a:gd name="connsiteY1" fmla="*/ 391886 h 391886"/>
              <a:gd name="connsiteX2" fmla="*/ 3991429 w 3991429"/>
              <a:gd name="connsiteY2" fmla="*/ 391886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91429" h="391886">
                <a:moveTo>
                  <a:pt x="0" y="0"/>
                </a:moveTo>
                <a:lnTo>
                  <a:pt x="0" y="391886"/>
                </a:lnTo>
                <a:lnTo>
                  <a:pt x="3991429" y="391886"/>
                </a:lnTo>
              </a:path>
            </a:pathLst>
          </a:custGeom>
          <a:noFill/>
          <a:ln w="15875" cap="rnd">
            <a:solidFill>
              <a:srgbClr val="0099CC"/>
            </a:solidFill>
            <a:prstDash val="sysDot"/>
            <a:headEnd type="oval"/>
          </a:ln>
        </p:spPr>
        <p:txBody>
          <a:bodyPr lIns="51435" tIns="25718" rIns="51435" bIns="25718"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22" name="Freeform 234">
            <a:extLst>
              <a:ext uri="{FF2B5EF4-FFF2-40B4-BE49-F238E27FC236}">
                <a16:creationId xmlns:a16="http://schemas.microsoft.com/office/drawing/2014/main" id="{F7BDF5FE-C0B7-9D44-93B7-B826DC452A83}"/>
              </a:ext>
            </a:extLst>
          </p:cNvPr>
          <p:cNvSpPr/>
          <p:nvPr/>
        </p:nvSpPr>
        <p:spPr>
          <a:xfrm flipH="1">
            <a:off x="7567839" y="2980075"/>
            <a:ext cx="4407044" cy="100822"/>
          </a:xfrm>
          <a:custGeom>
            <a:avLst/>
            <a:gdLst>
              <a:gd name="connsiteX0" fmla="*/ 0 w 3991429"/>
              <a:gd name="connsiteY0" fmla="*/ 0 h 391886"/>
              <a:gd name="connsiteX1" fmla="*/ 0 w 3991429"/>
              <a:gd name="connsiteY1" fmla="*/ 391886 h 391886"/>
              <a:gd name="connsiteX2" fmla="*/ 3991429 w 3991429"/>
              <a:gd name="connsiteY2" fmla="*/ 391886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91429" h="391886">
                <a:moveTo>
                  <a:pt x="0" y="0"/>
                </a:moveTo>
                <a:lnTo>
                  <a:pt x="0" y="391886"/>
                </a:lnTo>
                <a:lnTo>
                  <a:pt x="3991429" y="391886"/>
                </a:lnTo>
              </a:path>
            </a:pathLst>
          </a:custGeom>
          <a:noFill/>
          <a:ln w="15875" cap="rnd">
            <a:solidFill>
              <a:srgbClr val="0099CC"/>
            </a:solidFill>
            <a:prstDash val="sysDot"/>
            <a:headEnd type="oval"/>
          </a:ln>
        </p:spPr>
        <p:txBody>
          <a:bodyPr lIns="51435" tIns="25718" rIns="51435" bIns="25718"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23" name="L-Shape 122">
            <a:extLst>
              <a:ext uri="{FF2B5EF4-FFF2-40B4-BE49-F238E27FC236}">
                <a16:creationId xmlns:a16="http://schemas.microsoft.com/office/drawing/2014/main" id="{23F54918-937D-32ED-6DA4-52DE7763F53C}"/>
              </a:ext>
            </a:extLst>
          </p:cNvPr>
          <p:cNvSpPr/>
          <p:nvPr/>
        </p:nvSpPr>
        <p:spPr>
          <a:xfrm rot="18900000">
            <a:off x="3109051" y="3140702"/>
            <a:ext cx="205952" cy="199517"/>
          </a:xfrm>
          <a:prstGeom prst="corner">
            <a:avLst>
              <a:gd name="adj1" fmla="val 36522"/>
              <a:gd name="adj2" fmla="val 34982"/>
            </a:avLst>
          </a:prstGeom>
          <a:solidFill>
            <a:srgbClr val="0099C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51435" tIns="25718" rIns="51435" bIns="25718"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4" name="Picture 4">
            <a:extLst>
              <a:ext uri="{FF2B5EF4-FFF2-40B4-BE49-F238E27FC236}">
                <a16:creationId xmlns:a16="http://schemas.microsoft.com/office/drawing/2014/main" id="{1D72CEE2-FA12-2C1F-3FBA-6959C25DF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28670" y="1022068"/>
            <a:ext cx="354919" cy="341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DE3F126E-6A04-7D10-FF31-5E86C30A46D1}"/>
              </a:ext>
            </a:extLst>
          </p:cNvPr>
          <p:cNvSpPr txBox="1"/>
          <p:nvPr/>
        </p:nvSpPr>
        <p:spPr>
          <a:xfrm>
            <a:off x="1947450" y="1066563"/>
            <a:ext cx="8609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ISP</a:t>
            </a:r>
          </a:p>
        </p:txBody>
      </p:sp>
      <p:pic>
        <p:nvPicPr>
          <p:cNvPr id="126" name="Picture 4">
            <a:extLst>
              <a:ext uri="{FF2B5EF4-FFF2-40B4-BE49-F238E27FC236}">
                <a16:creationId xmlns:a16="http://schemas.microsoft.com/office/drawing/2014/main" id="{4CAD128D-6405-DB3D-0E88-D05045ED5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72804" y="779966"/>
            <a:ext cx="354919" cy="341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D3468397-CC9B-5C79-4FD6-571BA039D0B3}"/>
              </a:ext>
            </a:extLst>
          </p:cNvPr>
          <p:cNvSpPr txBox="1"/>
          <p:nvPr/>
        </p:nvSpPr>
        <p:spPr>
          <a:xfrm>
            <a:off x="3091584" y="824461"/>
            <a:ext cx="8609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ISP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16007BCA-B194-25C5-5D82-628976D97D2E}"/>
              </a:ext>
            </a:extLst>
          </p:cNvPr>
          <p:cNvSpPr/>
          <p:nvPr/>
        </p:nvSpPr>
        <p:spPr>
          <a:xfrm>
            <a:off x="6553726" y="3324851"/>
            <a:ext cx="5495842" cy="3167707"/>
          </a:xfrm>
          <a:prstGeom prst="rect">
            <a:avLst/>
          </a:prstGeom>
          <a:solidFill>
            <a:srgbClr val="7030A0">
              <a:alpha val="25000"/>
            </a:srgbClr>
          </a:solidFill>
          <a:effectLst>
            <a:outerShdw blurRad="165100" dist="38100" dir="8100000" algn="tr" rotWithShape="0">
              <a:prstClr val="black">
                <a:alpha val="15000"/>
              </a:prstClr>
            </a:outerShdw>
          </a:effectLst>
        </p:spPr>
        <p:txBody>
          <a:bodyPr wrap="square" lIns="51435" tIns="25718" rIns="51435" bIns="25718" anchor="ctr" anchorCtr="0"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A53651C6-EC03-F42C-203B-A064D5960E9C}"/>
              </a:ext>
            </a:extLst>
          </p:cNvPr>
          <p:cNvSpPr/>
          <p:nvPr/>
        </p:nvSpPr>
        <p:spPr>
          <a:xfrm>
            <a:off x="6642380" y="5693141"/>
            <a:ext cx="1092488" cy="545150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Vantage X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Monitoring Center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F77AD471-F77E-0C98-7AC2-686EF40F96BC}"/>
              </a:ext>
            </a:extLst>
          </p:cNvPr>
          <p:cNvSpPr/>
          <p:nvPr/>
        </p:nvSpPr>
        <p:spPr>
          <a:xfrm>
            <a:off x="8971470" y="5044132"/>
            <a:ext cx="904761" cy="15313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srgbClr val="0072B8"/>
                </a:solidFill>
                <a:effectLst/>
                <a:uLnTx/>
                <a:uFillTx/>
                <a:latin typeface="Calibri" panose="020F0502020204030204"/>
              </a:rPr>
              <a:t>Decoding 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AF528547-E710-714E-5810-A8DE4B1823C3}"/>
              </a:ext>
            </a:extLst>
          </p:cNvPr>
          <p:cNvSpPr/>
          <p:nvPr/>
        </p:nvSpPr>
        <p:spPr>
          <a:xfrm>
            <a:off x="6696361" y="4913989"/>
            <a:ext cx="5210568" cy="691322"/>
          </a:xfrm>
          <a:prstGeom prst="rect">
            <a:avLst/>
          </a:prstGeom>
          <a:solidFill>
            <a:srgbClr val="495965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EE4593C3-04E4-90B0-B8AD-1EE0130B48FC}"/>
              </a:ext>
            </a:extLst>
          </p:cNvPr>
          <p:cNvSpPr/>
          <p:nvPr/>
        </p:nvSpPr>
        <p:spPr>
          <a:xfrm>
            <a:off x="10930334" y="5763249"/>
            <a:ext cx="819325" cy="364889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Health Monitoring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D65478C-434F-B0AC-959F-312C9182D442}"/>
              </a:ext>
            </a:extLst>
          </p:cNvPr>
          <p:cNvSpPr/>
          <p:nvPr/>
        </p:nvSpPr>
        <p:spPr>
          <a:xfrm>
            <a:off x="8850927" y="6134082"/>
            <a:ext cx="559366" cy="18580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Operators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2C1B5D7-0632-F50D-7F95-0093B41752C5}"/>
              </a:ext>
            </a:extLst>
          </p:cNvPr>
          <p:cNvSpPr/>
          <p:nvPr/>
        </p:nvSpPr>
        <p:spPr>
          <a:xfrm>
            <a:off x="7886525" y="6135079"/>
            <a:ext cx="577494" cy="18580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Analysts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2CA62A0-FAA5-4691-12DB-180E8F0FAC34}"/>
              </a:ext>
            </a:extLst>
          </p:cNvPr>
          <p:cNvSpPr/>
          <p:nvPr/>
        </p:nvSpPr>
        <p:spPr>
          <a:xfrm>
            <a:off x="9740294" y="6136397"/>
            <a:ext cx="912330" cy="18580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Administrators</a:t>
            </a:r>
          </a:p>
        </p:txBody>
      </p:sp>
      <p:sp>
        <p:nvSpPr>
          <p:cNvPr id="181" name="מלבן 178">
            <a:extLst>
              <a:ext uri="{FF2B5EF4-FFF2-40B4-BE49-F238E27FC236}">
                <a16:creationId xmlns:a16="http://schemas.microsoft.com/office/drawing/2014/main" id="{761B3977-D960-BDF5-AAF2-5E229A2F90F7}"/>
              </a:ext>
            </a:extLst>
          </p:cNvPr>
          <p:cNvSpPr/>
          <p:nvPr/>
        </p:nvSpPr>
        <p:spPr>
          <a:xfrm>
            <a:off x="7567840" y="6089587"/>
            <a:ext cx="2989060" cy="14893"/>
          </a:xfrm>
          <a:prstGeom prst="rect">
            <a:avLst/>
          </a:prstGeom>
          <a:solidFill>
            <a:srgbClr val="495965">
              <a:lumMod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82" name="מלבן מעוגל 163">
            <a:extLst>
              <a:ext uri="{FF2B5EF4-FFF2-40B4-BE49-F238E27FC236}">
                <a16:creationId xmlns:a16="http://schemas.microsoft.com/office/drawing/2014/main" id="{938FA0F7-4702-4C15-DE42-A703A3F0FFD2}"/>
              </a:ext>
            </a:extLst>
          </p:cNvPr>
          <p:cNvSpPr/>
          <p:nvPr/>
        </p:nvSpPr>
        <p:spPr>
          <a:xfrm>
            <a:off x="9711821" y="5728491"/>
            <a:ext cx="585516" cy="278993"/>
          </a:xfrm>
          <a:prstGeom prst="roundRect">
            <a:avLst>
              <a:gd name="adj" fmla="val 4492"/>
            </a:avLst>
          </a:prstGeom>
          <a:solidFill>
            <a:srgbClr val="182A38">
              <a:lumMod val="50000"/>
              <a:lumOff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83" name="קבוצה 132">
            <a:extLst>
              <a:ext uri="{FF2B5EF4-FFF2-40B4-BE49-F238E27FC236}">
                <a16:creationId xmlns:a16="http://schemas.microsoft.com/office/drawing/2014/main" id="{6DF686C4-DE28-B885-B546-1F8B974AD2E7}"/>
              </a:ext>
            </a:extLst>
          </p:cNvPr>
          <p:cNvGrpSpPr/>
          <p:nvPr/>
        </p:nvGrpSpPr>
        <p:grpSpPr>
          <a:xfrm>
            <a:off x="9694862" y="5712769"/>
            <a:ext cx="852709" cy="426739"/>
            <a:chOff x="5028891" y="2501071"/>
            <a:chExt cx="2263018" cy="1441011"/>
          </a:xfrm>
        </p:grpSpPr>
        <p:grpSp>
          <p:nvGrpSpPr>
            <p:cNvPr id="184" name="קבוצה 133">
              <a:extLst>
                <a:ext uri="{FF2B5EF4-FFF2-40B4-BE49-F238E27FC236}">
                  <a16:creationId xmlns:a16="http://schemas.microsoft.com/office/drawing/2014/main" id="{01928DAC-3BE4-917C-443C-8F632E7C99AE}"/>
                </a:ext>
              </a:extLst>
            </p:cNvPr>
            <p:cNvGrpSpPr/>
            <p:nvPr/>
          </p:nvGrpSpPr>
          <p:grpSpPr>
            <a:xfrm>
              <a:off x="5028891" y="2501071"/>
              <a:ext cx="1648128" cy="1242410"/>
              <a:chOff x="685800" y="2175862"/>
              <a:chExt cx="3886200" cy="2929538"/>
            </a:xfrm>
            <a:solidFill>
              <a:srgbClr val="495965">
                <a:lumMod val="25000"/>
              </a:srgbClr>
            </a:solidFill>
          </p:grpSpPr>
          <p:sp>
            <p:nvSpPr>
              <p:cNvPr id="186" name="Freeform 7">
                <a:extLst>
                  <a:ext uri="{FF2B5EF4-FFF2-40B4-BE49-F238E27FC236}">
                    <a16:creationId xmlns:a16="http://schemas.microsoft.com/office/drawing/2014/main" id="{FFC73BC1-5E5E-1779-4F18-D9312A45FA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5800" y="2175862"/>
                <a:ext cx="3886200" cy="2375813"/>
              </a:xfrm>
              <a:custGeom>
                <a:avLst/>
                <a:gdLst>
                  <a:gd name="T0" fmla="*/ 679 w 717"/>
                  <a:gd name="T1" fmla="*/ 425 h 425"/>
                  <a:gd name="T2" fmla="*/ 37 w 717"/>
                  <a:gd name="T3" fmla="*/ 425 h 425"/>
                  <a:gd name="T4" fmla="*/ 0 w 717"/>
                  <a:gd name="T5" fmla="*/ 388 h 425"/>
                  <a:gd name="T6" fmla="*/ 0 w 717"/>
                  <a:gd name="T7" fmla="*/ 38 h 425"/>
                  <a:gd name="T8" fmla="*/ 37 w 717"/>
                  <a:gd name="T9" fmla="*/ 0 h 425"/>
                  <a:gd name="T10" fmla="*/ 679 w 717"/>
                  <a:gd name="T11" fmla="*/ 0 h 425"/>
                  <a:gd name="T12" fmla="*/ 717 w 717"/>
                  <a:gd name="T13" fmla="*/ 38 h 425"/>
                  <a:gd name="T14" fmla="*/ 717 w 717"/>
                  <a:gd name="T15" fmla="*/ 388 h 425"/>
                  <a:gd name="T16" fmla="*/ 679 w 717"/>
                  <a:gd name="T17" fmla="*/ 425 h 425"/>
                  <a:gd name="T18" fmla="*/ 37 w 717"/>
                  <a:gd name="T19" fmla="*/ 23 h 425"/>
                  <a:gd name="T20" fmla="*/ 23 w 717"/>
                  <a:gd name="T21" fmla="*/ 38 h 425"/>
                  <a:gd name="T22" fmla="*/ 23 w 717"/>
                  <a:gd name="T23" fmla="*/ 388 h 425"/>
                  <a:gd name="T24" fmla="*/ 37 w 717"/>
                  <a:gd name="T25" fmla="*/ 402 h 425"/>
                  <a:gd name="T26" fmla="*/ 679 w 717"/>
                  <a:gd name="T27" fmla="*/ 402 h 425"/>
                  <a:gd name="T28" fmla="*/ 694 w 717"/>
                  <a:gd name="T29" fmla="*/ 388 h 425"/>
                  <a:gd name="T30" fmla="*/ 694 w 717"/>
                  <a:gd name="T31" fmla="*/ 38 h 425"/>
                  <a:gd name="T32" fmla="*/ 679 w 717"/>
                  <a:gd name="T33" fmla="*/ 23 h 425"/>
                  <a:gd name="T34" fmla="*/ 37 w 717"/>
                  <a:gd name="T35" fmla="*/ 23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17" h="425">
                    <a:moveTo>
                      <a:pt x="679" y="425"/>
                    </a:moveTo>
                    <a:cubicBezTo>
                      <a:pt x="37" y="425"/>
                      <a:pt x="37" y="425"/>
                      <a:pt x="37" y="425"/>
                    </a:cubicBezTo>
                    <a:cubicBezTo>
                      <a:pt x="17" y="425"/>
                      <a:pt x="0" y="408"/>
                      <a:pt x="0" y="38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17"/>
                      <a:pt x="17" y="0"/>
                      <a:pt x="37" y="0"/>
                    </a:cubicBezTo>
                    <a:cubicBezTo>
                      <a:pt x="679" y="0"/>
                      <a:pt x="679" y="0"/>
                      <a:pt x="679" y="0"/>
                    </a:cubicBezTo>
                    <a:cubicBezTo>
                      <a:pt x="700" y="0"/>
                      <a:pt x="717" y="17"/>
                      <a:pt x="717" y="38"/>
                    </a:cubicBezTo>
                    <a:cubicBezTo>
                      <a:pt x="717" y="388"/>
                      <a:pt x="717" y="388"/>
                      <a:pt x="717" y="388"/>
                    </a:cubicBezTo>
                    <a:cubicBezTo>
                      <a:pt x="717" y="408"/>
                      <a:pt x="700" y="425"/>
                      <a:pt x="679" y="425"/>
                    </a:cubicBezTo>
                    <a:close/>
                    <a:moveTo>
                      <a:pt x="37" y="23"/>
                    </a:moveTo>
                    <a:cubicBezTo>
                      <a:pt x="29" y="23"/>
                      <a:pt x="23" y="30"/>
                      <a:pt x="23" y="38"/>
                    </a:cubicBezTo>
                    <a:cubicBezTo>
                      <a:pt x="23" y="388"/>
                      <a:pt x="23" y="388"/>
                      <a:pt x="23" y="388"/>
                    </a:cubicBezTo>
                    <a:cubicBezTo>
                      <a:pt x="23" y="396"/>
                      <a:pt x="29" y="402"/>
                      <a:pt x="37" y="402"/>
                    </a:cubicBezTo>
                    <a:cubicBezTo>
                      <a:pt x="679" y="402"/>
                      <a:pt x="679" y="402"/>
                      <a:pt x="679" y="402"/>
                    </a:cubicBezTo>
                    <a:cubicBezTo>
                      <a:pt x="687" y="402"/>
                      <a:pt x="694" y="396"/>
                      <a:pt x="694" y="388"/>
                    </a:cubicBezTo>
                    <a:cubicBezTo>
                      <a:pt x="694" y="38"/>
                      <a:pt x="694" y="38"/>
                      <a:pt x="694" y="38"/>
                    </a:cubicBezTo>
                    <a:cubicBezTo>
                      <a:pt x="694" y="30"/>
                      <a:pt x="687" y="23"/>
                      <a:pt x="679" y="23"/>
                    </a:cubicBezTo>
                    <a:lnTo>
                      <a:pt x="37" y="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87" name="Freeform 8">
                <a:extLst>
                  <a:ext uri="{FF2B5EF4-FFF2-40B4-BE49-F238E27FC236}">
                    <a16:creationId xmlns:a16="http://schemas.microsoft.com/office/drawing/2014/main" id="{A374FAFA-C4ED-6B92-6B41-BAC7ECC5F2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4022" y="4490150"/>
                <a:ext cx="1036932" cy="615250"/>
              </a:xfrm>
              <a:custGeom>
                <a:avLst/>
                <a:gdLst>
                  <a:gd name="T0" fmla="*/ 168 w 191"/>
                  <a:gd name="T1" fmla="*/ 75 h 110"/>
                  <a:gd name="T2" fmla="*/ 152 w 191"/>
                  <a:gd name="T3" fmla="*/ 75 h 110"/>
                  <a:gd name="T4" fmla="*/ 152 w 191"/>
                  <a:gd name="T5" fmla="*/ 0 h 110"/>
                  <a:gd name="T6" fmla="*/ 39 w 191"/>
                  <a:gd name="T7" fmla="*/ 0 h 110"/>
                  <a:gd name="T8" fmla="*/ 39 w 191"/>
                  <a:gd name="T9" fmla="*/ 75 h 110"/>
                  <a:gd name="T10" fmla="*/ 23 w 191"/>
                  <a:gd name="T11" fmla="*/ 75 h 110"/>
                  <a:gd name="T12" fmla="*/ 0 w 191"/>
                  <a:gd name="T13" fmla="*/ 99 h 110"/>
                  <a:gd name="T14" fmla="*/ 0 w 191"/>
                  <a:gd name="T15" fmla="*/ 110 h 110"/>
                  <a:gd name="T16" fmla="*/ 191 w 191"/>
                  <a:gd name="T17" fmla="*/ 110 h 110"/>
                  <a:gd name="T18" fmla="*/ 191 w 191"/>
                  <a:gd name="T19" fmla="*/ 99 h 110"/>
                  <a:gd name="T20" fmla="*/ 168 w 191"/>
                  <a:gd name="T21" fmla="*/ 75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1" h="110">
                    <a:moveTo>
                      <a:pt x="168" y="75"/>
                    </a:moveTo>
                    <a:cubicBezTo>
                      <a:pt x="152" y="75"/>
                      <a:pt x="152" y="75"/>
                      <a:pt x="152" y="75"/>
                    </a:cubicBezTo>
                    <a:cubicBezTo>
                      <a:pt x="152" y="0"/>
                      <a:pt x="152" y="0"/>
                      <a:pt x="152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75"/>
                      <a:pt x="39" y="75"/>
                      <a:pt x="39" y="75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10" y="75"/>
                      <a:pt x="0" y="86"/>
                      <a:pt x="0" y="9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191" y="110"/>
                      <a:pt x="191" y="110"/>
                      <a:pt x="191" y="110"/>
                    </a:cubicBezTo>
                    <a:cubicBezTo>
                      <a:pt x="191" y="99"/>
                      <a:pt x="191" y="99"/>
                      <a:pt x="191" y="99"/>
                    </a:cubicBezTo>
                    <a:cubicBezTo>
                      <a:pt x="191" y="86"/>
                      <a:pt x="181" y="75"/>
                      <a:pt x="168" y="7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>
                <a:reflection blurRad="6350" stA="30000" endPos="16000" dir="5400000" sy="-100000" algn="bl" rotWithShape="0"/>
              </a:effec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185" name="Freeform 237">
              <a:extLst>
                <a:ext uri="{FF2B5EF4-FFF2-40B4-BE49-F238E27FC236}">
                  <a16:creationId xmlns:a16="http://schemas.microsoft.com/office/drawing/2014/main" id="{6C56090E-67B6-974F-62AF-8A2E7337558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877801" y="2575431"/>
              <a:ext cx="1414108" cy="1366651"/>
            </a:xfrm>
            <a:custGeom>
              <a:avLst/>
              <a:gdLst>
                <a:gd name="T0" fmla="*/ 78 w 124"/>
                <a:gd name="T1" fmla="*/ 84 h 120"/>
                <a:gd name="T2" fmla="*/ 75 w 124"/>
                <a:gd name="T3" fmla="*/ 75 h 120"/>
                <a:gd name="T4" fmla="*/ 86 w 124"/>
                <a:gd name="T5" fmla="*/ 54 h 120"/>
                <a:gd name="T6" fmla="*/ 89 w 124"/>
                <a:gd name="T7" fmla="*/ 37 h 120"/>
                <a:gd name="T8" fmla="*/ 62 w 124"/>
                <a:gd name="T9" fmla="*/ 0 h 120"/>
                <a:gd name="T10" fmla="*/ 36 w 124"/>
                <a:gd name="T11" fmla="*/ 37 h 120"/>
                <a:gd name="T12" fmla="*/ 39 w 124"/>
                <a:gd name="T13" fmla="*/ 54 h 120"/>
                <a:gd name="T14" fmla="*/ 50 w 124"/>
                <a:gd name="T15" fmla="*/ 75 h 120"/>
                <a:gd name="T16" fmla="*/ 47 w 124"/>
                <a:gd name="T17" fmla="*/ 84 h 120"/>
                <a:gd name="T18" fmla="*/ 0 w 124"/>
                <a:gd name="T19" fmla="*/ 120 h 120"/>
                <a:gd name="T20" fmla="*/ 62 w 124"/>
                <a:gd name="T21" fmla="*/ 120 h 120"/>
                <a:gd name="T22" fmla="*/ 124 w 124"/>
                <a:gd name="T23" fmla="*/ 120 h 120"/>
                <a:gd name="T24" fmla="*/ 78 w 124"/>
                <a:gd name="T25" fmla="*/ 84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" h="120">
                  <a:moveTo>
                    <a:pt x="78" y="84"/>
                  </a:moveTo>
                  <a:cubicBezTo>
                    <a:pt x="75" y="84"/>
                    <a:pt x="75" y="75"/>
                    <a:pt x="75" y="75"/>
                  </a:cubicBezTo>
                  <a:cubicBezTo>
                    <a:pt x="75" y="75"/>
                    <a:pt x="84" y="66"/>
                    <a:pt x="86" y="54"/>
                  </a:cubicBezTo>
                  <a:cubicBezTo>
                    <a:pt x="91" y="54"/>
                    <a:pt x="94" y="41"/>
                    <a:pt x="89" y="37"/>
                  </a:cubicBezTo>
                  <a:cubicBezTo>
                    <a:pt x="89" y="32"/>
                    <a:pt x="96" y="0"/>
                    <a:pt x="62" y="0"/>
                  </a:cubicBezTo>
                  <a:cubicBezTo>
                    <a:pt x="29" y="0"/>
                    <a:pt x="36" y="32"/>
                    <a:pt x="36" y="37"/>
                  </a:cubicBezTo>
                  <a:cubicBezTo>
                    <a:pt x="31" y="41"/>
                    <a:pt x="34" y="54"/>
                    <a:pt x="39" y="54"/>
                  </a:cubicBezTo>
                  <a:cubicBezTo>
                    <a:pt x="41" y="66"/>
                    <a:pt x="50" y="75"/>
                    <a:pt x="50" y="75"/>
                  </a:cubicBezTo>
                  <a:cubicBezTo>
                    <a:pt x="50" y="75"/>
                    <a:pt x="50" y="84"/>
                    <a:pt x="47" y="84"/>
                  </a:cubicBezTo>
                  <a:cubicBezTo>
                    <a:pt x="37" y="86"/>
                    <a:pt x="0" y="102"/>
                    <a:pt x="0" y="120"/>
                  </a:cubicBezTo>
                  <a:cubicBezTo>
                    <a:pt x="62" y="120"/>
                    <a:pt x="62" y="120"/>
                    <a:pt x="62" y="120"/>
                  </a:cubicBezTo>
                  <a:cubicBezTo>
                    <a:pt x="124" y="120"/>
                    <a:pt x="124" y="120"/>
                    <a:pt x="124" y="120"/>
                  </a:cubicBezTo>
                  <a:cubicBezTo>
                    <a:pt x="124" y="102"/>
                    <a:pt x="88" y="86"/>
                    <a:pt x="78" y="84"/>
                  </a:cubicBezTo>
                </a:path>
              </a:pathLst>
            </a:custGeom>
            <a:solidFill>
              <a:srgbClr val="495965">
                <a:lumMod val="25000"/>
              </a:srgbClr>
            </a:solidFill>
            <a:ln w="28575">
              <a:solidFill>
                <a:sysClr val="window" lastClr="FFFFFF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580BDBBC-3B22-6C93-3851-4726BFD222F2}"/>
              </a:ext>
            </a:extLst>
          </p:cNvPr>
          <p:cNvGrpSpPr/>
          <p:nvPr/>
        </p:nvGrpSpPr>
        <p:grpSpPr>
          <a:xfrm>
            <a:off x="7710428" y="5724158"/>
            <a:ext cx="2404226" cy="427070"/>
            <a:chOff x="3017672" y="5342643"/>
            <a:chExt cx="3733298" cy="699485"/>
          </a:xfrm>
        </p:grpSpPr>
        <p:sp>
          <p:nvSpPr>
            <p:cNvPr id="189" name="מלבן מעוגל 162">
              <a:extLst>
                <a:ext uri="{FF2B5EF4-FFF2-40B4-BE49-F238E27FC236}">
                  <a16:creationId xmlns:a16="http://schemas.microsoft.com/office/drawing/2014/main" id="{796B5EEE-2E5E-71E1-27B3-EDAAD927D9A9}"/>
                </a:ext>
              </a:extLst>
            </p:cNvPr>
            <p:cNvSpPr/>
            <p:nvPr/>
          </p:nvSpPr>
          <p:spPr>
            <a:xfrm>
              <a:off x="3029912" y="5342643"/>
              <a:ext cx="964320" cy="471397"/>
            </a:xfrm>
            <a:prstGeom prst="roundRect">
              <a:avLst>
                <a:gd name="adj" fmla="val 14864"/>
              </a:avLst>
            </a:prstGeom>
            <a:solidFill>
              <a:srgbClr val="182A38">
                <a:lumMod val="50000"/>
                <a:lumOff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1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BCAFAA16-49A2-7BF0-AB0A-8EC55901F2FC}"/>
                </a:ext>
              </a:extLst>
            </p:cNvPr>
            <p:cNvGrpSpPr/>
            <p:nvPr/>
          </p:nvGrpSpPr>
          <p:grpSpPr>
            <a:xfrm>
              <a:off x="3017672" y="5343185"/>
              <a:ext cx="3733298" cy="698943"/>
              <a:chOff x="3019096" y="5338363"/>
              <a:chExt cx="3733298" cy="698943"/>
            </a:xfrm>
          </p:grpSpPr>
          <p:grpSp>
            <p:nvGrpSpPr>
              <p:cNvPr id="191" name="קבוצה 127">
                <a:extLst>
                  <a:ext uri="{FF2B5EF4-FFF2-40B4-BE49-F238E27FC236}">
                    <a16:creationId xmlns:a16="http://schemas.microsoft.com/office/drawing/2014/main" id="{96E9D4C7-651F-406A-B439-59BCCC843CF5}"/>
                  </a:ext>
                </a:extLst>
              </p:cNvPr>
              <p:cNvGrpSpPr/>
              <p:nvPr/>
            </p:nvGrpSpPr>
            <p:grpSpPr>
              <a:xfrm>
                <a:off x="3019096" y="5338363"/>
                <a:ext cx="1324092" cy="698943"/>
                <a:chOff x="5028891" y="2501071"/>
                <a:chExt cx="2263018" cy="1441011"/>
              </a:xfrm>
            </p:grpSpPr>
            <p:grpSp>
              <p:nvGrpSpPr>
                <p:cNvPr id="193" name="קבוצה 128">
                  <a:extLst>
                    <a:ext uri="{FF2B5EF4-FFF2-40B4-BE49-F238E27FC236}">
                      <a16:creationId xmlns:a16="http://schemas.microsoft.com/office/drawing/2014/main" id="{379120CA-5CC5-E1CC-6AFE-CE0A568087F7}"/>
                    </a:ext>
                  </a:extLst>
                </p:cNvPr>
                <p:cNvGrpSpPr/>
                <p:nvPr/>
              </p:nvGrpSpPr>
              <p:grpSpPr>
                <a:xfrm>
                  <a:off x="5028891" y="2501071"/>
                  <a:ext cx="1648128" cy="1242410"/>
                  <a:chOff x="685800" y="2175862"/>
                  <a:chExt cx="3886200" cy="2929538"/>
                </a:xfrm>
                <a:solidFill>
                  <a:srgbClr val="495965">
                    <a:lumMod val="25000"/>
                  </a:srgbClr>
                </a:solidFill>
              </p:grpSpPr>
              <p:sp>
                <p:nvSpPr>
                  <p:cNvPr id="195" name="Freeform 7">
                    <a:extLst>
                      <a:ext uri="{FF2B5EF4-FFF2-40B4-BE49-F238E27FC236}">
                        <a16:creationId xmlns:a16="http://schemas.microsoft.com/office/drawing/2014/main" id="{9D442DB4-3740-5C98-7114-7CE5BD6EB68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85800" y="2175862"/>
                    <a:ext cx="3886200" cy="2375813"/>
                  </a:xfrm>
                  <a:custGeom>
                    <a:avLst/>
                    <a:gdLst>
                      <a:gd name="T0" fmla="*/ 679 w 717"/>
                      <a:gd name="T1" fmla="*/ 425 h 425"/>
                      <a:gd name="T2" fmla="*/ 37 w 717"/>
                      <a:gd name="T3" fmla="*/ 425 h 425"/>
                      <a:gd name="T4" fmla="*/ 0 w 717"/>
                      <a:gd name="T5" fmla="*/ 388 h 425"/>
                      <a:gd name="T6" fmla="*/ 0 w 717"/>
                      <a:gd name="T7" fmla="*/ 38 h 425"/>
                      <a:gd name="T8" fmla="*/ 37 w 717"/>
                      <a:gd name="T9" fmla="*/ 0 h 425"/>
                      <a:gd name="T10" fmla="*/ 679 w 717"/>
                      <a:gd name="T11" fmla="*/ 0 h 425"/>
                      <a:gd name="T12" fmla="*/ 717 w 717"/>
                      <a:gd name="T13" fmla="*/ 38 h 425"/>
                      <a:gd name="T14" fmla="*/ 717 w 717"/>
                      <a:gd name="T15" fmla="*/ 388 h 425"/>
                      <a:gd name="T16" fmla="*/ 679 w 717"/>
                      <a:gd name="T17" fmla="*/ 425 h 425"/>
                      <a:gd name="T18" fmla="*/ 37 w 717"/>
                      <a:gd name="T19" fmla="*/ 23 h 425"/>
                      <a:gd name="T20" fmla="*/ 23 w 717"/>
                      <a:gd name="T21" fmla="*/ 38 h 425"/>
                      <a:gd name="T22" fmla="*/ 23 w 717"/>
                      <a:gd name="T23" fmla="*/ 388 h 425"/>
                      <a:gd name="T24" fmla="*/ 37 w 717"/>
                      <a:gd name="T25" fmla="*/ 402 h 425"/>
                      <a:gd name="T26" fmla="*/ 679 w 717"/>
                      <a:gd name="T27" fmla="*/ 402 h 425"/>
                      <a:gd name="T28" fmla="*/ 694 w 717"/>
                      <a:gd name="T29" fmla="*/ 388 h 425"/>
                      <a:gd name="T30" fmla="*/ 694 w 717"/>
                      <a:gd name="T31" fmla="*/ 38 h 425"/>
                      <a:gd name="T32" fmla="*/ 679 w 717"/>
                      <a:gd name="T33" fmla="*/ 23 h 425"/>
                      <a:gd name="T34" fmla="*/ 37 w 717"/>
                      <a:gd name="T35" fmla="*/ 23 h 4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717" h="425">
                        <a:moveTo>
                          <a:pt x="679" y="425"/>
                        </a:moveTo>
                        <a:cubicBezTo>
                          <a:pt x="37" y="425"/>
                          <a:pt x="37" y="425"/>
                          <a:pt x="37" y="425"/>
                        </a:cubicBezTo>
                        <a:cubicBezTo>
                          <a:pt x="17" y="425"/>
                          <a:pt x="0" y="408"/>
                          <a:pt x="0" y="388"/>
                        </a:cubicBezTo>
                        <a:cubicBezTo>
                          <a:pt x="0" y="38"/>
                          <a:pt x="0" y="38"/>
                          <a:pt x="0" y="38"/>
                        </a:cubicBezTo>
                        <a:cubicBezTo>
                          <a:pt x="0" y="17"/>
                          <a:pt x="17" y="0"/>
                          <a:pt x="37" y="0"/>
                        </a:cubicBezTo>
                        <a:cubicBezTo>
                          <a:pt x="679" y="0"/>
                          <a:pt x="679" y="0"/>
                          <a:pt x="679" y="0"/>
                        </a:cubicBezTo>
                        <a:cubicBezTo>
                          <a:pt x="700" y="0"/>
                          <a:pt x="717" y="17"/>
                          <a:pt x="717" y="38"/>
                        </a:cubicBezTo>
                        <a:cubicBezTo>
                          <a:pt x="717" y="388"/>
                          <a:pt x="717" y="388"/>
                          <a:pt x="717" y="388"/>
                        </a:cubicBezTo>
                        <a:cubicBezTo>
                          <a:pt x="717" y="408"/>
                          <a:pt x="700" y="425"/>
                          <a:pt x="679" y="425"/>
                        </a:cubicBezTo>
                        <a:close/>
                        <a:moveTo>
                          <a:pt x="37" y="23"/>
                        </a:moveTo>
                        <a:cubicBezTo>
                          <a:pt x="29" y="23"/>
                          <a:pt x="23" y="30"/>
                          <a:pt x="23" y="38"/>
                        </a:cubicBezTo>
                        <a:cubicBezTo>
                          <a:pt x="23" y="388"/>
                          <a:pt x="23" y="388"/>
                          <a:pt x="23" y="388"/>
                        </a:cubicBezTo>
                        <a:cubicBezTo>
                          <a:pt x="23" y="396"/>
                          <a:pt x="29" y="402"/>
                          <a:pt x="37" y="402"/>
                        </a:cubicBezTo>
                        <a:cubicBezTo>
                          <a:pt x="679" y="402"/>
                          <a:pt x="679" y="402"/>
                          <a:pt x="679" y="402"/>
                        </a:cubicBezTo>
                        <a:cubicBezTo>
                          <a:pt x="687" y="402"/>
                          <a:pt x="694" y="396"/>
                          <a:pt x="694" y="388"/>
                        </a:cubicBezTo>
                        <a:cubicBezTo>
                          <a:pt x="694" y="38"/>
                          <a:pt x="694" y="38"/>
                          <a:pt x="694" y="38"/>
                        </a:cubicBezTo>
                        <a:cubicBezTo>
                          <a:pt x="694" y="30"/>
                          <a:pt x="687" y="23"/>
                          <a:pt x="679" y="23"/>
                        </a:cubicBezTo>
                        <a:lnTo>
                          <a:pt x="37" y="23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6858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endParaRPr>
                  </a:p>
                </p:txBody>
              </p:sp>
              <p:sp>
                <p:nvSpPr>
                  <p:cNvPr id="196" name="Freeform 8">
                    <a:extLst>
                      <a:ext uri="{FF2B5EF4-FFF2-40B4-BE49-F238E27FC236}">
                        <a16:creationId xmlns:a16="http://schemas.microsoft.com/office/drawing/2014/main" id="{7D982958-0BAE-2E95-12F8-2B223767DD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22" y="4490150"/>
                    <a:ext cx="1036932" cy="615250"/>
                  </a:xfrm>
                  <a:custGeom>
                    <a:avLst/>
                    <a:gdLst>
                      <a:gd name="T0" fmla="*/ 168 w 191"/>
                      <a:gd name="T1" fmla="*/ 75 h 110"/>
                      <a:gd name="T2" fmla="*/ 152 w 191"/>
                      <a:gd name="T3" fmla="*/ 75 h 110"/>
                      <a:gd name="T4" fmla="*/ 152 w 191"/>
                      <a:gd name="T5" fmla="*/ 0 h 110"/>
                      <a:gd name="T6" fmla="*/ 39 w 191"/>
                      <a:gd name="T7" fmla="*/ 0 h 110"/>
                      <a:gd name="T8" fmla="*/ 39 w 191"/>
                      <a:gd name="T9" fmla="*/ 75 h 110"/>
                      <a:gd name="T10" fmla="*/ 23 w 191"/>
                      <a:gd name="T11" fmla="*/ 75 h 110"/>
                      <a:gd name="T12" fmla="*/ 0 w 191"/>
                      <a:gd name="T13" fmla="*/ 99 h 110"/>
                      <a:gd name="T14" fmla="*/ 0 w 191"/>
                      <a:gd name="T15" fmla="*/ 110 h 110"/>
                      <a:gd name="T16" fmla="*/ 191 w 191"/>
                      <a:gd name="T17" fmla="*/ 110 h 110"/>
                      <a:gd name="T18" fmla="*/ 191 w 191"/>
                      <a:gd name="T19" fmla="*/ 99 h 110"/>
                      <a:gd name="T20" fmla="*/ 168 w 191"/>
                      <a:gd name="T21" fmla="*/ 75 h 1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91" h="110">
                        <a:moveTo>
                          <a:pt x="168" y="75"/>
                        </a:moveTo>
                        <a:cubicBezTo>
                          <a:pt x="152" y="75"/>
                          <a:pt x="152" y="75"/>
                          <a:pt x="152" y="75"/>
                        </a:cubicBezTo>
                        <a:cubicBezTo>
                          <a:pt x="152" y="0"/>
                          <a:pt x="152" y="0"/>
                          <a:pt x="152" y="0"/>
                        </a:cubicBezTo>
                        <a:cubicBezTo>
                          <a:pt x="39" y="0"/>
                          <a:pt x="39" y="0"/>
                          <a:pt x="39" y="0"/>
                        </a:cubicBezTo>
                        <a:cubicBezTo>
                          <a:pt x="39" y="75"/>
                          <a:pt x="39" y="75"/>
                          <a:pt x="39" y="75"/>
                        </a:cubicBezTo>
                        <a:cubicBezTo>
                          <a:pt x="23" y="75"/>
                          <a:pt x="23" y="75"/>
                          <a:pt x="23" y="75"/>
                        </a:cubicBezTo>
                        <a:cubicBezTo>
                          <a:pt x="10" y="75"/>
                          <a:pt x="0" y="86"/>
                          <a:pt x="0" y="99"/>
                        </a:cubicBezTo>
                        <a:cubicBezTo>
                          <a:pt x="0" y="110"/>
                          <a:pt x="0" y="110"/>
                          <a:pt x="0" y="110"/>
                        </a:cubicBezTo>
                        <a:cubicBezTo>
                          <a:pt x="191" y="110"/>
                          <a:pt x="191" y="110"/>
                          <a:pt x="191" y="110"/>
                        </a:cubicBezTo>
                        <a:cubicBezTo>
                          <a:pt x="191" y="99"/>
                          <a:pt x="191" y="99"/>
                          <a:pt x="191" y="99"/>
                        </a:cubicBezTo>
                        <a:cubicBezTo>
                          <a:pt x="191" y="86"/>
                          <a:pt x="181" y="75"/>
                          <a:pt x="168" y="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>
                    <a:reflection blurRad="6350" stA="30000" endPos="16000" dir="5400000" sy="-100000" algn="bl" rotWithShape="0"/>
                  </a:effec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6858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194" name="Freeform 237">
                  <a:extLst>
                    <a:ext uri="{FF2B5EF4-FFF2-40B4-BE49-F238E27FC236}">
                      <a16:creationId xmlns:a16="http://schemas.microsoft.com/office/drawing/2014/main" id="{616EC53D-DD90-EEBF-ED29-32B7D2AC64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5877801" y="2575431"/>
                  <a:ext cx="1414108" cy="1366651"/>
                </a:xfrm>
                <a:custGeom>
                  <a:avLst/>
                  <a:gdLst>
                    <a:gd name="T0" fmla="*/ 78 w 124"/>
                    <a:gd name="T1" fmla="*/ 84 h 120"/>
                    <a:gd name="T2" fmla="*/ 75 w 124"/>
                    <a:gd name="T3" fmla="*/ 75 h 120"/>
                    <a:gd name="T4" fmla="*/ 86 w 124"/>
                    <a:gd name="T5" fmla="*/ 54 h 120"/>
                    <a:gd name="T6" fmla="*/ 89 w 124"/>
                    <a:gd name="T7" fmla="*/ 37 h 120"/>
                    <a:gd name="T8" fmla="*/ 62 w 124"/>
                    <a:gd name="T9" fmla="*/ 0 h 120"/>
                    <a:gd name="T10" fmla="*/ 36 w 124"/>
                    <a:gd name="T11" fmla="*/ 37 h 120"/>
                    <a:gd name="T12" fmla="*/ 39 w 124"/>
                    <a:gd name="T13" fmla="*/ 54 h 120"/>
                    <a:gd name="T14" fmla="*/ 50 w 124"/>
                    <a:gd name="T15" fmla="*/ 75 h 120"/>
                    <a:gd name="T16" fmla="*/ 47 w 124"/>
                    <a:gd name="T17" fmla="*/ 84 h 120"/>
                    <a:gd name="T18" fmla="*/ 0 w 124"/>
                    <a:gd name="T19" fmla="*/ 120 h 120"/>
                    <a:gd name="T20" fmla="*/ 62 w 124"/>
                    <a:gd name="T21" fmla="*/ 120 h 120"/>
                    <a:gd name="T22" fmla="*/ 124 w 124"/>
                    <a:gd name="T23" fmla="*/ 120 h 120"/>
                    <a:gd name="T24" fmla="*/ 78 w 124"/>
                    <a:gd name="T25" fmla="*/ 84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24" h="120">
                      <a:moveTo>
                        <a:pt x="78" y="84"/>
                      </a:moveTo>
                      <a:cubicBezTo>
                        <a:pt x="75" y="84"/>
                        <a:pt x="75" y="75"/>
                        <a:pt x="75" y="75"/>
                      </a:cubicBezTo>
                      <a:cubicBezTo>
                        <a:pt x="75" y="75"/>
                        <a:pt x="84" y="66"/>
                        <a:pt x="86" y="54"/>
                      </a:cubicBezTo>
                      <a:cubicBezTo>
                        <a:pt x="91" y="54"/>
                        <a:pt x="94" y="41"/>
                        <a:pt x="89" y="37"/>
                      </a:cubicBezTo>
                      <a:cubicBezTo>
                        <a:pt x="89" y="32"/>
                        <a:pt x="96" y="0"/>
                        <a:pt x="62" y="0"/>
                      </a:cubicBezTo>
                      <a:cubicBezTo>
                        <a:pt x="29" y="0"/>
                        <a:pt x="36" y="32"/>
                        <a:pt x="36" y="37"/>
                      </a:cubicBezTo>
                      <a:cubicBezTo>
                        <a:pt x="31" y="41"/>
                        <a:pt x="34" y="54"/>
                        <a:pt x="39" y="54"/>
                      </a:cubicBezTo>
                      <a:cubicBezTo>
                        <a:pt x="41" y="66"/>
                        <a:pt x="50" y="75"/>
                        <a:pt x="50" y="75"/>
                      </a:cubicBezTo>
                      <a:cubicBezTo>
                        <a:pt x="50" y="75"/>
                        <a:pt x="50" y="84"/>
                        <a:pt x="47" y="84"/>
                      </a:cubicBezTo>
                      <a:cubicBezTo>
                        <a:pt x="37" y="86"/>
                        <a:pt x="0" y="102"/>
                        <a:pt x="0" y="120"/>
                      </a:cubicBezTo>
                      <a:cubicBezTo>
                        <a:pt x="62" y="120"/>
                        <a:pt x="62" y="120"/>
                        <a:pt x="62" y="120"/>
                      </a:cubicBezTo>
                      <a:cubicBezTo>
                        <a:pt x="124" y="120"/>
                        <a:pt x="124" y="120"/>
                        <a:pt x="124" y="120"/>
                      </a:cubicBezTo>
                      <a:cubicBezTo>
                        <a:pt x="124" y="102"/>
                        <a:pt x="88" y="86"/>
                        <a:pt x="78" y="84"/>
                      </a:cubicBezTo>
                    </a:path>
                  </a:pathLst>
                </a:custGeom>
                <a:solidFill>
                  <a:srgbClr val="495965">
                    <a:lumMod val="25000"/>
                  </a:srgbClr>
                </a:solidFill>
                <a:ln w="28575">
                  <a:solidFill>
                    <a:sysClr val="window" lastClr="FFFFFF"/>
                  </a:solidFill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6858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  <p:sp>
            <p:nvSpPr>
              <p:cNvPr id="192" name="Freeform 32">
                <a:extLst>
                  <a:ext uri="{FF2B5EF4-FFF2-40B4-BE49-F238E27FC236}">
                    <a16:creationId xmlns:a16="http://schemas.microsoft.com/office/drawing/2014/main" id="{ED6C55CD-4C29-7A65-D051-51BF08AF77C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44143" y="5432640"/>
                <a:ext cx="308251" cy="254029"/>
              </a:xfrm>
              <a:custGeom>
                <a:avLst/>
                <a:gdLst>
                  <a:gd name="T0" fmla="*/ 3 w 97"/>
                  <a:gd name="T1" fmla="*/ 81 h 96"/>
                  <a:gd name="T2" fmla="*/ 3 w 97"/>
                  <a:gd name="T3" fmla="*/ 94 h 96"/>
                  <a:gd name="T4" fmla="*/ 10 w 97"/>
                  <a:gd name="T5" fmla="*/ 96 h 96"/>
                  <a:gd name="T6" fmla="*/ 16 w 97"/>
                  <a:gd name="T7" fmla="*/ 94 h 96"/>
                  <a:gd name="T8" fmla="*/ 46 w 97"/>
                  <a:gd name="T9" fmla="*/ 64 h 96"/>
                  <a:gd name="T10" fmla="*/ 33 w 97"/>
                  <a:gd name="T11" fmla="*/ 51 h 96"/>
                  <a:gd name="T12" fmla="*/ 3 w 97"/>
                  <a:gd name="T13" fmla="*/ 81 h 96"/>
                  <a:gd name="T14" fmla="*/ 77 w 97"/>
                  <a:gd name="T15" fmla="*/ 26 h 96"/>
                  <a:gd name="T16" fmla="*/ 90 w 97"/>
                  <a:gd name="T17" fmla="*/ 19 h 96"/>
                  <a:gd name="T18" fmla="*/ 97 w 97"/>
                  <a:gd name="T19" fmla="*/ 6 h 96"/>
                  <a:gd name="T20" fmla="*/ 91 w 97"/>
                  <a:gd name="T21" fmla="*/ 0 h 96"/>
                  <a:gd name="T22" fmla="*/ 78 w 97"/>
                  <a:gd name="T23" fmla="*/ 7 h 96"/>
                  <a:gd name="T24" fmla="*/ 71 w 97"/>
                  <a:gd name="T25" fmla="*/ 20 h 96"/>
                  <a:gd name="T26" fmla="*/ 55 w 97"/>
                  <a:gd name="T27" fmla="*/ 35 h 96"/>
                  <a:gd name="T28" fmla="*/ 62 w 97"/>
                  <a:gd name="T29" fmla="*/ 42 h 96"/>
                  <a:gd name="T30" fmla="*/ 77 w 97"/>
                  <a:gd name="T31" fmla="*/ 26 h 96"/>
                  <a:gd name="T32" fmla="*/ 80 w 97"/>
                  <a:gd name="T33" fmla="*/ 60 h 96"/>
                  <a:gd name="T34" fmla="*/ 79 w 97"/>
                  <a:gd name="T35" fmla="*/ 60 h 96"/>
                  <a:gd name="T36" fmla="*/ 73 w 97"/>
                  <a:gd name="T37" fmla="*/ 61 h 96"/>
                  <a:gd name="T38" fmla="*/ 36 w 97"/>
                  <a:gd name="T39" fmla="*/ 24 h 96"/>
                  <a:gd name="T40" fmla="*/ 37 w 97"/>
                  <a:gd name="T41" fmla="*/ 18 h 96"/>
                  <a:gd name="T42" fmla="*/ 37 w 97"/>
                  <a:gd name="T43" fmla="*/ 17 h 96"/>
                  <a:gd name="T44" fmla="*/ 19 w 97"/>
                  <a:gd name="T45" fmla="*/ 0 h 96"/>
                  <a:gd name="T46" fmla="*/ 11 w 97"/>
                  <a:gd name="T47" fmla="*/ 2 h 96"/>
                  <a:gd name="T48" fmla="*/ 23 w 97"/>
                  <a:gd name="T49" fmla="*/ 14 h 96"/>
                  <a:gd name="T50" fmla="*/ 24 w 97"/>
                  <a:gd name="T51" fmla="*/ 16 h 96"/>
                  <a:gd name="T52" fmla="*/ 23 w 97"/>
                  <a:gd name="T53" fmla="*/ 22 h 96"/>
                  <a:gd name="T54" fmla="*/ 19 w 97"/>
                  <a:gd name="T55" fmla="*/ 24 h 96"/>
                  <a:gd name="T56" fmla="*/ 17 w 97"/>
                  <a:gd name="T57" fmla="*/ 24 h 96"/>
                  <a:gd name="T58" fmla="*/ 15 w 97"/>
                  <a:gd name="T59" fmla="*/ 22 h 96"/>
                  <a:gd name="T60" fmla="*/ 3 w 97"/>
                  <a:gd name="T61" fmla="*/ 10 h 96"/>
                  <a:gd name="T62" fmla="*/ 1 w 97"/>
                  <a:gd name="T63" fmla="*/ 18 h 96"/>
                  <a:gd name="T64" fmla="*/ 18 w 97"/>
                  <a:gd name="T65" fmla="*/ 36 h 96"/>
                  <a:gd name="T66" fmla="*/ 19 w 97"/>
                  <a:gd name="T67" fmla="*/ 36 h 96"/>
                  <a:gd name="T68" fmla="*/ 25 w 97"/>
                  <a:gd name="T69" fmla="*/ 35 h 96"/>
                  <a:gd name="T70" fmla="*/ 62 w 97"/>
                  <a:gd name="T71" fmla="*/ 72 h 96"/>
                  <a:gd name="T72" fmla="*/ 61 w 97"/>
                  <a:gd name="T73" fmla="*/ 78 h 96"/>
                  <a:gd name="T74" fmla="*/ 61 w 97"/>
                  <a:gd name="T75" fmla="*/ 79 h 96"/>
                  <a:gd name="T76" fmla="*/ 79 w 97"/>
                  <a:gd name="T77" fmla="*/ 96 h 96"/>
                  <a:gd name="T78" fmla="*/ 87 w 97"/>
                  <a:gd name="T79" fmla="*/ 94 h 96"/>
                  <a:gd name="T80" fmla="*/ 75 w 97"/>
                  <a:gd name="T81" fmla="*/ 82 h 96"/>
                  <a:gd name="T82" fmla="*/ 73 w 97"/>
                  <a:gd name="T83" fmla="*/ 80 h 96"/>
                  <a:gd name="T84" fmla="*/ 75 w 97"/>
                  <a:gd name="T85" fmla="*/ 74 h 96"/>
                  <a:gd name="T86" fmla="*/ 79 w 97"/>
                  <a:gd name="T87" fmla="*/ 72 h 96"/>
                  <a:gd name="T88" fmla="*/ 81 w 97"/>
                  <a:gd name="T89" fmla="*/ 73 h 96"/>
                  <a:gd name="T90" fmla="*/ 83 w 97"/>
                  <a:gd name="T91" fmla="*/ 74 h 96"/>
                  <a:gd name="T92" fmla="*/ 95 w 97"/>
                  <a:gd name="T93" fmla="*/ 86 h 96"/>
                  <a:gd name="T94" fmla="*/ 97 w 97"/>
                  <a:gd name="T95" fmla="*/ 78 h 96"/>
                  <a:gd name="T96" fmla="*/ 80 w 97"/>
                  <a:gd name="T97" fmla="*/ 6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7" h="96">
                    <a:moveTo>
                      <a:pt x="3" y="81"/>
                    </a:moveTo>
                    <a:cubicBezTo>
                      <a:pt x="0" y="84"/>
                      <a:pt x="0" y="90"/>
                      <a:pt x="3" y="94"/>
                    </a:cubicBezTo>
                    <a:cubicBezTo>
                      <a:pt x="5" y="95"/>
                      <a:pt x="8" y="96"/>
                      <a:pt x="10" y="96"/>
                    </a:cubicBezTo>
                    <a:cubicBezTo>
                      <a:pt x="12" y="96"/>
                      <a:pt x="14" y="95"/>
                      <a:pt x="16" y="94"/>
                    </a:cubicBezTo>
                    <a:cubicBezTo>
                      <a:pt x="46" y="64"/>
                      <a:pt x="46" y="64"/>
                      <a:pt x="46" y="64"/>
                    </a:cubicBezTo>
                    <a:cubicBezTo>
                      <a:pt x="33" y="51"/>
                      <a:pt x="33" y="51"/>
                      <a:pt x="33" y="51"/>
                    </a:cubicBezTo>
                    <a:lnTo>
                      <a:pt x="3" y="81"/>
                    </a:lnTo>
                    <a:close/>
                    <a:moveTo>
                      <a:pt x="77" y="26"/>
                    </a:moveTo>
                    <a:cubicBezTo>
                      <a:pt x="90" y="19"/>
                      <a:pt x="90" y="19"/>
                      <a:pt x="90" y="19"/>
                    </a:cubicBezTo>
                    <a:cubicBezTo>
                      <a:pt x="97" y="6"/>
                      <a:pt x="97" y="6"/>
                      <a:pt x="97" y="6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78" y="7"/>
                      <a:pt x="78" y="7"/>
                      <a:pt x="78" y="7"/>
                    </a:cubicBezTo>
                    <a:cubicBezTo>
                      <a:pt x="71" y="20"/>
                      <a:pt x="71" y="20"/>
                      <a:pt x="71" y="20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62" y="42"/>
                      <a:pt x="62" y="42"/>
                      <a:pt x="62" y="42"/>
                    </a:cubicBezTo>
                    <a:lnTo>
                      <a:pt x="77" y="26"/>
                    </a:lnTo>
                    <a:close/>
                    <a:moveTo>
                      <a:pt x="80" y="60"/>
                    </a:moveTo>
                    <a:cubicBezTo>
                      <a:pt x="79" y="60"/>
                      <a:pt x="79" y="60"/>
                      <a:pt x="79" y="60"/>
                    </a:cubicBezTo>
                    <a:cubicBezTo>
                      <a:pt x="77" y="60"/>
                      <a:pt x="75" y="61"/>
                      <a:pt x="73" y="61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36" y="22"/>
                      <a:pt x="37" y="20"/>
                      <a:pt x="37" y="18"/>
                    </a:cubicBezTo>
                    <a:cubicBezTo>
                      <a:pt x="37" y="17"/>
                      <a:pt x="37" y="17"/>
                      <a:pt x="37" y="17"/>
                    </a:cubicBezTo>
                    <a:cubicBezTo>
                      <a:pt x="36" y="7"/>
                      <a:pt x="28" y="0"/>
                      <a:pt x="19" y="0"/>
                    </a:cubicBezTo>
                    <a:cubicBezTo>
                      <a:pt x="16" y="0"/>
                      <a:pt x="14" y="1"/>
                      <a:pt x="11" y="2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4"/>
                      <a:pt x="24" y="15"/>
                      <a:pt x="24" y="16"/>
                    </a:cubicBezTo>
                    <a:cubicBezTo>
                      <a:pt x="25" y="18"/>
                      <a:pt x="25" y="21"/>
                      <a:pt x="23" y="22"/>
                    </a:cubicBezTo>
                    <a:cubicBezTo>
                      <a:pt x="22" y="23"/>
                      <a:pt x="20" y="24"/>
                      <a:pt x="19" y="24"/>
                    </a:cubicBezTo>
                    <a:cubicBezTo>
                      <a:pt x="18" y="24"/>
                      <a:pt x="17" y="24"/>
                      <a:pt x="17" y="24"/>
                    </a:cubicBezTo>
                    <a:cubicBezTo>
                      <a:pt x="16" y="23"/>
                      <a:pt x="15" y="23"/>
                      <a:pt x="15" y="2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2" y="13"/>
                      <a:pt x="1" y="15"/>
                      <a:pt x="1" y="18"/>
                    </a:cubicBezTo>
                    <a:cubicBezTo>
                      <a:pt x="1" y="28"/>
                      <a:pt x="8" y="35"/>
                      <a:pt x="18" y="36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21" y="36"/>
                      <a:pt x="23" y="36"/>
                      <a:pt x="25" y="35"/>
                    </a:cubicBezTo>
                    <a:cubicBezTo>
                      <a:pt x="62" y="72"/>
                      <a:pt x="62" y="72"/>
                      <a:pt x="62" y="72"/>
                    </a:cubicBezTo>
                    <a:cubicBezTo>
                      <a:pt x="61" y="74"/>
                      <a:pt x="61" y="76"/>
                      <a:pt x="61" y="78"/>
                    </a:cubicBezTo>
                    <a:cubicBezTo>
                      <a:pt x="61" y="79"/>
                      <a:pt x="61" y="79"/>
                      <a:pt x="61" y="79"/>
                    </a:cubicBezTo>
                    <a:cubicBezTo>
                      <a:pt x="62" y="89"/>
                      <a:pt x="69" y="96"/>
                      <a:pt x="79" y="96"/>
                    </a:cubicBezTo>
                    <a:cubicBezTo>
                      <a:pt x="82" y="96"/>
                      <a:pt x="84" y="95"/>
                      <a:pt x="87" y="94"/>
                    </a:cubicBezTo>
                    <a:cubicBezTo>
                      <a:pt x="75" y="82"/>
                      <a:pt x="75" y="82"/>
                      <a:pt x="75" y="82"/>
                    </a:cubicBezTo>
                    <a:cubicBezTo>
                      <a:pt x="74" y="82"/>
                      <a:pt x="74" y="81"/>
                      <a:pt x="73" y="80"/>
                    </a:cubicBezTo>
                    <a:cubicBezTo>
                      <a:pt x="73" y="78"/>
                      <a:pt x="73" y="76"/>
                      <a:pt x="75" y="74"/>
                    </a:cubicBezTo>
                    <a:cubicBezTo>
                      <a:pt x="76" y="73"/>
                      <a:pt x="77" y="72"/>
                      <a:pt x="79" y="72"/>
                    </a:cubicBezTo>
                    <a:cubicBezTo>
                      <a:pt x="80" y="72"/>
                      <a:pt x="80" y="72"/>
                      <a:pt x="81" y="73"/>
                    </a:cubicBezTo>
                    <a:cubicBezTo>
                      <a:pt x="82" y="73"/>
                      <a:pt x="83" y="73"/>
                      <a:pt x="83" y="74"/>
                    </a:cubicBezTo>
                    <a:cubicBezTo>
                      <a:pt x="95" y="86"/>
                      <a:pt x="95" y="86"/>
                      <a:pt x="95" y="86"/>
                    </a:cubicBezTo>
                    <a:cubicBezTo>
                      <a:pt x="96" y="84"/>
                      <a:pt x="97" y="81"/>
                      <a:pt x="97" y="78"/>
                    </a:cubicBezTo>
                    <a:cubicBezTo>
                      <a:pt x="97" y="69"/>
                      <a:pt x="90" y="61"/>
                      <a:pt x="80" y="6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0546" tIns="45273" rIns="90546" bIns="4527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01D84E4C-0A21-3933-BD82-1857A2D684AB}"/>
              </a:ext>
            </a:extLst>
          </p:cNvPr>
          <p:cNvGrpSpPr/>
          <p:nvPr/>
        </p:nvGrpSpPr>
        <p:grpSpPr>
          <a:xfrm>
            <a:off x="7822741" y="5713489"/>
            <a:ext cx="1725767" cy="426739"/>
            <a:chOff x="-864661" y="5418890"/>
            <a:chExt cx="2679782" cy="698943"/>
          </a:xfrm>
        </p:grpSpPr>
        <p:sp>
          <p:nvSpPr>
            <p:cNvPr id="198" name="מלבן מעוגל 161">
              <a:extLst>
                <a:ext uri="{FF2B5EF4-FFF2-40B4-BE49-F238E27FC236}">
                  <a16:creationId xmlns:a16="http://schemas.microsoft.com/office/drawing/2014/main" id="{17C9002D-4C44-EFCD-D5EC-87C526CE17BF}"/>
                </a:ext>
              </a:extLst>
            </p:cNvPr>
            <p:cNvSpPr/>
            <p:nvPr/>
          </p:nvSpPr>
          <p:spPr>
            <a:xfrm>
              <a:off x="491029" y="5423170"/>
              <a:ext cx="964320" cy="471397"/>
            </a:xfrm>
            <a:prstGeom prst="roundRect">
              <a:avLst>
                <a:gd name="adj" fmla="val 13633"/>
              </a:avLst>
            </a:prstGeom>
            <a:solidFill>
              <a:srgbClr val="182A38">
                <a:lumMod val="50000"/>
                <a:lumOff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1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9" name="Freeform 46">
              <a:extLst>
                <a:ext uri="{FF2B5EF4-FFF2-40B4-BE49-F238E27FC236}">
                  <a16:creationId xmlns:a16="http://schemas.microsoft.com/office/drawing/2014/main" id="{2C29A2FB-4C51-31CB-397F-FD1ED4C336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541444" y="5564577"/>
              <a:ext cx="319731" cy="220873"/>
            </a:xfrm>
            <a:custGeom>
              <a:avLst/>
              <a:gdLst>
                <a:gd name="T0" fmla="*/ 12 w 106"/>
                <a:gd name="T1" fmla="*/ 75 h 88"/>
                <a:gd name="T2" fmla="*/ 22 w 106"/>
                <a:gd name="T3" fmla="*/ 75 h 88"/>
                <a:gd name="T4" fmla="*/ 26 w 106"/>
                <a:gd name="T5" fmla="*/ 71 h 88"/>
                <a:gd name="T6" fmla="*/ 26 w 106"/>
                <a:gd name="T7" fmla="*/ 33 h 88"/>
                <a:gd name="T8" fmla="*/ 22 w 106"/>
                <a:gd name="T9" fmla="*/ 29 h 88"/>
                <a:gd name="T10" fmla="*/ 12 w 106"/>
                <a:gd name="T11" fmla="*/ 29 h 88"/>
                <a:gd name="T12" fmla="*/ 8 w 106"/>
                <a:gd name="T13" fmla="*/ 33 h 88"/>
                <a:gd name="T14" fmla="*/ 8 w 106"/>
                <a:gd name="T15" fmla="*/ 71 h 88"/>
                <a:gd name="T16" fmla="*/ 12 w 106"/>
                <a:gd name="T17" fmla="*/ 75 h 88"/>
                <a:gd name="T18" fmla="*/ 36 w 106"/>
                <a:gd name="T19" fmla="*/ 75 h 88"/>
                <a:gd name="T20" fmla="*/ 46 w 106"/>
                <a:gd name="T21" fmla="*/ 75 h 88"/>
                <a:gd name="T22" fmla="*/ 50 w 106"/>
                <a:gd name="T23" fmla="*/ 71 h 88"/>
                <a:gd name="T24" fmla="*/ 50 w 106"/>
                <a:gd name="T25" fmla="*/ 4 h 88"/>
                <a:gd name="T26" fmla="*/ 46 w 106"/>
                <a:gd name="T27" fmla="*/ 0 h 88"/>
                <a:gd name="T28" fmla="*/ 36 w 106"/>
                <a:gd name="T29" fmla="*/ 0 h 88"/>
                <a:gd name="T30" fmla="*/ 32 w 106"/>
                <a:gd name="T31" fmla="*/ 4 h 88"/>
                <a:gd name="T32" fmla="*/ 32 w 106"/>
                <a:gd name="T33" fmla="*/ 71 h 88"/>
                <a:gd name="T34" fmla="*/ 36 w 106"/>
                <a:gd name="T35" fmla="*/ 75 h 88"/>
                <a:gd name="T36" fmla="*/ 60 w 106"/>
                <a:gd name="T37" fmla="*/ 75 h 88"/>
                <a:gd name="T38" fmla="*/ 71 w 106"/>
                <a:gd name="T39" fmla="*/ 75 h 88"/>
                <a:gd name="T40" fmla="*/ 74 w 106"/>
                <a:gd name="T41" fmla="*/ 71 h 88"/>
                <a:gd name="T42" fmla="*/ 74 w 106"/>
                <a:gd name="T43" fmla="*/ 20 h 88"/>
                <a:gd name="T44" fmla="*/ 71 w 106"/>
                <a:gd name="T45" fmla="*/ 16 h 88"/>
                <a:gd name="T46" fmla="*/ 60 w 106"/>
                <a:gd name="T47" fmla="*/ 16 h 88"/>
                <a:gd name="T48" fmla="*/ 56 w 106"/>
                <a:gd name="T49" fmla="*/ 20 h 88"/>
                <a:gd name="T50" fmla="*/ 56 w 106"/>
                <a:gd name="T51" fmla="*/ 71 h 88"/>
                <a:gd name="T52" fmla="*/ 60 w 106"/>
                <a:gd name="T53" fmla="*/ 75 h 88"/>
                <a:gd name="T54" fmla="*/ 61 w 106"/>
                <a:gd name="T55" fmla="*/ 21 h 88"/>
                <a:gd name="T56" fmla="*/ 70 w 106"/>
                <a:gd name="T57" fmla="*/ 21 h 88"/>
                <a:gd name="T58" fmla="*/ 70 w 106"/>
                <a:gd name="T59" fmla="*/ 70 h 88"/>
                <a:gd name="T60" fmla="*/ 61 w 106"/>
                <a:gd name="T61" fmla="*/ 70 h 88"/>
                <a:gd name="T62" fmla="*/ 61 w 106"/>
                <a:gd name="T63" fmla="*/ 21 h 88"/>
                <a:gd name="T64" fmla="*/ 85 w 106"/>
                <a:gd name="T65" fmla="*/ 75 h 88"/>
                <a:gd name="T66" fmla="*/ 95 w 106"/>
                <a:gd name="T67" fmla="*/ 75 h 88"/>
                <a:gd name="T68" fmla="*/ 99 w 106"/>
                <a:gd name="T69" fmla="*/ 71 h 88"/>
                <a:gd name="T70" fmla="*/ 99 w 106"/>
                <a:gd name="T71" fmla="*/ 47 h 88"/>
                <a:gd name="T72" fmla="*/ 95 w 106"/>
                <a:gd name="T73" fmla="*/ 44 h 88"/>
                <a:gd name="T74" fmla="*/ 85 w 106"/>
                <a:gd name="T75" fmla="*/ 44 h 88"/>
                <a:gd name="T76" fmla="*/ 81 w 106"/>
                <a:gd name="T77" fmla="*/ 47 h 88"/>
                <a:gd name="T78" fmla="*/ 81 w 106"/>
                <a:gd name="T79" fmla="*/ 71 h 88"/>
                <a:gd name="T80" fmla="*/ 85 w 106"/>
                <a:gd name="T81" fmla="*/ 75 h 88"/>
                <a:gd name="T82" fmla="*/ 102 w 106"/>
                <a:gd name="T83" fmla="*/ 79 h 88"/>
                <a:gd name="T84" fmla="*/ 5 w 106"/>
                <a:gd name="T85" fmla="*/ 79 h 88"/>
                <a:gd name="T86" fmla="*/ 0 w 106"/>
                <a:gd name="T87" fmla="*/ 84 h 88"/>
                <a:gd name="T88" fmla="*/ 5 w 106"/>
                <a:gd name="T89" fmla="*/ 88 h 88"/>
                <a:gd name="T90" fmla="*/ 102 w 106"/>
                <a:gd name="T91" fmla="*/ 88 h 88"/>
                <a:gd name="T92" fmla="*/ 106 w 106"/>
                <a:gd name="T93" fmla="*/ 84 h 88"/>
                <a:gd name="T94" fmla="*/ 102 w 106"/>
                <a:gd name="T95" fmla="*/ 79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6" h="88">
                  <a:moveTo>
                    <a:pt x="12" y="75"/>
                  </a:moveTo>
                  <a:cubicBezTo>
                    <a:pt x="22" y="75"/>
                    <a:pt x="22" y="75"/>
                    <a:pt x="22" y="75"/>
                  </a:cubicBezTo>
                  <a:cubicBezTo>
                    <a:pt x="24" y="75"/>
                    <a:pt x="26" y="73"/>
                    <a:pt x="26" y="71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6" y="31"/>
                    <a:pt x="24" y="29"/>
                    <a:pt x="22" y="2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0" y="29"/>
                    <a:pt x="8" y="31"/>
                    <a:pt x="8" y="33"/>
                  </a:cubicBezTo>
                  <a:cubicBezTo>
                    <a:pt x="8" y="71"/>
                    <a:pt x="8" y="71"/>
                    <a:pt x="8" y="71"/>
                  </a:cubicBezTo>
                  <a:cubicBezTo>
                    <a:pt x="8" y="73"/>
                    <a:pt x="10" y="75"/>
                    <a:pt x="12" y="75"/>
                  </a:cubicBezTo>
                  <a:close/>
                  <a:moveTo>
                    <a:pt x="36" y="75"/>
                  </a:moveTo>
                  <a:cubicBezTo>
                    <a:pt x="46" y="75"/>
                    <a:pt x="46" y="75"/>
                    <a:pt x="46" y="75"/>
                  </a:cubicBezTo>
                  <a:cubicBezTo>
                    <a:pt x="49" y="75"/>
                    <a:pt x="50" y="73"/>
                    <a:pt x="50" y="71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2"/>
                    <a:pt x="49" y="0"/>
                    <a:pt x="4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4" y="0"/>
                    <a:pt x="32" y="2"/>
                    <a:pt x="32" y="4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3"/>
                    <a:pt x="34" y="75"/>
                    <a:pt x="36" y="75"/>
                  </a:cubicBezTo>
                  <a:close/>
                  <a:moveTo>
                    <a:pt x="60" y="75"/>
                  </a:moveTo>
                  <a:cubicBezTo>
                    <a:pt x="71" y="75"/>
                    <a:pt x="71" y="75"/>
                    <a:pt x="71" y="75"/>
                  </a:cubicBezTo>
                  <a:cubicBezTo>
                    <a:pt x="73" y="75"/>
                    <a:pt x="74" y="73"/>
                    <a:pt x="74" y="7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3" y="16"/>
                    <a:pt x="71" y="16"/>
                  </a:cubicBezTo>
                  <a:cubicBezTo>
                    <a:pt x="60" y="16"/>
                    <a:pt x="60" y="16"/>
                    <a:pt x="60" y="16"/>
                  </a:cubicBezTo>
                  <a:cubicBezTo>
                    <a:pt x="58" y="16"/>
                    <a:pt x="56" y="18"/>
                    <a:pt x="56" y="20"/>
                  </a:cubicBezTo>
                  <a:cubicBezTo>
                    <a:pt x="56" y="71"/>
                    <a:pt x="56" y="71"/>
                    <a:pt x="56" y="71"/>
                  </a:cubicBezTo>
                  <a:cubicBezTo>
                    <a:pt x="56" y="73"/>
                    <a:pt x="58" y="75"/>
                    <a:pt x="60" y="75"/>
                  </a:cubicBezTo>
                  <a:close/>
                  <a:moveTo>
                    <a:pt x="61" y="21"/>
                  </a:moveTo>
                  <a:cubicBezTo>
                    <a:pt x="70" y="21"/>
                    <a:pt x="70" y="21"/>
                    <a:pt x="70" y="21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61" y="70"/>
                    <a:pt x="61" y="70"/>
                    <a:pt x="61" y="70"/>
                  </a:cubicBezTo>
                  <a:lnTo>
                    <a:pt x="61" y="21"/>
                  </a:lnTo>
                  <a:close/>
                  <a:moveTo>
                    <a:pt x="85" y="75"/>
                  </a:moveTo>
                  <a:cubicBezTo>
                    <a:pt x="95" y="75"/>
                    <a:pt x="95" y="75"/>
                    <a:pt x="95" y="75"/>
                  </a:cubicBezTo>
                  <a:cubicBezTo>
                    <a:pt x="97" y="75"/>
                    <a:pt x="99" y="73"/>
                    <a:pt x="99" y="71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5"/>
                    <a:pt x="97" y="44"/>
                    <a:pt x="95" y="44"/>
                  </a:cubicBezTo>
                  <a:cubicBezTo>
                    <a:pt x="85" y="44"/>
                    <a:pt x="85" y="44"/>
                    <a:pt x="85" y="44"/>
                  </a:cubicBezTo>
                  <a:cubicBezTo>
                    <a:pt x="82" y="44"/>
                    <a:pt x="81" y="45"/>
                    <a:pt x="81" y="47"/>
                  </a:cubicBezTo>
                  <a:cubicBezTo>
                    <a:pt x="81" y="71"/>
                    <a:pt x="81" y="71"/>
                    <a:pt x="81" y="71"/>
                  </a:cubicBezTo>
                  <a:cubicBezTo>
                    <a:pt x="81" y="73"/>
                    <a:pt x="82" y="75"/>
                    <a:pt x="85" y="75"/>
                  </a:cubicBezTo>
                  <a:close/>
                  <a:moveTo>
                    <a:pt x="102" y="79"/>
                  </a:moveTo>
                  <a:cubicBezTo>
                    <a:pt x="5" y="79"/>
                    <a:pt x="5" y="79"/>
                    <a:pt x="5" y="79"/>
                  </a:cubicBezTo>
                  <a:cubicBezTo>
                    <a:pt x="2" y="79"/>
                    <a:pt x="0" y="81"/>
                    <a:pt x="0" y="84"/>
                  </a:cubicBezTo>
                  <a:cubicBezTo>
                    <a:pt x="0" y="86"/>
                    <a:pt x="2" y="88"/>
                    <a:pt x="5" y="88"/>
                  </a:cubicBezTo>
                  <a:cubicBezTo>
                    <a:pt x="102" y="88"/>
                    <a:pt x="102" y="88"/>
                    <a:pt x="102" y="88"/>
                  </a:cubicBezTo>
                  <a:cubicBezTo>
                    <a:pt x="104" y="88"/>
                    <a:pt x="106" y="86"/>
                    <a:pt x="106" y="84"/>
                  </a:cubicBezTo>
                  <a:cubicBezTo>
                    <a:pt x="106" y="81"/>
                    <a:pt x="104" y="79"/>
                    <a:pt x="102" y="79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0546" tIns="45273" rIns="90546" bIns="4527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200" name="קבוצה 126">
              <a:extLst>
                <a:ext uri="{FF2B5EF4-FFF2-40B4-BE49-F238E27FC236}">
                  <a16:creationId xmlns:a16="http://schemas.microsoft.com/office/drawing/2014/main" id="{E332861B-3BEC-5C0D-9D4C-566A3F867ABC}"/>
                </a:ext>
              </a:extLst>
            </p:cNvPr>
            <p:cNvGrpSpPr/>
            <p:nvPr/>
          </p:nvGrpSpPr>
          <p:grpSpPr>
            <a:xfrm>
              <a:off x="491029" y="5418890"/>
              <a:ext cx="1324092" cy="698943"/>
              <a:chOff x="5028891" y="2501071"/>
              <a:chExt cx="2263018" cy="1441011"/>
            </a:xfrm>
          </p:grpSpPr>
          <p:grpSp>
            <p:nvGrpSpPr>
              <p:cNvPr id="202" name="קבוצה 114">
                <a:extLst>
                  <a:ext uri="{FF2B5EF4-FFF2-40B4-BE49-F238E27FC236}">
                    <a16:creationId xmlns:a16="http://schemas.microsoft.com/office/drawing/2014/main" id="{926B5ABE-7233-D7DC-FFEF-1AAA3145D483}"/>
                  </a:ext>
                </a:extLst>
              </p:cNvPr>
              <p:cNvGrpSpPr/>
              <p:nvPr/>
            </p:nvGrpSpPr>
            <p:grpSpPr>
              <a:xfrm>
                <a:off x="5028891" y="2501071"/>
                <a:ext cx="1648128" cy="1242410"/>
                <a:chOff x="685800" y="2175862"/>
                <a:chExt cx="3886200" cy="2929538"/>
              </a:xfrm>
              <a:solidFill>
                <a:srgbClr val="495965">
                  <a:lumMod val="25000"/>
                </a:srgbClr>
              </a:solidFill>
            </p:grpSpPr>
            <p:sp>
              <p:nvSpPr>
                <p:cNvPr id="204" name="Freeform 7">
                  <a:extLst>
                    <a:ext uri="{FF2B5EF4-FFF2-40B4-BE49-F238E27FC236}">
                      <a16:creationId xmlns:a16="http://schemas.microsoft.com/office/drawing/2014/main" id="{5E67AD47-D8FC-C446-74B5-AC7A60DC4A8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85800" y="2175862"/>
                  <a:ext cx="3886200" cy="2375813"/>
                </a:xfrm>
                <a:custGeom>
                  <a:avLst/>
                  <a:gdLst>
                    <a:gd name="T0" fmla="*/ 679 w 717"/>
                    <a:gd name="T1" fmla="*/ 425 h 425"/>
                    <a:gd name="T2" fmla="*/ 37 w 717"/>
                    <a:gd name="T3" fmla="*/ 425 h 425"/>
                    <a:gd name="T4" fmla="*/ 0 w 717"/>
                    <a:gd name="T5" fmla="*/ 388 h 425"/>
                    <a:gd name="T6" fmla="*/ 0 w 717"/>
                    <a:gd name="T7" fmla="*/ 38 h 425"/>
                    <a:gd name="T8" fmla="*/ 37 w 717"/>
                    <a:gd name="T9" fmla="*/ 0 h 425"/>
                    <a:gd name="T10" fmla="*/ 679 w 717"/>
                    <a:gd name="T11" fmla="*/ 0 h 425"/>
                    <a:gd name="T12" fmla="*/ 717 w 717"/>
                    <a:gd name="T13" fmla="*/ 38 h 425"/>
                    <a:gd name="T14" fmla="*/ 717 w 717"/>
                    <a:gd name="T15" fmla="*/ 388 h 425"/>
                    <a:gd name="T16" fmla="*/ 679 w 717"/>
                    <a:gd name="T17" fmla="*/ 425 h 425"/>
                    <a:gd name="T18" fmla="*/ 37 w 717"/>
                    <a:gd name="T19" fmla="*/ 23 h 425"/>
                    <a:gd name="T20" fmla="*/ 23 w 717"/>
                    <a:gd name="T21" fmla="*/ 38 h 425"/>
                    <a:gd name="T22" fmla="*/ 23 w 717"/>
                    <a:gd name="T23" fmla="*/ 388 h 425"/>
                    <a:gd name="T24" fmla="*/ 37 w 717"/>
                    <a:gd name="T25" fmla="*/ 402 h 425"/>
                    <a:gd name="T26" fmla="*/ 679 w 717"/>
                    <a:gd name="T27" fmla="*/ 402 h 425"/>
                    <a:gd name="T28" fmla="*/ 694 w 717"/>
                    <a:gd name="T29" fmla="*/ 388 h 425"/>
                    <a:gd name="T30" fmla="*/ 694 w 717"/>
                    <a:gd name="T31" fmla="*/ 38 h 425"/>
                    <a:gd name="T32" fmla="*/ 679 w 717"/>
                    <a:gd name="T33" fmla="*/ 23 h 425"/>
                    <a:gd name="T34" fmla="*/ 37 w 717"/>
                    <a:gd name="T35" fmla="*/ 23 h 4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17" h="425">
                      <a:moveTo>
                        <a:pt x="679" y="425"/>
                      </a:moveTo>
                      <a:cubicBezTo>
                        <a:pt x="37" y="425"/>
                        <a:pt x="37" y="425"/>
                        <a:pt x="37" y="425"/>
                      </a:cubicBezTo>
                      <a:cubicBezTo>
                        <a:pt x="17" y="425"/>
                        <a:pt x="0" y="408"/>
                        <a:pt x="0" y="388"/>
                      </a:cubicBezTo>
                      <a:cubicBezTo>
                        <a:pt x="0" y="38"/>
                        <a:pt x="0" y="38"/>
                        <a:pt x="0" y="38"/>
                      </a:cubicBezTo>
                      <a:cubicBezTo>
                        <a:pt x="0" y="17"/>
                        <a:pt x="17" y="0"/>
                        <a:pt x="37" y="0"/>
                      </a:cubicBezTo>
                      <a:cubicBezTo>
                        <a:pt x="679" y="0"/>
                        <a:pt x="679" y="0"/>
                        <a:pt x="679" y="0"/>
                      </a:cubicBezTo>
                      <a:cubicBezTo>
                        <a:pt x="700" y="0"/>
                        <a:pt x="717" y="17"/>
                        <a:pt x="717" y="38"/>
                      </a:cubicBezTo>
                      <a:cubicBezTo>
                        <a:pt x="717" y="388"/>
                        <a:pt x="717" y="388"/>
                        <a:pt x="717" y="388"/>
                      </a:cubicBezTo>
                      <a:cubicBezTo>
                        <a:pt x="717" y="408"/>
                        <a:pt x="700" y="425"/>
                        <a:pt x="679" y="425"/>
                      </a:cubicBezTo>
                      <a:close/>
                      <a:moveTo>
                        <a:pt x="37" y="23"/>
                      </a:moveTo>
                      <a:cubicBezTo>
                        <a:pt x="29" y="23"/>
                        <a:pt x="23" y="30"/>
                        <a:pt x="23" y="38"/>
                      </a:cubicBezTo>
                      <a:cubicBezTo>
                        <a:pt x="23" y="388"/>
                        <a:pt x="23" y="388"/>
                        <a:pt x="23" y="388"/>
                      </a:cubicBezTo>
                      <a:cubicBezTo>
                        <a:pt x="23" y="396"/>
                        <a:pt x="29" y="402"/>
                        <a:pt x="37" y="402"/>
                      </a:cubicBezTo>
                      <a:cubicBezTo>
                        <a:pt x="679" y="402"/>
                        <a:pt x="679" y="402"/>
                        <a:pt x="679" y="402"/>
                      </a:cubicBezTo>
                      <a:cubicBezTo>
                        <a:pt x="687" y="402"/>
                        <a:pt x="694" y="396"/>
                        <a:pt x="694" y="388"/>
                      </a:cubicBezTo>
                      <a:cubicBezTo>
                        <a:pt x="694" y="38"/>
                        <a:pt x="694" y="38"/>
                        <a:pt x="694" y="38"/>
                      </a:cubicBezTo>
                      <a:cubicBezTo>
                        <a:pt x="694" y="30"/>
                        <a:pt x="687" y="23"/>
                        <a:pt x="679" y="23"/>
                      </a:cubicBezTo>
                      <a:lnTo>
                        <a:pt x="37" y="2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6858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205" name="Freeform 8">
                  <a:extLst>
                    <a:ext uri="{FF2B5EF4-FFF2-40B4-BE49-F238E27FC236}">
                      <a16:creationId xmlns:a16="http://schemas.microsoft.com/office/drawing/2014/main" id="{19FB7923-04BE-4568-3F67-43F9584CF1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4022" y="4490150"/>
                  <a:ext cx="1036932" cy="615250"/>
                </a:xfrm>
                <a:custGeom>
                  <a:avLst/>
                  <a:gdLst>
                    <a:gd name="T0" fmla="*/ 168 w 191"/>
                    <a:gd name="T1" fmla="*/ 75 h 110"/>
                    <a:gd name="T2" fmla="*/ 152 w 191"/>
                    <a:gd name="T3" fmla="*/ 75 h 110"/>
                    <a:gd name="T4" fmla="*/ 152 w 191"/>
                    <a:gd name="T5" fmla="*/ 0 h 110"/>
                    <a:gd name="T6" fmla="*/ 39 w 191"/>
                    <a:gd name="T7" fmla="*/ 0 h 110"/>
                    <a:gd name="T8" fmla="*/ 39 w 191"/>
                    <a:gd name="T9" fmla="*/ 75 h 110"/>
                    <a:gd name="T10" fmla="*/ 23 w 191"/>
                    <a:gd name="T11" fmla="*/ 75 h 110"/>
                    <a:gd name="T12" fmla="*/ 0 w 191"/>
                    <a:gd name="T13" fmla="*/ 99 h 110"/>
                    <a:gd name="T14" fmla="*/ 0 w 191"/>
                    <a:gd name="T15" fmla="*/ 110 h 110"/>
                    <a:gd name="T16" fmla="*/ 191 w 191"/>
                    <a:gd name="T17" fmla="*/ 110 h 110"/>
                    <a:gd name="T18" fmla="*/ 191 w 191"/>
                    <a:gd name="T19" fmla="*/ 99 h 110"/>
                    <a:gd name="T20" fmla="*/ 168 w 191"/>
                    <a:gd name="T21" fmla="*/ 75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91" h="110">
                      <a:moveTo>
                        <a:pt x="168" y="75"/>
                      </a:moveTo>
                      <a:cubicBezTo>
                        <a:pt x="152" y="75"/>
                        <a:pt x="152" y="75"/>
                        <a:pt x="152" y="75"/>
                      </a:cubicBezTo>
                      <a:cubicBezTo>
                        <a:pt x="152" y="0"/>
                        <a:pt x="152" y="0"/>
                        <a:pt x="152" y="0"/>
                      </a:cubicBez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39" y="75"/>
                        <a:pt x="39" y="75"/>
                        <a:pt x="39" y="75"/>
                      </a:cubicBezTo>
                      <a:cubicBezTo>
                        <a:pt x="23" y="75"/>
                        <a:pt x="23" y="75"/>
                        <a:pt x="23" y="75"/>
                      </a:cubicBezTo>
                      <a:cubicBezTo>
                        <a:pt x="10" y="75"/>
                        <a:pt x="0" y="86"/>
                        <a:pt x="0" y="99"/>
                      </a:cubicBezTo>
                      <a:cubicBezTo>
                        <a:pt x="0" y="110"/>
                        <a:pt x="0" y="110"/>
                        <a:pt x="0" y="110"/>
                      </a:cubicBezTo>
                      <a:cubicBezTo>
                        <a:pt x="191" y="110"/>
                        <a:pt x="191" y="110"/>
                        <a:pt x="191" y="110"/>
                      </a:cubicBezTo>
                      <a:cubicBezTo>
                        <a:pt x="191" y="99"/>
                        <a:pt x="191" y="99"/>
                        <a:pt x="191" y="99"/>
                      </a:cubicBezTo>
                      <a:cubicBezTo>
                        <a:pt x="191" y="86"/>
                        <a:pt x="181" y="75"/>
                        <a:pt x="168" y="7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>
                  <a:reflection blurRad="6350" stA="30000" endPos="16000" dir="5400000" sy="-100000" algn="bl" rotWithShape="0"/>
                </a:effec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6858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  <p:sp>
            <p:nvSpPr>
              <p:cNvPr id="203" name="Freeform 237">
                <a:extLst>
                  <a:ext uri="{FF2B5EF4-FFF2-40B4-BE49-F238E27FC236}">
                    <a16:creationId xmlns:a16="http://schemas.microsoft.com/office/drawing/2014/main" id="{FFC25F68-FCC1-2AF8-CC3B-F8A2D9DCA6D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877801" y="2575431"/>
                <a:ext cx="1414108" cy="1366651"/>
              </a:xfrm>
              <a:custGeom>
                <a:avLst/>
                <a:gdLst>
                  <a:gd name="T0" fmla="*/ 78 w 124"/>
                  <a:gd name="T1" fmla="*/ 84 h 120"/>
                  <a:gd name="T2" fmla="*/ 75 w 124"/>
                  <a:gd name="T3" fmla="*/ 75 h 120"/>
                  <a:gd name="T4" fmla="*/ 86 w 124"/>
                  <a:gd name="T5" fmla="*/ 54 h 120"/>
                  <a:gd name="T6" fmla="*/ 89 w 124"/>
                  <a:gd name="T7" fmla="*/ 37 h 120"/>
                  <a:gd name="T8" fmla="*/ 62 w 124"/>
                  <a:gd name="T9" fmla="*/ 0 h 120"/>
                  <a:gd name="T10" fmla="*/ 36 w 124"/>
                  <a:gd name="T11" fmla="*/ 37 h 120"/>
                  <a:gd name="T12" fmla="*/ 39 w 124"/>
                  <a:gd name="T13" fmla="*/ 54 h 120"/>
                  <a:gd name="T14" fmla="*/ 50 w 124"/>
                  <a:gd name="T15" fmla="*/ 75 h 120"/>
                  <a:gd name="T16" fmla="*/ 47 w 124"/>
                  <a:gd name="T17" fmla="*/ 84 h 120"/>
                  <a:gd name="T18" fmla="*/ 0 w 124"/>
                  <a:gd name="T19" fmla="*/ 120 h 120"/>
                  <a:gd name="T20" fmla="*/ 62 w 124"/>
                  <a:gd name="T21" fmla="*/ 120 h 120"/>
                  <a:gd name="T22" fmla="*/ 124 w 124"/>
                  <a:gd name="T23" fmla="*/ 120 h 120"/>
                  <a:gd name="T24" fmla="*/ 78 w 124"/>
                  <a:gd name="T25" fmla="*/ 84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4" h="120">
                    <a:moveTo>
                      <a:pt x="78" y="84"/>
                    </a:moveTo>
                    <a:cubicBezTo>
                      <a:pt x="75" y="84"/>
                      <a:pt x="75" y="75"/>
                      <a:pt x="75" y="75"/>
                    </a:cubicBezTo>
                    <a:cubicBezTo>
                      <a:pt x="75" y="75"/>
                      <a:pt x="84" y="66"/>
                      <a:pt x="86" y="54"/>
                    </a:cubicBezTo>
                    <a:cubicBezTo>
                      <a:pt x="91" y="54"/>
                      <a:pt x="94" y="41"/>
                      <a:pt x="89" y="37"/>
                    </a:cubicBezTo>
                    <a:cubicBezTo>
                      <a:pt x="89" y="32"/>
                      <a:pt x="96" y="0"/>
                      <a:pt x="62" y="0"/>
                    </a:cubicBezTo>
                    <a:cubicBezTo>
                      <a:pt x="29" y="0"/>
                      <a:pt x="36" y="32"/>
                      <a:pt x="36" y="37"/>
                    </a:cubicBezTo>
                    <a:cubicBezTo>
                      <a:pt x="31" y="41"/>
                      <a:pt x="34" y="54"/>
                      <a:pt x="39" y="54"/>
                    </a:cubicBezTo>
                    <a:cubicBezTo>
                      <a:pt x="41" y="66"/>
                      <a:pt x="50" y="75"/>
                      <a:pt x="50" y="75"/>
                    </a:cubicBezTo>
                    <a:cubicBezTo>
                      <a:pt x="50" y="75"/>
                      <a:pt x="50" y="84"/>
                      <a:pt x="47" y="84"/>
                    </a:cubicBezTo>
                    <a:cubicBezTo>
                      <a:pt x="37" y="86"/>
                      <a:pt x="0" y="102"/>
                      <a:pt x="0" y="120"/>
                    </a:cubicBezTo>
                    <a:cubicBezTo>
                      <a:pt x="62" y="120"/>
                      <a:pt x="62" y="120"/>
                      <a:pt x="62" y="120"/>
                    </a:cubicBezTo>
                    <a:cubicBezTo>
                      <a:pt x="124" y="120"/>
                      <a:pt x="124" y="120"/>
                      <a:pt x="124" y="120"/>
                    </a:cubicBezTo>
                    <a:cubicBezTo>
                      <a:pt x="124" y="102"/>
                      <a:pt x="88" y="86"/>
                      <a:pt x="78" y="84"/>
                    </a:cubicBezTo>
                  </a:path>
                </a:pathLst>
              </a:custGeom>
              <a:solidFill>
                <a:srgbClr val="495965">
                  <a:lumMod val="25000"/>
                </a:srgbClr>
              </a:solidFill>
              <a:ln w="28575">
                <a:solidFill>
                  <a:sysClr val="window" lastClr="FFFFFF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201" name="Freeform 40">
              <a:extLst>
                <a:ext uri="{FF2B5EF4-FFF2-40B4-BE49-F238E27FC236}">
                  <a16:creationId xmlns:a16="http://schemas.microsoft.com/office/drawing/2014/main" id="{18C451E0-03A4-57E9-BD38-2CB74955B1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864661" y="5583209"/>
              <a:ext cx="254899" cy="210199"/>
            </a:xfrm>
            <a:custGeom>
              <a:avLst/>
              <a:gdLst>
                <a:gd name="T0" fmla="*/ 4 w 102"/>
                <a:gd name="T1" fmla="*/ 70 h 101"/>
                <a:gd name="T2" fmla="*/ 51 w 102"/>
                <a:gd name="T3" fmla="*/ 101 h 101"/>
                <a:gd name="T4" fmla="*/ 86 w 102"/>
                <a:gd name="T5" fmla="*/ 87 h 101"/>
                <a:gd name="T6" fmla="*/ 50 w 102"/>
                <a:gd name="T7" fmla="*/ 55 h 101"/>
                <a:gd name="T8" fmla="*/ 4 w 102"/>
                <a:gd name="T9" fmla="*/ 70 h 101"/>
                <a:gd name="T10" fmla="*/ 47 w 102"/>
                <a:gd name="T11" fmla="*/ 0 h 101"/>
                <a:gd name="T12" fmla="*/ 0 w 102"/>
                <a:gd name="T13" fmla="*/ 51 h 101"/>
                <a:gd name="T14" fmla="*/ 2 w 102"/>
                <a:gd name="T15" fmla="*/ 63 h 101"/>
                <a:gd name="T16" fmla="*/ 47 w 102"/>
                <a:gd name="T17" fmla="*/ 48 h 101"/>
                <a:gd name="T18" fmla="*/ 47 w 102"/>
                <a:gd name="T19" fmla="*/ 0 h 101"/>
                <a:gd name="T20" fmla="*/ 55 w 102"/>
                <a:gd name="T21" fmla="*/ 0 h 101"/>
                <a:gd name="T22" fmla="*/ 55 w 102"/>
                <a:gd name="T23" fmla="*/ 41 h 101"/>
                <a:gd name="T24" fmla="*/ 85 w 102"/>
                <a:gd name="T25" fmla="*/ 13 h 101"/>
                <a:gd name="T26" fmla="*/ 55 w 102"/>
                <a:gd name="T27" fmla="*/ 0 h 101"/>
                <a:gd name="T28" fmla="*/ 91 w 102"/>
                <a:gd name="T29" fmla="*/ 20 h 101"/>
                <a:gd name="T30" fmla="*/ 57 w 102"/>
                <a:gd name="T31" fmla="*/ 51 h 101"/>
                <a:gd name="T32" fmla="*/ 92 w 102"/>
                <a:gd name="T33" fmla="*/ 81 h 101"/>
                <a:gd name="T34" fmla="*/ 102 w 102"/>
                <a:gd name="T35" fmla="*/ 51 h 101"/>
                <a:gd name="T36" fmla="*/ 91 w 102"/>
                <a:gd name="T37" fmla="*/ 2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2" h="101">
                  <a:moveTo>
                    <a:pt x="4" y="70"/>
                  </a:moveTo>
                  <a:cubicBezTo>
                    <a:pt x="12" y="89"/>
                    <a:pt x="30" y="101"/>
                    <a:pt x="51" y="101"/>
                  </a:cubicBezTo>
                  <a:cubicBezTo>
                    <a:pt x="65" y="101"/>
                    <a:pt x="77" y="96"/>
                    <a:pt x="86" y="87"/>
                  </a:cubicBezTo>
                  <a:cubicBezTo>
                    <a:pt x="50" y="55"/>
                    <a:pt x="50" y="55"/>
                    <a:pt x="50" y="55"/>
                  </a:cubicBezTo>
                  <a:lnTo>
                    <a:pt x="4" y="70"/>
                  </a:lnTo>
                  <a:close/>
                  <a:moveTo>
                    <a:pt x="47" y="0"/>
                  </a:moveTo>
                  <a:cubicBezTo>
                    <a:pt x="21" y="2"/>
                    <a:pt x="0" y="24"/>
                    <a:pt x="0" y="51"/>
                  </a:cubicBezTo>
                  <a:cubicBezTo>
                    <a:pt x="0" y="55"/>
                    <a:pt x="1" y="59"/>
                    <a:pt x="2" y="63"/>
                  </a:cubicBezTo>
                  <a:cubicBezTo>
                    <a:pt x="47" y="48"/>
                    <a:pt x="47" y="48"/>
                    <a:pt x="47" y="48"/>
                  </a:cubicBezTo>
                  <a:lnTo>
                    <a:pt x="47" y="0"/>
                  </a:lnTo>
                  <a:close/>
                  <a:moveTo>
                    <a:pt x="55" y="0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77" y="6"/>
                    <a:pt x="67" y="1"/>
                    <a:pt x="55" y="0"/>
                  </a:cubicBezTo>
                  <a:close/>
                  <a:moveTo>
                    <a:pt x="91" y="20"/>
                  </a:moveTo>
                  <a:cubicBezTo>
                    <a:pt x="57" y="51"/>
                    <a:pt x="57" y="51"/>
                    <a:pt x="57" y="51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8" y="72"/>
                    <a:pt x="102" y="62"/>
                    <a:pt x="102" y="51"/>
                  </a:cubicBezTo>
                  <a:cubicBezTo>
                    <a:pt x="102" y="39"/>
                    <a:pt x="98" y="28"/>
                    <a:pt x="91" y="2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0546" tIns="45273" rIns="90546" bIns="4527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4A72A28-1D66-F0EE-1F9F-B18478294554}"/>
              </a:ext>
            </a:extLst>
          </p:cNvPr>
          <p:cNvSpPr/>
          <p:nvPr/>
        </p:nvSpPr>
        <p:spPr>
          <a:xfrm>
            <a:off x="8374792" y="4252479"/>
            <a:ext cx="904761" cy="15313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srgbClr val="0072B8"/>
                </a:solidFill>
                <a:effectLst/>
                <a:uLnTx/>
                <a:uFillTx/>
                <a:latin typeface="Calibri" panose="020F0502020204030204"/>
              </a:rPr>
              <a:t>Decoding 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5165B718-EC09-F936-D225-10CD4A140BF8}"/>
              </a:ext>
            </a:extLst>
          </p:cNvPr>
          <p:cNvSpPr/>
          <p:nvPr/>
        </p:nvSpPr>
        <p:spPr>
          <a:xfrm>
            <a:off x="6685765" y="4192869"/>
            <a:ext cx="2373826" cy="649663"/>
          </a:xfrm>
          <a:prstGeom prst="rect">
            <a:avLst/>
          </a:prstGeom>
          <a:solidFill>
            <a:srgbClr val="FECB00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2A70219-A4D0-D547-0B72-784CC2CE8907}"/>
              </a:ext>
            </a:extLst>
          </p:cNvPr>
          <p:cNvSpPr/>
          <p:nvPr/>
        </p:nvSpPr>
        <p:spPr>
          <a:xfrm>
            <a:off x="6802818" y="4412806"/>
            <a:ext cx="685476" cy="352434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Metadata Processing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A06146BA-09B9-B71C-1627-6CEC698942B5}"/>
              </a:ext>
            </a:extLst>
          </p:cNvPr>
          <p:cNvSpPr/>
          <p:nvPr/>
        </p:nvSpPr>
        <p:spPr>
          <a:xfrm>
            <a:off x="6668970" y="3442886"/>
            <a:ext cx="5221167" cy="671015"/>
          </a:xfrm>
          <a:prstGeom prst="rect">
            <a:avLst/>
          </a:prstGeom>
          <a:solidFill>
            <a:srgbClr val="0099CC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5B15365F-9737-4726-A1D7-F530C1EF2211}"/>
              </a:ext>
            </a:extLst>
          </p:cNvPr>
          <p:cNvSpPr/>
          <p:nvPr/>
        </p:nvSpPr>
        <p:spPr>
          <a:xfrm>
            <a:off x="8299632" y="3806446"/>
            <a:ext cx="759959" cy="15313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Mass IP Collection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A3D6B9AD-680E-5CBC-7AB7-4AD46F6FC4F2}"/>
              </a:ext>
            </a:extLst>
          </p:cNvPr>
          <p:cNvSpPr/>
          <p:nvPr/>
        </p:nvSpPr>
        <p:spPr>
          <a:xfrm>
            <a:off x="8852631" y="3804374"/>
            <a:ext cx="919735" cy="251137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Mass Telephony Collection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62B9CE42-B7D3-7CEE-0A85-70C24C88D94E}"/>
              </a:ext>
            </a:extLst>
          </p:cNvPr>
          <p:cNvSpPr/>
          <p:nvPr/>
        </p:nvSpPr>
        <p:spPr>
          <a:xfrm>
            <a:off x="9581313" y="3803380"/>
            <a:ext cx="802034" cy="15313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Target Interception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00F045C8-30B8-13B8-1000-9279BFEAED22}"/>
              </a:ext>
            </a:extLst>
          </p:cNvPr>
          <p:cNvSpPr/>
          <p:nvPr/>
        </p:nvSpPr>
        <p:spPr>
          <a:xfrm>
            <a:off x="10226989" y="5154918"/>
            <a:ext cx="958374" cy="380987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Investigation  Management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485E980-9F5E-2DF6-0EE2-DFA5EA7E9DA8}"/>
              </a:ext>
            </a:extLst>
          </p:cNvPr>
          <p:cNvSpPr/>
          <p:nvPr/>
        </p:nvSpPr>
        <p:spPr>
          <a:xfrm>
            <a:off x="9331704" y="5153684"/>
            <a:ext cx="773432" cy="376169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Location  </a:t>
            </a:r>
            <a:b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</a:b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Analytics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4101EDB-ECF8-BCFE-DDAC-318BAB509602}"/>
              </a:ext>
            </a:extLst>
          </p:cNvPr>
          <p:cNvSpPr/>
          <p:nvPr/>
        </p:nvSpPr>
        <p:spPr>
          <a:xfrm>
            <a:off x="7411847" y="5138636"/>
            <a:ext cx="823463" cy="381715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Content Analysis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D6DD29E-E919-3075-F929-86C2CFF63332}"/>
              </a:ext>
            </a:extLst>
          </p:cNvPr>
          <p:cNvSpPr/>
          <p:nvPr/>
        </p:nvSpPr>
        <p:spPr>
          <a:xfrm>
            <a:off x="8381334" y="5151609"/>
            <a:ext cx="789855" cy="379054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Metadata Analysis</a:t>
            </a: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80B86215-3EE6-1A35-FE38-2541E847FC99}"/>
              </a:ext>
            </a:extLst>
          </p:cNvPr>
          <p:cNvSpPr/>
          <p:nvPr/>
        </p:nvSpPr>
        <p:spPr>
          <a:xfrm>
            <a:off x="9101151" y="4187379"/>
            <a:ext cx="2788985" cy="649663"/>
          </a:xfrm>
          <a:prstGeom prst="rect">
            <a:avLst/>
          </a:prstGeom>
          <a:solidFill>
            <a:srgbClr val="FECB00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33BFCA84-BD81-E380-901A-31B17F2259A1}"/>
              </a:ext>
            </a:extLst>
          </p:cNvPr>
          <p:cNvSpPr/>
          <p:nvPr/>
        </p:nvSpPr>
        <p:spPr>
          <a:xfrm>
            <a:off x="7560937" y="4417740"/>
            <a:ext cx="618687" cy="352434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Decoding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7515D363-D7BC-02B7-6153-07F4E095C4A8}"/>
              </a:ext>
            </a:extLst>
          </p:cNvPr>
          <p:cNvSpPr/>
          <p:nvPr/>
        </p:nvSpPr>
        <p:spPr>
          <a:xfrm>
            <a:off x="8248421" y="4417556"/>
            <a:ext cx="709635" cy="352434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Enrichment</a:t>
            </a:r>
          </a:p>
        </p:txBody>
      </p:sp>
      <p:pic>
        <p:nvPicPr>
          <p:cNvPr id="220" name="Picture 21" descr="D:\Users\heven-hen\Desktop\Source files local 1\Photos HighRes (purchesed)\icons\Tech diargam Icons\Rack-Unit.png">
            <a:extLst>
              <a:ext uri="{FF2B5EF4-FFF2-40B4-BE49-F238E27FC236}">
                <a16:creationId xmlns:a16="http://schemas.microsoft.com/office/drawing/2014/main" id="{AF42D71E-8992-69F2-09C0-2314D1DB9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6619" y="4209407"/>
            <a:ext cx="531845" cy="504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1" name="TextBox 220">
            <a:extLst>
              <a:ext uri="{FF2B5EF4-FFF2-40B4-BE49-F238E27FC236}">
                <a16:creationId xmlns:a16="http://schemas.microsoft.com/office/drawing/2014/main" id="{E191DACA-7023-923E-AF3F-47853FCB6D43}"/>
              </a:ext>
            </a:extLst>
          </p:cNvPr>
          <p:cNvSpPr txBox="1"/>
          <p:nvPr/>
        </p:nvSpPr>
        <p:spPr>
          <a:xfrm>
            <a:off x="9434075" y="4668176"/>
            <a:ext cx="581758" cy="228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Mass DB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4EC5D2E-B1D0-412F-0DA9-C6D8514CC6E6}"/>
              </a:ext>
            </a:extLst>
          </p:cNvPr>
          <p:cNvSpPr txBox="1"/>
          <p:nvPr/>
        </p:nvSpPr>
        <p:spPr>
          <a:xfrm>
            <a:off x="9941029" y="4668176"/>
            <a:ext cx="698929" cy="228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Target DB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3EE89627-1866-0A22-511A-B6FE75CDD001}"/>
              </a:ext>
            </a:extLst>
          </p:cNvPr>
          <p:cNvSpPr txBox="1"/>
          <p:nvPr/>
        </p:nvSpPr>
        <p:spPr>
          <a:xfrm>
            <a:off x="10440330" y="4662495"/>
            <a:ext cx="937674" cy="228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Central Storage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64809594-C32E-5C9B-A20E-951674409D9F}"/>
              </a:ext>
            </a:extLst>
          </p:cNvPr>
          <p:cNvSpPr/>
          <p:nvPr/>
        </p:nvSpPr>
        <p:spPr>
          <a:xfrm>
            <a:off x="6886187" y="3452244"/>
            <a:ext cx="456463" cy="153132"/>
          </a:xfrm>
          <a:prstGeom prst="rect">
            <a:avLst/>
          </a:prstGeom>
        </p:spPr>
        <p:txBody>
          <a:bodyPr wrap="non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Narkisim" panose="020E0502050101010101" pitchFamily="34" charset="-79"/>
              </a:rPr>
              <a:t>Collection 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FB04A9CC-8CBE-D0A9-B78E-E1BCCC8A5275}"/>
              </a:ext>
            </a:extLst>
          </p:cNvPr>
          <p:cNvSpPr/>
          <p:nvPr/>
        </p:nvSpPr>
        <p:spPr>
          <a:xfrm>
            <a:off x="6824096" y="4229982"/>
            <a:ext cx="458117" cy="153132"/>
          </a:xfrm>
          <a:prstGeom prst="rect">
            <a:avLst/>
          </a:prstGeom>
        </p:spPr>
        <p:txBody>
          <a:bodyPr wrap="non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Processing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9277B88E-C3DD-6A12-712E-E08D83EB1074}"/>
              </a:ext>
            </a:extLst>
          </p:cNvPr>
          <p:cNvSpPr/>
          <p:nvPr/>
        </p:nvSpPr>
        <p:spPr>
          <a:xfrm>
            <a:off x="9205415" y="4224872"/>
            <a:ext cx="362124" cy="153132"/>
          </a:xfrm>
          <a:prstGeom prst="rect">
            <a:avLst/>
          </a:prstGeom>
        </p:spPr>
        <p:txBody>
          <a:bodyPr wrap="non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Storage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5082A97A-4B39-1C6A-1EFB-A11BCB6C6F9B}"/>
              </a:ext>
            </a:extLst>
          </p:cNvPr>
          <p:cNvSpPr/>
          <p:nvPr/>
        </p:nvSpPr>
        <p:spPr>
          <a:xfrm>
            <a:off x="6885194" y="4951231"/>
            <a:ext cx="1206199" cy="153132"/>
          </a:xfrm>
          <a:prstGeom prst="rect">
            <a:avLst/>
          </a:prstGeom>
        </p:spPr>
        <p:txBody>
          <a:bodyPr wrap="non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Investigation &amp; Analytics Engines</a:t>
            </a: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1B02CD9C-60BA-673B-3FA9-CAD4E56B89F9}"/>
              </a:ext>
            </a:extLst>
          </p:cNvPr>
          <p:cNvGrpSpPr/>
          <p:nvPr/>
        </p:nvGrpSpPr>
        <p:grpSpPr>
          <a:xfrm>
            <a:off x="10067527" y="4291907"/>
            <a:ext cx="353049" cy="395453"/>
            <a:chOff x="5018088" y="1946275"/>
            <a:chExt cx="411163" cy="485775"/>
          </a:xfrm>
          <a:solidFill>
            <a:srgbClr val="495965"/>
          </a:solidFill>
        </p:grpSpPr>
        <p:sp>
          <p:nvSpPr>
            <p:cNvPr id="229" name="Freeform 94">
              <a:extLst>
                <a:ext uri="{FF2B5EF4-FFF2-40B4-BE49-F238E27FC236}">
                  <a16:creationId xmlns:a16="http://schemas.microsoft.com/office/drawing/2014/main" id="{937C4871-4A41-EF38-1EF2-EF9BE11C02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8088" y="1946275"/>
              <a:ext cx="411163" cy="485775"/>
            </a:xfrm>
            <a:custGeom>
              <a:avLst/>
              <a:gdLst>
                <a:gd name="T0" fmla="*/ 184 w 184"/>
                <a:gd name="T1" fmla="*/ 34 h 217"/>
                <a:gd name="T2" fmla="*/ 92 w 184"/>
                <a:gd name="T3" fmla="*/ 0 h 217"/>
                <a:gd name="T4" fmla="*/ 1 w 184"/>
                <a:gd name="T5" fmla="*/ 33 h 217"/>
                <a:gd name="T6" fmla="*/ 1 w 184"/>
                <a:gd name="T7" fmla="*/ 34 h 217"/>
                <a:gd name="T8" fmla="*/ 0 w 184"/>
                <a:gd name="T9" fmla="*/ 36 h 217"/>
                <a:gd name="T10" fmla="*/ 0 w 184"/>
                <a:gd name="T11" fmla="*/ 183 h 217"/>
                <a:gd name="T12" fmla="*/ 92 w 184"/>
                <a:gd name="T13" fmla="*/ 217 h 217"/>
                <a:gd name="T14" fmla="*/ 184 w 184"/>
                <a:gd name="T15" fmla="*/ 184 h 217"/>
                <a:gd name="T16" fmla="*/ 184 w 184"/>
                <a:gd name="T17" fmla="*/ 36 h 217"/>
                <a:gd name="T18" fmla="*/ 184 w 184"/>
                <a:gd name="T19" fmla="*/ 36 h 217"/>
                <a:gd name="T20" fmla="*/ 184 w 184"/>
                <a:gd name="T21" fmla="*/ 34 h 217"/>
                <a:gd name="T22" fmla="*/ 176 w 184"/>
                <a:gd name="T23" fmla="*/ 136 h 217"/>
                <a:gd name="T24" fmla="*/ 92 w 184"/>
                <a:gd name="T25" fmla="*/ 161 h 217"/>
                <a:gd name="T26" fmla="*/ 9 w 184"/>
                <a:gd name="T27" fmla="*/ 136 h 217"/>
                <a:gd name="T28" fmla="*/ 8 w 184"/>
                <a:gd name="T29" fmla="*/ 134 h 217"/>
                <a:gd name="T30" fmla="*/ 8 w 184"/>
                <a:gd name="T31" fmla="*/ 97 h 217"/>
                <a:gd name="T32" fmla="*/ 92 w 184"/>
                <a:gd name="T33" fmla="*/ 117 h 217"/>
                <a:gd name="T34" fmla="*/ 176 w 184"/>
                <a:gd name="T35" fmla="*/ 98 h 217"/>
                <a:gd name="T36" fmla="*/ 176 w 184"/>
                <a:gd name="T37" fmla="*/ 136 h 217"/>
                <a:gd name="T38" fmla="*/ 176 w 184"/>
                <a:gd name="T39" fmla="*/ 84 h 217"/>
                <a:gd name="T40" fmla="*/ 92 w 184"/>
                <a:gd name="T41" fmla="*/ 109 h 217"/>
                <a:gd name="T42" fmla="*/ 9 w 184"/>
                <a:gd name="T43" fmla="*/ 84 h 217"/>
                <a:gd name="T44" fmla="*/ 8 w 184"/>
                <a:gd name="T45" fmla="*/ 82 h 217"/>
                <a:gd name="T46" fmla="*/ 8 w 184"/>
                <a:gd name="T47" fmla="*/ 47 h 217"/>
                <a:gd name="T48" fmla="*/ 92 w 184"/>
                <a:gd name="T49" fmla="*/ 67 h 217"/>
                <a:gd name="T50" fmla="*/ 176 w 184"/>
                <a:gd name="T51" fmla="*/ 48 h 217"/>
                <a:gd name="T52" fmla="*/ 176 w 184"/>
                <a:gd name="T53" fmla="*/ 84 h 217"/>
                <a:gd name="T54" fmla="*/ 92 w 184"/>
                <a:gd name="T55" fmla="*/ 8 h 217"/>
                <a:gd name="T56" fmla="*/ 176 w 184"/>
                <a:gd name="T57" fmla="*/ 34 h 217"/>
                <a:gd name="T58" fmla="*/ 92 w 184"/>
                <a:gd name="T59" fmla="*/ 59 h 217"/>
                <a:gd name="T60" fmla="*/ 9 w 184"/>
                <a:gd name="T61" fmla="*/ 33 h 217"/>
                <a:gd name="T62" fmla="*/ 92 w 184"/>
                <a:gd name="T63" fmla="*/ 8 h 217"/>
                <a:gd name="T64" fmla="*/ 92 w 184"/>
                <a:gd name="T65" fmla="*/ 209 h 217"/>
                <a:gd name="T66" fmla="*/ 8 w 184"/>
                <a:gd name="T67" fmla="*/ 183 h 217"/>
                <a:gd name="T68" fmla="*/ 8 w 184"/>
                <a:gd name="T69" fmla="*/ 149 h 217"/>
                <a:gd name="T70" fmla="*/ 92 w 184"/>
                <a:gd name="T71" fmla="*/ 169 h 217"/>
                <a:gd name="T72" fmla="*/ 176 w 184"/>
                <a:gd name="T73" fmla="*/ 150 h 217"/>
                <a:gd name="T74" fmla="*/ 176 w 184"/>
                <a:gd name="T75" fmla="*/ 184 h 217"/>
                <a:gd name="T76" fmla="*/ 92 w 184"/>
                <a:gd name="T77" fmla="*/ 2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4" h="217">
                  <a:moveTo>
                    <a:pt x="184" y="34"/>
                  </a:moveTo>
                  <a:cubicBezTo>
                    <a:pt x="184" y="18"/>
                    <a:pt x="152" y="0"/>
                    <a:pt x="92" y="0"/>
                  </a:cubicBezTo>
                  <a:cubicBezTo>
                    <a:pt x="48" y="0"/>
                    <a:pt x="1" y="12"/>
                    <a:pt x="1" y="33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5"/>
                    <a:pt x="0" y="36"/>
                    <a:pt x="0" y="36"/>
                  </a:cubicBezTo>
                  <a:cubicBezTo>
                    <a:pt x="0" y="183"/>
                    <a:pt x="0" y="183"/>
                    <a:pt x="0" y="183"/>
                  </a:cubicBezTo>
                  <a:cubicBezTo>
                    <a:pt x="0" y="204"/>
                    <a:pt x="47" y="217"/>
                    <a:pt x="92" y="217"/>
                  </a:cubicBezTo>
                  <a:cubicBezTo>
                    <a:pt x="138" y="217"/>
                    <a:pt x="184" y="206"/>
                    <a:pt x="184" y="184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5"/>
                    <a:pt x="184" y="35"/>
                    <a:pt x="184" y="34"/>
                  </a:cubicBezTo>
                  <a:close/>
                  <a:moveTo>
                    <a:pt x="176" y="136"/>
                  </a:moveTo>
                  <a:cubicBezTo>
                    <a:pt x="176" y="148"/>
                    <a:pt x="142" y="161"/>
                    <a:pt x="92" y="161"/>
                  </a:cubicBezTo>
                  <a:cubicBezTo>
                    <a:pt x="43" y="161"/>
                    <a:pt x="9" y="148"/>
                    <a:pt x="9" y="136"/>
                  </a:cubicBezTo>
                  <a:cubicBezTo>
                    <a:pt x="9" y="135"/>
                    <a:pt x="8" y="134"/>
                    <a:pt x="8" y="134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23" y="110"/>
                    <a:pt x="58" y="117"/>
                    <a:pt x="92" y="117"/>
                  </a:cubicBezTo>
                  <a:cubicBezTo>
                    <a:pt x="126" y="117"/>
                    <a:pt x="161" y="110"/>
                    <a:pt x="176" y="98"/>
                  </a:cubicBezTo>
                  <a:lnTo>
                    <a:pt x="176" y="136"/>
                  </a:lnTo>
                  <a:close/>
                  <a:moveTo>
                    <a:pt x="176" y="84"/>
                  </a:moveTo>
                  <a:cubicBezTo>
                    <a:pt x="176" y="96"/>
                    <a:pt x="142" y="109"/>
                    <a:pt x="92" y="109"/>
                  </a:cubicBezTo>
                  <a:cubicBezTo>
                    <a:pt x="43" y="109"/>
                    <a:pt x="9" y="96"/>
                    <a:pt x="9" y="84"/>
                  </a:cubicBezTo>
                  <a:cubicBezTo>
                    <a:pt x="9" y="83"/>
                    <a:pt x="8" y="82"/>
                    <a:pt x="8" y="82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23" y="60"/>
                    <a:pt x="58" y="67"/>
                    <a:pt x="92" y="67"/>
                  </a:cubicBezTo>
                  <a:cubicBezTo>
                    <a:pt x="126" y="67"/>
                    <a:pt x="161" y="60"/>
                    <a:pt x="176" y="48"/>
                  </a:cubicBezTo>
                  <a:lnTo>
                    <a:pt x="176" y="84"/>
                  </a:lnTo>
                  <a:close/>
                  <a:moveTo>
                    <a:pt x="92" y="8"/>
                  </a:moveTo>
                  <a:cubicBezTo>
                    <a:pt x="140" y="8"/>
                    <a:pt x="176" y="22"/>
                    <a:pt x="176" y="34"/>
                  </a:cubicBezTo>
                  <a:cubicBezTo>
                    <a:pt x="176" y="46"/>
                    <a:pt x="142" y="59"/>
                    <a:pt x="92" y="59"/>
                  </a:cubicBezTo>
                  <a:cubicBezTo>
                    <a:pt x="43" y="59"/>
                    <a:pt x="9" y="45"/>
                    <a:pt x="9" y="33"/>
                  </a:cubicBezTo>
                  <a:cubicBezTo>
                    <a:pt x="9" y="22"/>
                    <a:pt x="43" y="8"/>
                    <a:pt x="92" y="8"/>
                  </a:cubicBezTo>
                  <a:close/>
                  <a:moveTo>
                    <a:pt x="92" y="209"/>
                  </a:moveTo>
                  <a:cubicBezTo>
                    <a:pt x="44" y="209"/>
                    <a:pt x="8" y="195"/>
                    <a:pt x="8" y="183"/>
                  </a:cubicBezTo>
                  <a:cubicBezTo>
                    <a:pt x="8" y="149"/>
                    <a:pt x="8" y="149"/>
                    <a:pt x="8" y="149"/>
                  </a:cubicBezTo>
                  <a:cubicBezTo>
                    <a:pt x="23" y="162"/>
                    <a:pt x="58" y="169"/>
                    <a:pt x="92" y="169"/>
                  </a:cubicBezTo>
                  <a:cubicBezTo>
                    <a:pt x="126" y="169"/>
                    <a:pt x="161" y="162"/>
                    <a:pt x="176" y="150"/>
                  </a:cubicBezTo>
                  <a:cubicBezTo>
                    <a:pt x="176" y="184"/>
                    <a:pt x="176" y="184"/>
                    <a:pt x="176" y="184"/>
                  </a:cubicBezTo>
                  <a:cubicBezTo>
                    <a:pt x="176" y="196"/>
                    <a:pt x="141" y="209"/>
                    <a:pt x="92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30" name="Freeform 95">
              <a:extLst>
                <a:ext uri="{FF2B5EF4-FFF2-40B4-BE49-F238E27FC236}">
                  <a16:creationId xmlns:a16="http://schemas.microsoft.com/office/drawing/2014/main" id="{FA826C48-776B-CE16-90C1-0F7D35345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114550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31" name="Freeform 96">
              <a:extLst>
                <a:ext uri="{FF2B5EF4-FFF2-40B4-BE49-F238E27FC236}">
                  <a16:creationId xmlns:a16="http://schemas.microsoft.com/office/drawing/2014/main" id="{C517C4A1-BD0F-AB3B-28E6-EE65E1EAB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225675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32" name="Freeform 97">
              <a:extLst>
                <a:ext uri="{FF2B5EF4-FFF2-40B4-BE49-F238E27FC236}">
                  <a16:creationId xmlns:a16="http://schemas.microsoft.com/office/drawing/2014/main" id="{913B9F1E-1BFF-8B31-E041-C0358563E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341563"/>
              <a:ext cx="60325" cy="30162"/>
            </a:xfrm>
            <a:custGeom>
              <a:avLst/>
              <a:gdLst>
                <a:gd name="T0" fmla="*/ 20 w 27"/>
                <a:gd name="T1" fmla="*/ 1 h 13"/>
                <a:gd name="T2" fmla="*/ 3 w 27"/>
                <a:gd name="T3" fmla="*/ 5 h 13"/>
                <a:gd name="T4" fmla="*/ 0 w 27"/>
                <a:gd name="T5" fmla="*/ 10 h 13"/>
                <a:gd name="T6" fmla="*/ 4 w 27"/>
                <a:gd name="T7" fmla="*/ 13 h 13"/>
                <a:gd name="T8" fmla="*/ 4 w 27"/>
                <a:gd name="T9" fmla="*/ 13 h 13"/>
                <a:gd name="T10" fmla="*/ 24 w 27"/>
                <a:gd name="T11" fmla="*/ 8 h 13"/>
                <a:gd name="T12" fmla="*/ 26 w 27"/>
                <a:gd name="T13" fmla="*/ 2 h 13"/>
                <a:gd name="T14" fmla="*/ 20 w 27"/>
                <a:gd name="T1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20" y="1"/>
                  </a:moveTo>
                  <a:cubicBezTo>
                    <a:pt x="17" y="3"/>
                    <a:pt x="9" y="5"/>
                    <a:pt x="3" y="5"/>
                  </a:cubicBezTo>
                  <a:cubicBezTo>
                    <a:pt x="1" y="5"/>
                    <a:pt x="0" y="7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11" y="12"/>
                    <a:pt x="19" y="10"/>
                    <a:pt x="24" y="8"/>
                  </a:cubicBezTo>
                  <a:cubicBezTo>
                    <a:pt x="26" y="7"/>
                    <a:pt x="27" y="4"/>
                    <a:pt x="26" y="2"/>
                  </a:cubicBezTo>
                  <a:cubicBezTo>
                    <a:pt x="25" y="0"/>
                    <a:pt x="22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475E2CA1-DA87-CD96-180B-F6A4F381AA6F}"/>
              </a:ext>
            </a:extLst>
          </p:cNvPr>
          <p:cNvGrpSpPr/>
          <p:nvPr/>
        </p:nvGrpSpPr>
        <p:grpSpPr>
          <a:xfrm>
            <a:off x="9571278" y="4280255"/>
            <a:ext cx="353049" cy="395453"/>
            <a:chOff x="5018088" y="1946275"/>
            <a:chExt cx="411163" cy="485775"/>
          </a:xfrm>
          <a:solidFill>
            <a:srgbClr val="495965"/>
          </a:solidFill>
        </p:grpSpPr>
        <p:sp>
          <p:nvSpPr>
            <p:cNvPr id="234" name="Freeform 94">
              <a:extLst>
                <a:ext uri="{FF2B5EF4-FFF2-40B4-BE49-F238E27FC236}">
                  <a16:creationId xmlns:a16="http://schemas.microsoft.com/office/drawing/2014/main" id="{3FC9D089-BE5D-07F1-D24E-23E8CB0FB9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8088" y="1946275"/>
              <a:ext cx="411163" cy="485775"/>
            </a:xfrm>
            <a:custGeom>
              <a:avLst/>
              <a:gdLst>
                <a:gd name="T0" fmla="*/ 184 w 184"/>
                <a:gd name="T1" fmla="*/ 34 h 217"/>
                <a:gd name="T2" fmla="*/ 92 w 184"/>
                <a:gd name="T3" fmla="*/ 0 h 217"/>
                <a:gd name="T4" fmla="*/ 1 w 184"/>
                <a:gd name="T5" fmla="*/ 33 h 217"/>
                <a:gd name="T6" fmla="*/ 1 w 184"/>
                <a:gd name="T7" fmla="*/ 34 h 217"/>
                <a:gd name="T8" fmla="*/ 0 w 184"/>
                <a:gd name="T9" fmla="*/ 36 h 217"/>
                <a:gd name="T10" fmla="*/ 0 w 184"/>
                <a:gd name="T11" fmla="*/ 183 h 217"/>
                <a:gd name="T12" fmla="*/ 92 w 184"/>
                <a:gd name="T13" fmla="*/ 217 h 217"/>
                <a:gd name="T14" fmla="*/ 184 w 184"/>
                <a:gd name="T15" fmla="*/ 184 h 217"/>
                <a:gd name="T16" fmla="*/ 184 w 184"/>
                <a:gd name="T17" fmla="*/ 36 h 217"/>
                <a:gd name="T18" fmla="*/ 184 w 184"/>
                <a:gd name="T19" fmla="*/ 36 h 217"/>
                <a:gd name="T20" fmla="*/ 184 w 184"/>
                <a:gd name="T21" fmla="*/ 34 h 217"/>
                <a:gd name="T22" fmla="*/ 176 w 184"/>
                <a:gd name="T23" fmla="*/ 136 h 217"/>
                <a:gd name="T24" fmla="*/ 92 w 184"/>
                <a:gd name="T25" fmla="*/ 161 h 217"/>
                <a:gd name="T26" fmla="*/ 9 w 184"/>
                <a:gd name="T27" fmla="*/ 136 h 217"/>
                <a:gd name="T28" fmla="*/ 8 w 184"/>
                <a:gd name="T29" fmla="*/ 134 h 217"/>
                <a:gd name="T30" fmla="*/ 8 w 184"/>
                <a:gd name="T31" fmla="*/ 97 h 217"/>
                <a:gd name="T32" fmla="*/ 92 w 184"/>
                <a:gd name="T33" fmla="*/ 117 h 217"/>
                <a:gd name="T34" fmla="*/ 176 w 184"/>
                <a:gd name="T35" fmla="*/ 98 h 217"/>
                <a:gd name="T36" fmla="*/ 176 w 184"/>
                <a:gd name="T37" fmla="*/ 136 h 217"/>
                <a:gd name="T38" fmla="*/ 176 w 184"/>
                <a:gd name="T39" fmla="*/ 84 h 217"/>
                <a:gd name="T40" fmla="*/ 92 w 184"/>
                <a:gd name="T41" fmla="*/ 109 h 217"/>
                <a:gd name="T42" fmla="*/ 9 w 184"/>
                <a:gd name="T43" fmla="*/ 84 h 217"/>
                <a:gd name="T44" fmla="*/ 8 w 184"/>
                <a:gd name="T45" fmla="*/ 82 h 217"/>
                <a:gd name="T46" fmla="*/ 8 w 184"/>
                <a:gd name="T47" fmla="*/ 47 h 217"/>
                <a:gd name="T48" fmla="*/ 92 w 184"/>
                <a:gd name="T49" fmla="*/ 67 h 217"/>
                <a:gd name="T50" fmla="*/ 176 w 184"/>
                <a:gd name="T51" fmla="*/ 48 h 217"/>
                <a:gd name="T52" fmla="*/ 176 w 184"/>
                <a:gd name="T53" fmla="*/ 84 h 217"/>
                <a:gd name="T54" fmla="*/ 92 w 184"/>
                <a:gd name="T55" fmla="*/ 8 h 217"/>
                <a:gd name="T56" fmla="*/ 176 w 184"/>
                <a:gd name="T57" fmla="*/ 34 h 217"/>
                <a:gd name="T58" fmla="*/ 92 w 184"/>
                <a:gd name="T59" fmla="*/ 59 h 217"/>
                <a:gd name="T60" fmla="*/ 9 w 184"/>
                <a:gd name="T61" fmla="*/ 33 h 217"/>
                <a:gd name="T62" fmla="*/ 92 w 184"/>
                <a:gd name="T63" fmla="*/ 8 h 217"/>
                <a:gd name="T64" fmla="*/ 92 w 184"/>
                <a:gd name="T65" fmla="*/ 209 h 217"/>
                <a:gd name="T66" fmla="*/ 8 w 184"/>
                <a:gd name="T67" fmla="*/ 183 h 217"/>
                <a:gd name="T68" fmla="*/ 8 w 184"/>
                <a:gd name="T69" fmla="*/ 149 h 217"/>
                <a:gd name="T70" fmla="*/ 92 w 184"/>
                <a:gd name="T71" fmla="*/ 169 h 217"/>
                <a:gd name="T72" fmla="*/ 176 w 184"/>
                <a:gd name="T73" fmla="*/ 150 h 217"/>
                <a:gd name="T74" fmla="*/ 176 w 184"/>
                <a:gd name="T75" fmla="*/ 184 h 217"/>
                <a:gd name="T76" fmla="*/ 92 w 184"/>
                <a:gd name="T77" fmla="*/ 2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4" h="217">
                  <a:moveTo>
                    <a:pt x="184" y="34"/>
                  </a:moveTo>
                  <a:cubicBezTo>
                    <a:pt x="184" y="18"/>
                    <a:pt x="152" y="0"/>
                    <a:pt x="92" y="0"/>
                  </a:cubicBezTo>
                  <a:cubicBezTo>
                    <a:pt x="48" y="0"/>
                    <a:pt x="1" y="12"/>
                    <a:pt x="1" y="33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5"/>
                    <a:pt x="0" y="36"/>
                    <a:pt x="0" y="36"/>
                  </a:cubicBezTo>
                  <a:cubicBezTo>
                    <a:pt x="0" y="183"/>
                    <a:pt x="0" y="183"/>
                    <a:pt x="0" y="183"/>
                  </a:cubicBezTo>
                  <a:cubicBezTo>
                    <a:pt x="0" y="204"/>
                    <a:pt x="47" y="217"/>
                    <a:pt x="92" y="217"/>
                  </a:cubicBezTo>
                  <a:cubicBezTo>
                    <a:pt x="138" y="217"/>
                    <a:pt x="184" y="206"/>
                    <a:pt x="184" y="184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5"/>
                    <a:pt x="184" y="35"/>
                    <a:pt x="184" y="34"/>
                  </a:cubicBezTo>
                  <a:close/>
                  <a:moveTo>
                    <a:pt x="176" y="136"/>
                  </a:moveTo>
                  <a:cubicBezTo>
                    <a:pt x="176" y="148"/>
                    <a:pt x="142" y="161"/>
                    <a:pt x="92" y="161"/>
                  </a:cubicBezTo>
                  <a:cubicBezTo>
                    <a:pt x="43" y="161"/>
                    <a:pt x="9" y="148"/>
                    <a:pt x="9" y="136"/>
                  </a:cubicBezTo>
                  <a:cubicBezTo>
                    <a:pt x="9" y="135"/>
                    <a:pt x="8" y="134"/>
                    <a:pt x="8" y="134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23" y="110"/>
                    <a:pt x="58" y="117"/>
                    <a:pt x="92" y="117"/>
                  </a:cubicBezTo>
                  <a:cubicBezTo>
                    <a:pt x="126" y="117"/>
                    <a:pt x="161" y="110"/>
                    <a:pt x="176" y="98"/>
                  </a:cubicBezTo>
                  <a:lnTo>
                    <a:pt x="176" y="136"/>
                  </a:lnTo>
                  <a:close/>
                  <a:moveTo>
                    <a:pt x="176" y="84"/>
                  </a:moveTo>
                  <a:cubicBezTo>
                    <a:pt x="176" y="96"/>
                    <a:pt x="142" y="109"/>
                    <a:pt x="92" y="109"/>
                  </a:cubicBezTo>
                  <a:cubicBezTo>
                    <a:pt x="43" y="109"/>
                    <a:pt x="9" y="96"/>
                    <a:pt x="9" y="84"/>
                  </a:cubicBezTo>
                  <a:cubicBezTo>
                    <a:pt x="9" y="83"/>
                    <a:pt x="8" y="82"/>
                    <a:pt x="8" y="82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23" y="60"/>
                    <a:pt x="58" y="67"/>
                    <a:pt x="92" y="67"/>
                  </a:cubicBezTo>
                  <a:cubicBezTo>
                    <a:pt x="126" y="67"/>
                    <a:pt x="161" y="60"/>
                    <a:pt x="176" y="48"/>
                  </a:cubicBezTo>
                  <a:lnTo>
                    <a:pt x="176" y="84"/>
                  </a:lnTo>
                  <a:close/>
                  <a:moveTo>
                    <a:pt x="92" y="8"/>
                  </a:moveTo>
                  <a:cubicBezTo>
                    <a:pt x="140" y="8"/>
                    <a:pt x="176" y="22"/>
                    <a:pt x="176" y="34"/>
                  </a:cubicBezTo>
                  <a:cubicBezTo>
                    <a:pt x="176" y="46"/>
                    <a:pt x="142" y="59"/>
                    <a:pt x="92" y="59"/>
                  </a:cubicBezTo>
                  <a:cubicBezTo>
                    <a:pt x="43" y="59"/>
                    <a:pt x="9" y="45"/>
                    <a:pt x="9" y="33"/>
                  </a:cubicBezTo>
                  <a:cubicBezTo>
                    <a:pt x="9" y="22"/>
                    <a:pt x="43" y="8"/>
                    <a:pt x="92" y="8"/>
                  </a:cubicBezTo>
                  <a:close/>
                  <a:moveTo>
                    <a:pt x="92" y="209"/>
                  </a:moveTo>
                  <a:cubicBezTo>
                    <a:pt x="44" y="209"/>
                    <a:pt x="8" y="195"/>
                    <a:pt x="8" y="183"/>
                  </a:cubicBezTo>
                  <a:cubicBezTo>
                    <a:pt x="8" y="149"/>
                    <a:pt x="8" y="149"/>
                    <a:pt x="8" y="149"/>
                  </a:cubicBezTo>
                  <a:cubicBezTo>
                    <a:pt x="23" y="162"/>
                    <a:pt x="58" y="169"/>
                    <a:pt x="92" y="169"/>
                  </a:cubicBezTo>
                  <a:cubicBezTo>
                    <a:pt x="126" y="169"/>
                    <a:pt x="161" y="162"/>
                    <a:pt x="176" y="150"/>
                  </a:cubicBezTo>
                  <a:cubicBezTo>
                    <a:pt x="176" y="184"/>
                    <a:pt x="176" y="184"/>
                    <a:pt x="176" y="184"/>
                  </a:cubicBezTo>
                  <a:cubicBezTo>
                    <a:pt x="176" y="196"/>
                    <a:pt x="141" y="209"/>
                    <a:pt x="92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35" name="Freeform 95">
              <a:extLst>
                <a:ext uri="{FF2B5EF4-FFF2-40B4-BE49-F238E27FC236}">
                  <a16:creationId xmlns:a16="http://schemas.microsoft.com/office/drawing/2014/main" id="{24457ABC-47B0-CF6D-5707-92410CF2A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114550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36" name="Freeform 96">
              <a:extLst>
                <a:ext uri="{FF2B5EF4-FFF2-40B4-BE49-F238E27FC236}">
                  <a16:creationId xmlns:a16="http://schemas.microsoft.com/office/drawing/2014/main" id="{D4FDE77D-A405-7D8D-135D-31BCBAAC2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225675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37" name="Freeform 97">
              <a:extLst>
                <a:ext uri="{FF2B5EF4-FFF2-40B4-BE49-F238E27FC236}">
                  <a16:creationId xmlns:a16="http://schemas.microsoft.com/office/drawing/2014/main" id="{89DAE933-B5FE-0F3E-CE5C-BAF3898C7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341563"/>
              <a:ext cx="60325" cy="30162"/>
            </a:xfrm>
            <a:custGeom>
              <a:avLst/>
              <a:gdLst>
                <a:gd name="T0" fmla="*/ 20 w 27"/>
                <a:gd name="T1" fmla="*/ 1 h 13"/>
                <a:gd name="T2" fmla="*/ 3 w 27"/>
                <a:gd name="T3" fmla="*/ 5 h 13"/>
                <a:gd name="T4" fmla="*/ 0 w 27"/>
                <a:gd name="T5" fmla="*/ 10 h 13"/>
                <a:gd name="T6" fmla="*/ 4 w 27"/>
                <a:gd name="T7" fmla="*/ 13 h 13"/>
                <a:gd name="T8" fmla="*/ 4 w 27"/>
                <a:gd name="T9" fmla="*/ 13 h 13"/>
                <a:gd name="T10" fmla="*/ 24 w 27"/>
                <a:gd name="T11" fmla="*/ 8 h 13"/>
                <a:gd name="T12" fmla="*/ 26 w 27"/>
                <a:gd name="T13" fmla="*/ 2 h 13"/>
                <a:gd name="T14" fmla="*/ 20 w 27"/>
                <a:gd name="T1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20" y="1"/>
                  </a:moveTo>
                  <a:cubicBezTo>
                    <a:pt x="17" y="3"/>
                    <a:pt x="9" y="5"/>
                    <a:pt x="3" y="5"/>
                  </a:cubicBezTo>
                  <a:cubicBezTo>
                    <a:pt x="1" y="5"/>
                    <a:pt x="0" y="7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11" y="12"/>
                    <a:pt x="19" y="10"/>
                    <a:pt x="24" y="8"/>
                  </a:cubicBezTo>
                  <a:cubicBezTo>
                    <a:pt x="26" y="7"/>
                    <a:pt x="27" y="4"/>
                    <a:pt x="26" y="2"/>
                  </a:cubicBezTo>
                  <a:cubicBezTo>
                    <a:pt x="25" y="0"/>
                    <a:pt x="22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64405D05-DE67-E8E2-836E-B455460CA66B}"/>
              </a:ext>
            </a:extLst>
          </p:cNvPr>
          <p:cNvGrpSpPr/>
          <p:nvPr/>
        </p:nvGrpSpPr>
        <p:grpSpPr>
          <a:xfrm>
            <a:off x="8912255" y="5751513"/>
            <a:ext cx="216151" cy="215209"/>
            <a:chOff x="3722688" y="2786063"/>
            <a:chExt cx="442912" cy="465137"/>
          </a:xfrm>
          <a:solidFill>
            <a:sysClr val="window" lastClr="FFFFFF"/>
          </a:solidFill>
        </p:grpSpPr>
        <p:sp>
          <p:nvSpPr>
            <p:cNvPr id="239" name="Freeform 700">
              <a:extLst>
                <a:ext uri="{FF2B5EF4-FFF2-40B4-BE49-F238E27FC236}">
                  <a16:creationId xmlns:a16="http://schemas.microsoft.com/office/drawing/2014/main" id="{24910335-36B8-1C6F-6CF9-81F38AB94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688" y="2844800"/>
              <a:ext cx="409575" cy="406400"/>
            </a:xfrm>
            <a:custGeom>
              <a:avLst/>
              <a:gdLst>
                <a:gd name="T0" fmla="*/ 85 w 171"/>
                <a:gd name="T1" fmla="*/ 0 h 170"/>
                <a:gd name="T2" fmla="*/ 136 w 171"/>
                <a:gd name="T3" fmla="*/ 17 h 170"/>
                <a:gd name="T4" fmla="*/ 131 w 171"/>
                <a:gd name="T5" fmla="*/ 23 h 170"/>
                <a:gd name="T6" fmla="*/ 85 w 171"/>
                <a:gd name="T7" fmla="*/ 8 h 170"/>
                <a:gd name="T8" fmla="*/ 30 w 171"/>
                <a:gd name="T9" fmla="*/ 30 h 170"/>
                <a:gd name="T10" fmla="*/ 8 w 171"/>
                <a:gd name="T11" fmla="*/ 85 h 170"/>
                <a:gd name="T12" fmla="*/ 30 w 171"/>
                <a:gd name="T13" fmla="*/ 140 h 170"/>
                <a:gd name="T14" fmla="*/ 85 w 171"/>
                <a:gd name="T15" fmla="*/ 162 h 170"/>
                <a:gd name="T16" fmla="*/ 140 w 171"/>
                <a:gd name="T17" fmla="*/ 140 h 170"/>
                <a:gd name="T18" fmla="*/ 162 w 171"/>
                <a:gd name="T19" fmla="*/ 85 h 170"/>
                <a:gd name="T20" fmla="*/ 143 w 171"/>
                <a:gd name="T21" fmla="*/ 34 h 170"/>
                <a:gd name="T22" fmla="*/ 148 w 171"/>
                <a:gd name="T23" fmla="*/ 27 h 170"/>
                <a:gd name="T24" fmla="*/ 171 w 171"/>
                <a:gd name="T25" fmla="*/ 85 h 170"/>
                <a:gd name="T26" fmla="*/ 146 w 171"/>
                <a:gd name="T27" fmla="*/ 145 h 170"/>
                <a:gd name="T28" fmla="*/ 85 w 171"/>
                <a:gd name="T29" fmla="*/ 170 h 170"/>
                <a:gd name="T30" fmla="*/ 25 w 171"/>
                <a:gd name="T31" fmla="*/ 145 h 170"/>
                <a:gd name="T32" fmla="*/ 0 w 171"/>
                <a:gd name="T33" fmla="*/ 85 h 170"/>
                <a:gd name="T34" fmla="*/ 25 w 171"/>
                <a:gd name="T35" fmla="*/ 25 h 170"/>
                <a:gd name="T36" fmla="*/ 85 w 171"/>
                <a:gd name="T3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170">
                  <a:moveTo>
                    <a:pt x="85" y="0"/>
                  </a:moveTo>
                  <a:cubicBezTo>
                    <a:pt x="104" y="0"/>
                    <a:pt x="122" y="6"/>
                    <a:pt x="136" y="17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18" y="13"/>
                    <a:pt x="102" y="8"/>
                    <a:pt x="85" y="8"/>
                  </a:cubicBezTo>
                  <a:cubicBezTo>
                    <a:pt x="64" y="8"/>
                    <a:pt x="44" y="16"/>
                    <a:pt x="30" y="30"/>
                  </a:cubicBezTo>
                  <a:cubicBezTo>
                    <a:pt x="16" y="44"/>
                    <a:pt x="8" y="64"/>
                    <a:pt x="8" y="85"/>
                  </a:cubicBezTo>
                  <a:cubicBezTo>
                    <a:pt x="8" y="106"/>
                    <a:pt x="16" y="126"/>
                    <a:pt x="30" y="140"/>
                  </a:cubicBezTo>
                  <a:cubicBezTo>
                    <a:pt x="44" y="154"/>
                    <a:pt x="64" y="162"/>
                    <a:pt x="85" y="162"/>
                  </a:cubicBezTo>
                  <a:cubicBezTo>
                    <a:pt x="106" y="162"/>
                    <a:pt x="126" y="154"/>
                    <a:pt x="140" y="140"/>
                  </a:cubicBezTo>
                  <a:cubicBezTo>
                    <a:pt x="154" y="126"/>
                    <a:pt x="162" y="106"/>
                    <a:pt x="162" y="85"/>
                  </a:cubicBezTo>
                  <a:cubicBezTo>
                    <a:pt x="162" y="65"/>
                    <a:pt x="155" y="47"/>
                    <a:pt x="143" y="34"/>
                  </a:cubicBezTo>
                  <a:cubicBezTo>
                    <a:pt x="148" y="27"/>
                    <a:pt x="148" y="27"/>
                    <a:pt x="148" y="27"/>
                  </a:cubicBezTo>
                  <a:cubicBezTo>
                    <a:pt x="162" y="43"/>
                    <a:pt x="171" y="63"/>
                    <a:pt x="171" y="85"/>
                  </a:cubicBezTo>
                  <a:cubicBezTo>
                    <a:pt x="171" y="109"/>
                    <a:pt x="161" y="130"/>
                    <a:pt x="146" y="145"/>
                  </a:cubicBezTo>
                  <a:cubicBezTo>
                    <a:pt x="130" y="161"/>
                    <a:pt x="109" y="170"/>
                    <a:pt x="85" y="170"/>
                  </a:cubicBezTo>
                  <a:cubicBezTo>
                    <a:pt x="62" y="170"/>
                    <a:pt x="40" y="161"/>
                    <a:pt x="25" y="145"/>
                  </a:cubicBezTo>
                  <a:cubicBezTo>
                    <a:pt x="9" y="130"/>
                    <a:pt x="0" y="109"/>
                    <a:pt x="0" y="85"/>
                  </a:cubicBezTo>
                  <a:cubicBezTo>
                    <a:pt x="0" y="61"/>
                    <a:pt x="9" y="40"/>
                    <a:pt x="25" y="25"/>
                  </a:cubicBezTo>
                  <a:cubicBezTo>
                    <a:pt x="40" y="9"/>
                    <a:pt x="62" y="0"/>
                    <a:pt x="8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40" name="Freeform 701">
              <a:extLst>
                <a:ext uri="{FF2B5EF4-FFF2-40B4-BE49-F238E27FC236}">
                  <a16:creationId xmlns:a16="http://schemas.microsoft.com/office/drawing/2014/main" id="{D4370C96-AC96-1E22-46DD-C6A1AA641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0950" y="2911475"/>
              <a:ext cx="271463" cy="273050"/>
            </a:xfrm>
            <a:custGeom>
              <a:avLst/>
              <a:gdLst>
                <a:gd name="T0" fmla="*/ 57 w 114"/>
                <a:gd name="T1" fmla="*/ 0 h 114"/>
                <a:gd name="T2" fmla="*/ 89 w 114"/>
                <a:gd name="T3" fmla="*/ 10 h 114"/>
                <a:gd name="T4" fmla="*/ 84 w 114"/>
                <a:gd name="T5" fmla="*/ 16 h 114"/>
                <a:gd name="T6" fmla="*/ 57 w 114"/>
                <a:gd name="T7" fmla="*/ 8 h 114"/>
                <a:gd name="T8" fmla="*/ 22 w 114"/>
                <a:gd name="T9" fmla="*/ 22 h 114"/>
                <a:gd name="T10" fmla="*/ 8 w 114"/>
                <a:gd name="T11" fmla="*/ 57 h 114"/>
                <a:gd name="T12" fmla="*/ 22 w 114"/>
                <a:gd name="T13" fmla="*/ 92 h 114"/>
                <a:gd name="T14" fmla="*/ 57 w 114"/>
                <a:gd name="T15" fmla="*/ 106 h 114"/>
                <a:gd name="T16" fmla="*/ 92 w 114"/>
                <a:gd name="T17" fmla="*/ 92 h 114"/>
                <a:gd name="T18" fmla="*/ 106 w 114"/>
                <a:gd name="T19" fmla="*/ 57 h 114"/>
                <a:gd name="T20" fmla="*/ 96 w 114"/>
                <a:gd name="T21" fmla="*/ 27 h 114"/>
                <a:gd name="T22" fmla="*/ 101 w 114"/>
                <a:gd name="T23" fmla="*/ 21 h 114"/>
                <a:gd name="T24" fmla="*/ 114 w 114"/>
                <a:gd name="T25" fmla="*/ 57 h 114"/>
                <a:gd name="T26" fmla="*/ 97 w 114"/>
                <a:gd name="T27" fmla="*/ 97 h 114"/>
                <a:gd name="T28" fmla="*/ 57 w 114"/>
                <a:gd name="T29" fmla="*/ 114 h 114"/>
                <a:gd name="T30" fmla="*/ 17 w 114"/>
                <a:gd name="T31" fmla="*/ 97 h 114"/>
                <a:gd name="T32" fmla="*/ 0 w 114"/>
                <a:gd name="T33" fmla="*/ 57 h 114"/>
                <a:gd name="T34" fmla="*/ 17 w 114"/>
                <a:gd name="T35" fmla="*/ 17 h 114"/>
                <a:gd name="T36" fmla="*/ 57 w 114"/>
                <a:gd name="T3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4" h="114">
                  <a:moveTo>
                    <a:pt x="57" y="0"/>
                  </a:moveTo>
                  <a:cubicBezTo>
                    <a:pt x="69" y="0"/>
                    <a:pt x="80" y="3"/>
                    <a:pt x="89" y="10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76" y="11"/>
                    <a:pt x="67" y="8"/>
                    <a:pt x="57" y="8"/>
                  </a:cubicBezTo>
                  <a:cubicBezTo>
                    <a:pt x="44" y="8"/>
                    <a:pt x="31" y="13"/>
                    <a:pt x="22" y="22"/>
                  </a:cubicBezTo>
                  <a:cubicBezTo>
                    <a:pt x="14" y="31"/>
                    <a:pt x="8" y="43"/>
                    <a:pt x="8" y="57"/>
                  </a:cubicBezTo>
                  <a:cubicBezTo>
                    <a:pt x="8" y="70"/>
                    <a:pt x="14" y="83"/>
                    <a:pt x="22" y="92"/>
                  </a:cubicBezTo>
                  <a:cubicBezTo>
                    <a:pt x="31" y="100"/>
                    <a:pt x="44" y="106"/>
                    <a:pt x="57" y="106"/>
                  </a:cubicBezTo>
                  <a:cubicBezTo>
                    <a:pt x="71" y="106"/>
                    <a:pt x="83" y="100"/>
                    <a:pt x="92" y="92"/>
                  </a:cubicBezTo>
                  <a:cubicBezTo>
                    <a:pt x="101" y="83"/>
                    <a:pt x="106" y="70"/>
                    <a:pt x="106" y="57"/>
                  </a:cubicBezTo>
                  <a:cubicBezTo>
                    <a:pt x="106" y="46"/>
                    <a:pt x="102" y="35"/>
                    <a:pt x="96" y="27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9" y="30"/>
                    <a:pt x="114" y="43"/>
                    <a:pt x="114" y="57"/>
                  </a:cubicBezTo>
                  <a:cubicBezTo>
                    <a:pt x="114" y="73"/>
                    <a:pt x="108" y="87"/>
                    <a:pt x="97" y="97"/>
                  </a:cubicBezTo>
                  <a:cubicBezTo>
                    <a:pt x="87" y="108"/>
                    <a:pt x="73" y="114"/>
                    <a:pt x="57" y="114"/>
                  </a:cubicBezTo>
                  <a:cubicBezTo>
                    <a:pt x="41" y="114"/>
                    <a:pt x="27" y="108"/>
                    <a:pt x="17" y="97"/>
                  </a:cubicBezTo>
                  <a:cubicBezTo>
                    <a:pt x="6" y="87"/>
                    <a:pt x="0" y="73"/>
                    <a:pt x="0" y="57"/>
                  </a:cubicBezTo>
                  <a:cubicBezTo>
                    <a:pt x="0" y="41"/>
                    <a:pt x="6" y="27"/>
                    <a:pt x="17" y="17"/>
                  </a:cubicBezTo>
                  <a:cubicBezTo>
                    <a:pt x="27" y="6"/>
                    <a:pt x="41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41" name="Freeform 702">
              <a:extLst>
                <a:ext uri="{FF2B5EF4-FFF2-40B4-BE49-F238E27FC236}">
                  <a16:creationId xmlns:a16="http://schemas.microsoft.com/office/drawing/2014/main" id="{77E39AE4-0622-42D9-5923-02B4D4C9C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625" y="2978150"/>
              <a:ext cx="138113" cy="139700"/>
            </a:xfrm>
            <a:custGeom>
              <a:avLst/>
              <a:gdLst>
                <a:gd name="T0" fmla="*/ 29 w 58"/>
                <a:gd name="T1" fmla="*/ 0 h 58"/>
                <a:gd name="T2" fmla="*/ 42 w 58"/>
                <a:gd name="T3" fmla="*/ 3 h 58"/>
                <a:gd name="T4" fmla="*/ 36 w 58"/>
                <a:gd name="T5" fmla="*/ 9 h 58"/>
                <a:gd name="T6" fmla="*/ 29 w 58"/>
                <a:gd name="T7" fmla="*/ 8 h 58"/>
                <a:gd name="T8" fmla="*/ 14 w 58"/>
                <a:gd name="T9" fmla="*/ 14 h 58"/>
                <a:gd name="T10" fmla="*/ 8 w 58"/>
                <a:gd name="T11" fmla="*/ 29 h 58"/>
                <a:gd name="T12" fmla="*/ 14 w 58"/>
                <a:gd name="T13" fmla="*/ 44 h 58"/>
                <a:gd name="T14" fmla="*/ 29 w 58"/>
                <a:gd name="T15" fmla="*/ 50 h 58"/>
                <a:gd name="T16" fmla="*/ 44 w 58"/>
                <a:gd name="T17" fmla="*/ 44 h 58"/>
                <a:gd name="T18" fmla="*/ 50 w 58"/>
                <a:gd name="T19" fmla="*/ 29 h 58"/>
                <a:gd name="T20" fmla="*/ 48 w 58"/>
                <a:gd name="T21" fmla="*/ 20 h 58"/>
                <a:gd name="T22" fmla="*/ 54 w 58"/>
                <a:gd name="T23" fmla="*/ 14 h 58"/>
                <a:gd name="T24" fmla="*/ 58 w 58"/>
                <a:gd name="T25" fmla="*/ 29 h 58"/>
                <a:gd name="T26" fmla="*/ 49 w 58"/>
                <a:gd name="T27" fmla="*/ 49 h 58"/>
                <a:gd name="T28" fmla="*/ 29 w 58"/>
                <a:gd name="T29" fmla="*/ 58 h 58"/>
                <a:gd name="T30" fmla="*/ 9 w 58"/>
                <a:gd name="T31" fmla="*/ 49 h 58"/>
                <a:gd name="T32" fmla="*/ 0 w 58"/>
                <a:gd name="T33" fmla="*/ 29 h 58"/>
                <a:gd name="T34" fmla="*/ 9 w 58"/>
                <a:gd name="T35" fmla="*/ 9 h 58"/>
                <a:gd name="T36" fmla="*/ 29 w 58"/>
                <a:gd name="T3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" h="58">
                  <a:moveTo>
                    <a:pt x="29" y="0"/>
                  </a:moveTo>
                  <a:cubicBezTo>
                    <a:pt x="34" y="0"/>
                    <a:pt x="38" y="1"/>
                    <a:pt x="42" y="3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4" y="9"/>
                    <a:pt x="31" y="8"/>
                    <a:pt x="29" y="8"/>
                  </a:cubicBezTo>
                  <a:cubicBezTo>
                    <a:pt x="23" y="8"/>
                    <a:pt x="18" y="11"/>
                    <a:pt x="14" y="14"/>
                  </a:cubicBezTo>
                  <a:cubicBezTo>
                    <a:pt x="11" y="18"/>
                    <a:pt x="8" y="23"/>
                    <a:pt x="8" y="29"/>
                  </a:cubicBezTo>
                  <a:cubicBezTo>
                    <a:pt x="8" y="35"/>
                    <a:pt x="11" y="40"/>
                    <a:pt x="14" y="44"/>
                  </a:cubicBezTo>
                  <a:cubicBezTo>
                    <a:pt x="18" y="47"/>
                    <a:pt x="23" y="50"/>
                    <a:pt x="29" y="50"/>
                  </a:cubicBezTo>
                  <a:cubicBezTo>
                    <a:pt x="35" y="50"/>
                    <a:pt x="40" y="47"/>
                    <a:pt x="44" y="44"/>
                  </a:cubicBezTo>
                  <a:cubicBezTo>
                    <a:pt x="47" y="40"/>
                    <a:pt x="50" y="35"/>
                    <a:pt x="50" y="29"/>
                  </a:cubicBezTo>
                  <a:cubicBezTo>
                    <a:pt x="50" y="26"/>
                    <a:pt x="49" y="23"/>
                    <a:pt x="48" y="20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6" y="18"/>
                    <a:pt x="58" y="23"/>
                    <a:pt x="58" y="29"/>
                  </a:cubicBezTo>
                  <a:cubicBezTo>
                    <a:pt x="58" y="37"/>
                    <a:pt x="55" y="44"/>
                    <a:pt x="49" y="49"/>
                  </a:cubicBezTo>
                  <a:cubicBezTo>
                    <a:pt x="44" y="55"/>
                    <a:pt x="37" y="58"/>
                    <a:pt x="29" y="58"/>
                  </a:cubicBezTo>
                  <a:cubicBezTo>
                    <a:pt x="21" y="58"/>
                    <a:pt x="14" y="55"/>
                    <a:pt x="9" y="49"/>
                  </a:cubicBezTo>
                  <a:cubicBezTo>
                    <a:pt x="4" y="44"/>
                    <a:pt x="0" y="37"/>
                    <a:pt x="0" y="29"/>
                  </a:cubicBezTo>
                  <a:cubicBezTo>
                    <a:pt x="0" y="21"/>
                    <a:pt x="4" y="14"/>
                    <a:pt x="9" y="9"/>
                  </a:cubicBezTo>
                  <a:cubicBezTo>
                    <a:pt x="14" y="3"/>
                    <a:pt x="21" y="0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42" name="Freeform 703">
              <a:extLst>
                <a:ext uri="{FF2B5EF4-FFF2-40B4-BE49-F238E27FC236}">
                  <a16:creationId xmlns:a16="http://schemas.microsoft.com/office/drawing/2014/main" id="{E188A34C-BF89-DCDE-8425-A94B005BDB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17950" y="2786063"/>
              <a:ext cx="247650" cy="271463"/>
            </a:xfrm>
            <a:custGeom>
              <a:avLst/>
              <a:gdLst>
                <a:gd name="T0" fmla="*/ 75 w 104"/>
                <a:gd name="T1" fmla="*/ 31 h 113"/>
                <a:gd name="T2" fmla="*/ 75 w 104"/>
                <a:gd name="T3" fmla="*/ 31 h 113"/>
                <a:gd name="T4" fmla="*/ 75 w 104"/>
                <a:gd name="T5" fmla="*/ 31 h 113"/>
                <a:gd name="T6" fmla="*/ 69 w 104"/>
                <a:gd name="T7" fmla="*/ 26 h 113"/>
                <a:gd name="T8" fmla="*/ 79 w 104"/>
                <a:gd name="T9" fmla="*/ 14 h 113"/>
                <a:gd name="T10" fmla="*/ 81 w 104"/>
                <a:gd name="T11" fmla="*/ 21 h 113"/>
                <a:gd name="T12" fmla="*/ 81 w 104"/>
                <a:gd name="T13" fmla="*/ 21 h 113"/>
                <a:gd name="T14" fmla="*/ 84 w 104"/>
                <a:gd name="T15" fmla="*/ 24 h 113"/>
                <a:gd name="T16" fmla="*/ 92 w 104"/>
                <a:gd name="T17" fmla="*/ 25 h 113"/>
                <a:gd name="T18" fmla="*/ 81 w 104"/>
                <a:gd name="T19" fmla="*/ 37 h 113"/>
                <a:gd name="T20" fmla="*/ 75 w 104"/>
                <a:gd name="T21" fmla="*/ 31 h 113"/>
                <a:gd name="T22" fmla="*/ 75 w 104"/>
                <a:gd name="T23" fmla="*/ 31 h 113"/>
                <a:gd name="T24" fmla="*/ 66 w 104"/>
                <a:gd name="T25" fmla="*/ 34 h 113"/>
                <a:gd name="T26" fmla="*/ 1 w 104"/>
                <a:gd name="T27" fmla="*/ 106 h 113"/>
                <a:gd name="T28" fmla="*/ 1 w 104"/>
                <a:gd name="T29" fmla="*/ 112 h 113"/>
                <a:gd name="T30" fmla="*/ 7 w 104"/>
                <a:gd name="T31" fmla="*/ 112 h 113"/>
                <a:gd name="T32" fmla="*/ 72 w 104"/>
                <a:gd name="T33" fmla="*/ 40 h 113"/>
                <a:gd name="T34" fmla="*/ 78 w 104"/>
                <a:gd name="T35" fmla="*/ 45 h 113"/>
                <a:gd name="T36" fmla="*/ 78 w 104"/>
                <a:gd name="T37" fmla="*/ 45 h 113"/>
                <a:gd name="T38" fmla="*/ 84 w 104"/>
                <a:gd name="T39" fmla="*/ 45 h 113"/>
                <a:gd name="T40" fmla="*/ 84 w 104"/>
                <a:gd name="T41" fmla="*/ 45 h 113"/>
                <a:gd name="T42" fmla="*/ 103 w 104"/>
                <a:gd name="T43" fmla="*/ 24 h 113"/>
                <a:gd name="T44" fmla="*/ 104 w 104"/>
                <a:gd name="T45" fmla="*/ 22 h 113"/>
                <a:gd name="T46" fmla="*/ 101 w 104"/>
                <a:gd name="T47" fmla="*/ 17 h 113"/>
                <a:gd name="T48" fmla="*/ 101 w 104"/>
                <a:gd name="T49" fmla="*/ 17 h 113"/>
                <a:gd name="T50" fmla="*/ 88 w 104"/>
                <a:gd name="T51" fmla="*/ 16 h 113"/>
                <a:gd name="T52" fmla="*/ 86 w 104"/>
                <a:gd name="T53" fmla="*/ 4 h 113"/>
                <a:gd name="T54" fmla="*/ 85 w 104"/>
                <a:gd name="T55" fmla="*/ 2 h 113"/>
                <a:gd name="T56" fmla="*/ 79 w 104"/>
                <a:gd name="T57" fmla="*/ 2 h 113"/>
                <a:gd name="T58" fmla="*/ 79 w 104"/>
                <a:gd name="T59" fmla="*/ 2 h 113"/>
                <a:gd name="T60" fmla="*/ 60 w 104"/>
                <a:gd name="T61" fmla="*/ 23 h 113"/>
                <a:gd name="T62" fmla="*/ 60 w 104"/>
                <a:gd name="T63" fmla="*/ 23 h 113"/>
                <a:gd name="T64" fmla="*/ 60 w 104"/>
                <a:gd name="T65" fmla="*/ 29 h 113"/>
                <a:gd name="T66" fmla="*/ 60 w 104"/>
                <a:gd name="T67" fmla="*/ 29 h 113"/>
                <a:gd name="T68" fmla="*/ 66 w 104"/>
                <a:gd name="T69" fmla="*/ 3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4" h="113"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3"/>
                    <a:pt x="83" y="24"/>
                    <a:pt x="84" y="24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81" y="37"/>
                    <a:pt x="81" y="37"/>
                    <a:pt x="81" y="37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1"/>
                    <a:pt x="75" y="31"/>
                    <a:pt x="75" y="31"/>
                  </a:cubicBezTo>
                  <a:close/>
                  <a:moveTo>
                    <a:pt x="66" y="34"/>
                  </a:moveTo>
                  <a:cubicBezTo>
                    <a:pt x="1" y="106"/>
                    <a:pt x="1" y="106"/>
                    <a:pt x="1" y="106"/>
                  </a:cubicBezTo>
                  <a:cubicBezTo>
                    <a:pt x="0" y="108"/>
                    <a:pt x="0" y="110"/>
                    <a:pt x="1" y="112"/>
                  </a:cubicBezTo>
                  <a:cubicBezTo>
                    <a:pt x="3" y="113"/>
                    <a:pt x="6" y="113"/>
                    <a:pt x="7" y="112"/>
                  </a:cubicBezTo>
                  <a:cubicBezTo>
                    <a:pt x="72" y="40"/>
                    <a:pt x="72" y="40"/>
                    <a:pt x="72" y="40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80" y="47"/>
                    <a:pt x="83" y="47"/>
                    <a:pt x="84" y="45"/>
                  </a:cubicBezTo>
                  <a:cubicBezTo>
                    <a:pt x="84" y="45"/>
                    <a:pt x="84" y="45"/>
                    <a:pt x="84" y="45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3"/>
                    <a:pt x="104" y="22"/>
                  </a:cubicBezTo>
                  <a:cubicBezTo>
                    <a:pt x="104" y="19"/>
                    <a:pt x="103" y="17"/>
                    <a:pt x="101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6" y="4"/>
                    <a:pt x="86" y="4"/>
                    <a:pt x="86" y="4"/>
                  </a:cubicBezTo>
                  <a:cubicBezTo>
                    <a:pt x="86" y="4"/>
                    <a:pt x="86" y="3"/>
                    <a:pt x="85" y="2"/>
                  </a:cubicBezTo>
                  <a:cubicBezTo>
                    <a:pt x="83" y="0"/>
                    <a:pt x="81" y="0"/>
                    <a:pt x="79" y="2"/>
                  </a:cubicBezTo>
                  <a:cubicBezTo>
                    <a:pt x="79" y="2"/>
                    <a:pt x="79" y="2"/>
                    <a:pt x="79" y="2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58" y="25"/>
                    <a:pt x="59" y="27"/>
                    <a:pt x="60" y="29"/>
                  </a:cubicBezTo>
                  <a:cubicBezTo>
                    <a:pt x="60" y="29"/>
                    <a:pt x="60" y="29"/>
                    <a:pt x="60" y="29"/>
                  </a:cubicBezTo>
                  <a:lnTo>
                    <a:pt x="66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6F31525A-0690-66C7-BDE9-7F88065723BA}"/>
              </a:ext>
            </a:extLst>
          </p:cNvPr>
          <p:cNvGrpSpPr/>
          <p:nvPr/>
        </p:nvGrpSpPr>
        <p:grpSpPr>
          <a:xfrm>
            <a:off x="8555495" y="3555540"/>
            <a:ext cx="212861" cy="245125"/>
            <a:chOff x="5164138" y="4492626"/>
            <a:chExt cx="303212" cy="368300"/>
          </a:xfrm>
          <a:solidFill>
            <a:sysClr val="window" lastClr="FFFFFF"/>
          </a:solidFill>
        </p:grpSpPr>
        <p:sp>
          <p:nvSpPr>
            <p:cNvPr id="244" name="Freeform 757">
              <a:extLst>
                <a:ext uri="{FF2B5EF4-FFF2-40B4-BE49-F238E27FC236}">
                  <a16:creationId xmlns:a16="http://schemas.microsoft.com/office/drawing/2014/main" id="{E9FC87D0-F66E-C676-804E-6F0369119A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0975" y="4492626"/>
              <a:ext cx="206375" cy="368300"/>
            </a:xfrm>
            <a:custGeom>
              <a:avLst/>
              <a:gdLst>
                <a:gd name="T0" fmla="*/ 0 w 78"/>
                <a:gd name="T1" fmla="*/ 94 h 139"/>
                <a:gd name="T2" fmla="*/ 16 w 78"/>
                <a:gd name="T3" fmla="*/ 69 h 139"/>
                <a:gd name="T4" fmla="*/ 0 w 78"/>
                <a:gd name="T5" fmla="*/ 44 h 139"/>
                <a:gd name="T6" fmla="*/ 8 w 78"/>
                <a:gd name="T7" fmla="*/ 36 h 139"/>
                <a:gd name="T8" fmla="*/ 27 w 78"/>
                <a:gd name="T9" fmla="*/ 69 h 139"/>
                <a:gd name="T10" fmla="*/ 8 w 78"/>
                <a:gd name="T11" fmla="*/ 101 h 139"/>
                <a:gd name="T12" fmla="*/ 0 w 78"/>
                <a:gd name="T13" fmla="*/ 94 h 139"/>
                <a:gd name="T14" fmla="*/ 0 w 78"/>
                <a:gd name="T15" fmla="*/ 94 h 139"/>
                <a:gd name="T16" fmla="*/ 19 w 78"/>
                <a:gd name="T17" fmla="*/ 111 h 139"/>
                <a:gd name="T18" fmla="*/ 44 w 78"/>
                <a:gd name="T19" fmla="*/ 69 h 139"/>
                <a:gd name="T20" fmla="*/ 19 w 78"/>
                <a:gd name="T21" fmla="*/ 27 h 139"/>
                <a:gd name="T22" fmla="*/ 27 w 78"/>
                <a:gd name="T23" fmla="*/ 19 h 139"/>
                <a:gd name="T24" fmla="*/ 55 w 78"/>
                <a:gd name="T25" fmla="*/ 69 h 139"/>
                <a:gd name="T26" fmla="*/ 27 w 78"/>
                <a:gd name="T27" fmla="*/ 120 h 139"/>
                <a:gd name="T28" fmla="*/ 19 w 78"/>
                <a:gd name="T29" fmla="*/ 111 h 139"/>
                <a:gd name="T30" fmla="*/ 19 w 78"/>
                <a:gd name="T31" fmla="*/ 111 h 139"/>
                <a:gd name="T32" fmla="*/ 38 w 78"/>
                <a:gd name="T33" fmla="*/ 131 h 139"/>
                <a:gd name="T34" fmla="*/ 68 w 78"/>
                <a:gd name="T35" fmla="*/ 69 h 139"/>
                <a:gd name="T36" fmla="*/ 38 w 78"/>
                <a:gd name="T37" fmla="*/ 8 h 139"/>
                <a:gd name="T38" fmla="*/ 46 w 78"/>
                <a:gd name="T39" fmla="*/ 0 h 139"/>
                <a:gd name="T40" fmla="*/ 78 w 78"/>
                <a:gd name="T41" fmla="*/ 69 h 139"/>
                <a:gd name="T42" fmla="*/ 46 w 78"/>
                <a:gd name="T43" fmla="*/ 139 h 139"/>
                <a:gd name="T44" fmla="*/ 38 w 78"/>
                <a:gd name="T45" fmla="*/ 131 h 139"/>
                <a:gd name="T46" fmla="*/ 38 w 78"/>
                <a:gd name="T47" fmla="*/ 131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8" h="139">
                  <a:moveTo>
                    <a:pt x="0" y="94"/>
                  </a:moveTo>
                  <a:cubicBezTo>
                    <a:pt x="10" y="89"/>
                    <a:pt x="16" y="80"/>
                    <a:pt x="16" y="69"/>
                  </a:cubicBezTo>
                  <a:cubicBezTo>
                    <a:pt x="16" y="58"/>
                    <a:pt x="10" y="48"/>
                    <a:pt x="0" y="44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9" y="42"/>
                    <a:pt x="27" y="55"/>
                    <a:pt x="27" y="69"/>
                  </a:cubicBezTo>
                  <a:cubicBezTo>
                    <a:pt x="27" y="83"/>
                    <a:pt x="19" y="95"/>
                    <a:pt x="8" y="101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lose/>
                  <a:moveTo>
                    <a:pt x="19" y="111"/>
                  </a:moveTo>
                  <a:cubicBezTo>
                    <a:pt x="33" y="103"/>
                    <a:pt x="44" y="87"/>
                    <a:pt x="44" y="69"/>
                  </a:cubicBezTo>
                  <a:cubicBezTo>
                    <a:pt x="44" y="50"/>
                    <a:pt x="33" y="34"/>
                    <a:pt x="19" y="2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43" y="30"/>
                    <a:pt x="55" y="48"/>
                    <a:pt x="55" y="69"/>
                  </a:cubicBezTo>
                  <a:cubicBezTo>
                    <a:pt x="55" y="91"/>
                    <a:pt x="43" y="109"/>
                    <a:pt x="27" y="120"/>
                  </a:cubicBezTo>
                  <a:cubicBezTo>
                    <a:pt x="19" y="111"/>
                    <a:pt x="19" y="111"/>
                    <a:pt x="19" y="111"/>
                  </a:cubicBezTo>
                  <a:cubicBezTo>
                    <a:pt x="19" y="111"/>
                    <a:pt x="19" y="111"/>
                    <a:pt x="19" y="111"/>
                  </a:cubicBezTo>
                  <a:close/>
                  <a:moveTo>
                    <a:pt x="38" y="131"/>
                  </a:moveTo>
                  <a:cubicBezTo>
                    <a:pt x="57" y="117"/>
                    <a:pt x="68" y="94"/>
                    <a:pt x="68" y="69"/>
                  </a:cubicBezTo>
                  <a:cubicBezTo>
                    <a:pt x="68" y="44"/>
                    <a:pt x="57" y="22"/>
                    <a:pt x="38" y="8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66" y="16"/>
                    <a:pt x="78" y="41"/>
                    <a:pt x="78" y="69"/>
                  </a:cubicBezTo>
                  <a:cubicBezTo>
                    <a:pt x="78" y="97"/>
                    <a:pt x="66" y="122"/>
                    <a:pt x="46" y="139"/>
                  </a:cubicBezTo>
                  <a:cubicBezTo>
                    <a:pt x="38" y="131"/>
                    <a:pt x="38" y="131"/>
                    <a:pt x="38" y="131"/>
                  </a:cubicBezTo>
                  <a:cubicBezTo>
                    <a:pt x="38" y="131"/>
                    <a:pt x="38" y="131"/>
                    <a:pt x="38" y="1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45" name="Freeform 758">
              <a:extLst>
                <a:ext uri="{FF2B5EF4-FFF2-40B4-BE49-F238E27FC236}">
                  <a16:creationId xmlns:a16="http://schemas.microsoft.com/office/drawing/2014/main" id="{C00C8E3C-4C5D-0CA8-0DA9-7FAC8BDED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38" y="4627563"/>
              <a:ext cx="12700" cy="106363"/>
            </a:xfrm>
            <a:custGeom>
              <a:avLst/>
              <a:gdLst>
                <a:gd name="T0" fmla="*/ 0 w 8"/>
                <a:gd name="T1" fmla="*/ 67 h 67"/>
                <a:gd name="T2" fmla="*/ 0 w 8"/>
                <a:gd name="T3" fmla="*/ 0 h 67"/>
                <a:gd name="T4" fmla="*/ 5 w 8"/>
                <a:gd name="T5" fmla="*/ 0 h 67"/>
                <a:gd name="T6" fmla="*/ 8 w 8"/>
                <a:gd name="T7" fmla="*/ 0 h 67"/>
                <a:gd name="T8" fmla="*/ 8 w 8"/>
                <a:gd name="T9" fmla="*/ 67 h 67"/>
                <a:gd name="T10" fmla="*/ 5 w 8"/>
                <a:gd name="T11" fmla="*/ 67 h 67"/>
                <a:gd name="T12" fmla="*/ 0 w 8"/>
                <a:gd name="T13" fmla="*/ 67 h 67"/>
                <a:gd name="T14" fmla="*/ 0 w 8"/>
                <a:gd name="T15" fmla="*/ 67 h 67"/>
                <a:gd name="T16" fmla="*/ 0 w 8"/>
                <a:gd name="T17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67">
                  <a:moveTo>
                    <a:pt x="0" y="67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8" y="0"/>
                  </a:lnTo>
                  <a:lnTo>
                    <a:pt x="8" y="67"/>
                  </a:lnTo>
                  <a:lnTo>
                    <a:pt x="5" y="67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46" name="Freeform 759">
              <a:extLst>
                <a:ext uri="{FF2B5EF4-FFF2-40B4-BE49-F238E27FC236}">
                  <a16:creationId xmlns:a16="http://schemas.microsoft.com/office/drawing/2014/main" id="{6B24056F-8657-671E-D14F-9FEFB9678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38" y="4627563"/>
              <a:ext cx="12700" cy="106363"/>
            </a:xfrm>
            <a:custGeom>
              <a:avLst/>
              <a:gdLst>
                <a:gd name="T0" fmla="*/ 0 w 8"/>
                <a:gd name="T1" fmla="*/ 67 h 67"/>
                <a:gd name="T2" fmla="*/ 0 w 8"/>
                <a:gd name="T3" fmla="*/ 0 h 67"/>
                <a:gd name="T4" fmla="*/ 5 w 8"/>
                <a:gd name="T5" fmla="*/ 0 h 67"/>
                <a:gd name="T6" fmla="*/ 8 w 8"/>
                <a:gd name="T7" fmla="*/ 0 h 67"/>
                <a:gd name="T8" fmla="*/ 8 w 8"/>
                <a:gd name="T9" fmla="*/ 67 h 67"/>
                <a:gd name="T10" fmla="*/ 5 w 8"/>
                <a:gd name="T11" fmla="*/ 67 h 67"/>
                <a:gd name="T12" fmla="*/ 0 w 8"/>
                <a:gd name="T13" fmla="*/ 67 h 67"/>
                <a:gd name="T14" fmla="*/ 0 w 8"/>
                <a:gd name="T15" fmla="*/ 67 h 67"/>
                <a:gd name="T16" fmla="*/ 0 w 8"/>
                <a:gd name="T17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67">
                  <a:moveTo>
                    <a:pt x="0" y="67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8" y="0"/>
                  </a:lnTo>
                  <a:lnTo>
                    <a:pt x="8" y="67"/>
                  </a:lnTo>
                  <a:lnTo>
                    <a:pt x="5" y="67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47" name="Freeform 760">
              <a:extLst>
                <a:ext uri="{FF2B5EF4-FFF2-40B4-BE49-F238E27FC236}">
                  <a16:creationId xmlns:a16="http://schemas.microsoft.com/office/drawing/2014/main" id="{39DA752A-C5E3-B00F-579E-0CD4121AD4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00650" y="4627563"/>
              <a:ext cx="60325" cy="106363"/>
            </a:xfrm>
            <a:custGeom>
              <a:avLst/>
              <a:gdLst>
                <a:gd name="T0" fmla="*/ 0 w 23"/>
                <a:gd name="T1" fmla="*/ 40 h 40"/>
                <a:gd name="T2" fmla="*/ 0 w 23"/>
                <a:gd name="T3" fmla="*/ 0 h 40"/>
                <a:gd name="T4" fmla="*/ 2 w 23"/>
                <a:gd name="T5" fmla="*/ 0 h 40"/>
                <a:gd name="T6" fmla="*/ 9 w 23"/>
                <a:gd name="T7" fmla="*/ 0 h 40"/>
                <a:gd name="T8" fmla="*/ 20 w 23"/>
                <a:gd name="T9" fmla="*/ 4 h 40"/>
                <a:gd name="T10" fmla="*/ 23 w 23"/>
                <a:gd name="T11" fmla="*/ 11 h 40"/>
                <a:gd name="T12" fmla="*/ 20 w 23"/>
                <a:gd name="T13" fmla="*/ 19 h 40"/>
                <a:gd name="T14" fmla="*/ 9 w 23"/>
                <a:gd name="T15" fmla="*/ 22 h 40"/>
                <a:gd name="T16" fmla="*/ 5 w 23"/>
                <a:gd name="T17" fmla="*/ 22 h 40"/>
                <a:gd name="T18" fmla="*/ 5 w 23"/>
                <a:gd name="T19" fmla="*/ 40 h 40"/>
                <a:gd name="T20" fmla="*/ 2 w 23"/>
                <a:gd name="T21" fmla="*/ 40 h 40"/>
                <a:gd name="T22" fmla="*/ 0 w 23"/>
                <a:gd name="T23" fmla="*/ 40 h 40"/>
                <a:gd name="T24" fmla="*/ 0 w 23"/>
                <a:gd name="T25" fmla="*/ 40 h 40"/>
                <a:gd name="T26" fmla="*/ 5 w 23"/>
                <a:gd name="T27" fmla="*/ 18 h 40"/>
                <a:gd name="T28" fmla="*/ 11 w 23"/>
                <a:gd name="T29" fmla="*/ 18 h 40"/>
                <a:gd name="T30" fmla="*/ 16 w 23"/>
                <a:gd name="T31" fmla="*/ 16 h 40"/>
                <a:gd name="T32" fmla="*/ 17 w 23"/>
                <a:gd name="T33" fmla="*/ 11 h 40"/>
                <a:gd name="T34" fmla="*/ 16 w 23"/>
                <a:gd name="T35" fmla="*/ 7 h 40"/>
                <a:gd name="T36" fmla="*/ 11 w 23"/>
                <a:gd name="T37" fmla="*/ 7 h 40"/>
                <a:gd name="T38" fmla="*/ 5 w 23"/>
                <a:gd name="T39" fmla="*/ 7 h 40"/>
                <a:gd name="T40" fmla="*/ 5 w 23"/>
                <a:gd name="T41" fmla="*/ 18 h 40"/>
                <a:gd name="T42" fmla="*/ 5 w 23"/>
                <a:gd name="T43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40">
                  <a:moveTo>
                    <a:pt x="0" y="4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4" y="0"/>
                    <a:pt x="19" y="2"/>
                    <a:pt x="20" y="4"/>
                  </a:cubicBezTo>
                  <a:cubicBezTo>
                    <a:pt x="22" y="5"/>
                    <a:pt x="23" y="8"/>
                    <a:pt x="23" y="11"/>
                  </a:cubicBezTo>
                  <a:cubicBezTo>
                    <a:pt x="23" y="16"/>
                    <a:pt x="22" y="18"/>
                    <a:pt x="20" y="19"/>
                  </a:cubicBezTo>
                  <a:cubicBezTo>
                    <a:pt x="17" y="22"/>
                    <a:pt x="14" y="22"/>
                    <a:pt x="9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lose/>
                  <a:moveTo>
                    <a:pt x="5" y="18"/>
                  </a:moveTo>
                  <a:cubicBezTo>
                    <a:pt x="11" y="18"/>
                    <a:pt x="11" y="18"/>
                    <a:pt x="11" y="18"/>
                  </a:cubicBezTo>
                  <a:cubicBezTo>
                    <a:pt x="13" y="18"/>
                    <a:pt x="16" y="18"/>
                    <a:pt x="16" y="16"/>
                  </a:cubicBezTo>
                  <a:cubicBezTo>
                    <a:pt x="17" y="15"/>
                    <a:pt x="17" y="15"/>
                    <a:pt x="17" y="11"/>
                  </a:cubicBezTo>
                  <a:cubicBezTo>
                    <a:pt x="17" y="10"/>
                    <a:pt x="17" y="8"/>
                    <a:pt x="16" y="7"/>
                  </a:cubicBezTo>
                  <a:cubicBezTo>
                    <a:pt x="16" y="7"/>
                    <a:pt x="13" y="7"/>
                    <a:pt x="11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48" name="Freeform 761">
              <a:extLst>
                <a:ext uri="{FF2B5EF4-FFF2-40B4-BE49-F238E27FC236}">
                  <a16:creationId xmlns:a16="http://schemas.microsoft.com/office/drawing/2014/main" id="{ED57B7AE-4C82-EDC4-0203-251B3416FD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00650" y="4627563"/>
              <a:ext cx="60325" cy="106363"/>
            </a:xfrm>
            <a:custGeom>
              <a:avLst/>
              <a:gdLst>
                <a:gd name="T0" fmla="*/ 0 w 23"/>
                <a:gd name="T1" fmla="*/ 40 h 40"/>
                <a:gd name="T2" fmla="*/ 0 w 23"/>
                <a:gd name="T3" fmla="*/ 0 h 40"/>
                <a:gd name="T4" fmla="*/ 2 w 23"/>
                <a:gd name="T5" fmla="*/ 0 h 40"/>
                <a:gd name="T6" fmla="*/ 9 w 23"/>
                <a:gd name="T7" fmla="*/ 0 h 40"/>
                <a:gd name="T8" fmla="*/ 20 w 23"/>
                <a:gd name="T9" fmla="*/ 4 h 40"/>
                <a:gd name="T10" fmla="*/ 23 w 23"/>
                <a:gd name="T11" fmla="*/ 11 h 40"/>
                <a:gd name="T12" fmla="*/ 20 w 23"/>
                <a:gd name="T13" fmla="*/ 19 h 40"/>
                <a:gd name="T14" fmla="*/ 9 w 23"/>
                <a:gd name="T15" fmla="*/ 22 h 40"/>
                <a:gd name="T16" fmla="*/ 5 w 23"/>
                <a:gd name="T17" fmla="*/ 22 h 40"/>
                <a:gd name="T18" fmla="*/ 5 w 23"/>
                <a:gd name="T19" fmla="*/ 40 h 40"/>
                <a:gd name="T20" fmla="*/ 2 w 23"/>
                <a:gd name="T21" fmla="*/ 40 h 40"/>
                <a:gd name="T22" fmla="*/ 0 w 23"/>
                <a:gd name="T23" fmla="*/ 40 h 40"/>
                <a:gd name="T24" fmla="*/ 0 w 23"/>
                <a:gd name="T25" fmla="*/ 40 h 40"/>
                <a:gd name="T26" fmla="*/ 5 w 23"/>
                <a:gd name="T27" fmla="*/ 18 h 40"/>
                <a:gd name="T28" fmla="*/ 11 w 23"/>
                <a:gd name="T29" fmla="*/ 18 h 40"/>
                <a:gd name="T30" fmla="*/ 16 w 23"/>
                <a:gd name="T31" fmla="*/ 16 h 40"/>
                <a:gd name="T32" fmla="*/ 17 w 23"/>
                <a:gd name="T33" fmla="*/ 11 h 40"/>
                <a:gd name="T34" fmla="*/ 16 w 23"/>
                <a:gd name="T35" fmla="*/ 7 h 40"/>
                <a:gd name="T36" fmla="*/ 11 w 23"/>
                <a:gd name="T37" fmla="*/ 7 h 40"/>
                <a:gd name="T38" fmla="*/ 5 w 23"/>
                <a:gd name="T39" fmla="*/ 7 h 40"/>
                <a:gd name="T40" fmla="*/ 5 w 23"/>
                <a:gd name="T41" fmla="*/ 18 h 40"/>
                <a:gd name="T42" fmla="*/ 5 w 23"/>
                <a:gd name="T43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40">
                  <a:moveTo>
                    <a:pt x="0" y="4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4" y="0"/>
                    <a:pt x="19" y="2"/>
                    <a:pt x="20" y="4"/>
                  </a:cubicBezTo>
                  <a:cubicBezTo>
                    <a:pt x="22" y="5"/>
                    <a:pt x="23" y="8"/>
                    <a:pt x="23" y="11"/>
                  </a:cubicBezTo>
                  <a:cubicBezTo>
                    <a:pt x="23" y="16"/>
                    <a:pt x="22" y="18"/>
                    <a:pt x="20" y="19"/>
                  </a:cubicBezTo>
                  <a:cubicBezTo>
                    <a:pt x="17" y="22"/>
                    <a:pt x="14" y="22"/>
                    <a:pt x="9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lose/>
                  <a:moveTo>
                    <a:pt x="5" y="18"/>
                  </a:moveTo>
                  <a:cubicBezTo>
                    <a:pt x="11" y="18"/>
                    <a:pt x="11" y="18"/>
                    <a:pt x="11" y="18"/>
                  </a:cubicBezTo>
                  <a:cubicBezTo>
                    <a:pt x="13" y="18"/>
                    <a:pt x="16" y="18"/>
                    <a:pt x="16" y="16"/>
                  </a:cubicBezTo>
                  <a:cubicBezTo>
                    <a:pt x="17" y="15"/>
                    <a:pt x="17" y="15"/>
                    <a:pt x="17" y="11"/>
                  </a:cubicBezTo>
                  <a:cubicBezTo>
                    <a:pt x="17" y="10"/>
                    <a:pt x="17" y="8"/>
                    <a:pt x="16" y="7"/>
                  </a:cubicBezTo>
                  <a:cubicBezTo>
                    <a:pt x="16" y="7"/>
                    <a:pt x="13" y="7"/>
                    <a:pt x="11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249" name="Freeform 11">
            <a:extLst>
              <a:ext uri="{FF2B5EF4-FFF2-40B4-BE49-F238E27FC236}">
                <a16:creationId xmlns:a16="http://schemas.microsoft.com/office/drawing/2014/main" id="{17428410-DBE0-C02B-5DFD-AC6944F7923C}"/>
              </a:ext>
            </a:extLst>
          </p:cNvPr>
          <p:cNvSpPr>
            <a:spLocks noEditPoints="1"/>
          </p:cNvSpPr>
          <p:nvPr/>
        </p:nvSpPr>
        <p:spPr bwMode="auto">
          <a:xfrm>
            <a:off x="9179669" y="3534152"/>
            <a:ext cx="174536" cy="267975"/>
          </a:xfrm>
          <a:custGeom>
            <a:avLst/>
            <a:gdLst>
              <a:gd name="T0" fmla="*/ 67 w 154"/>
              <a:gd name="T1" fmla="*/ 227 h 249"/>
              <a:gd name="T2" fmla="*/ 88 w 154"/>
              <a:gd name="T3" fmla="*/ 227 h 249"/>
              <a:gd name="T4" fmla="*/ 88 w 154"/>
              <a:gd name="T5" fmla="*/ 231 h 249"/>
              <a:gd name="T6" fmla="*/ 67 w 154"/>
              <a:gd name="T7" fmla="*/ 231 h 249"/>
              <a:gd name="T8" fmla="*/ 67 w 154"/>
              <a:gd name="T9" fmla="*/ 227 h 249"/>
              <a:gd name="T10" fmla="*/ 93 w 154"/>
              <a:gd name="T11" fmla="*/ 17 h 249"/>
              <a:gd name="T12" fmla="*/ 62 w 154"/>
              <a:gd name="T13" fmla="*/ 17 h 249"/>
              <a:gd name="T14" fmla="*/ 62 w 154"/>
              <a:gd name="T15" fmla="*/ 21 h 249"/>
              <a:gd name="T16" fmla="*/ 93 w 154"/>
              <a:gd name="T17" fmla="*/ 21 h 249"/>
              <a:gd name="T18" fmla="*/ 93 w 154"/>
              <a:gd name="T19" fmla="*/ 17 h 249"/>
              <a:gd name="T20" fmla="*/ 33 w 154"/>
              <a:gd name="T21" fmla="*/ 95 h 249"/>
              <a:gd name="T22" fmla="*/ 36 w 154"/>
              <a:gd name="T23" fmla="*/ 98 h 249"/>
              <a:gd name="T24" fmla="*/ 81 w 154"/>
              <a:gd name="T25" fmla="*/ 54 h 249"/>
              <a:gd name="T26" fmla="*/ 78 w 154"/>
              <a:gd name="T27" fmla="*/ 51 h 249"/>
              <a:gd name="T28" fmla="*/ 33 w 154"/>
              <a:gd name="T29" fmla="*/ 95 h 249"/>
              <a:gd name="T30" fmla="*/ 61 w 154"/>
              <a:gd name="T31" fmla="*/ 52 h 249"/>
              <a:gd name="T32" fmla="*/ 58 w 154"/>
              <a:gd name="T33" fmla="*/ 49 h 249"/>
              <a:gd name="T34" fmla="*/ 38 w 154"/>
              <a:gd name="T35" fmla="*/ 68 h 249"/>
              <a:gd name="T36" fmla="*/ 41 w 154"/>
              <a:gd name="T37" fmla="*/ 72 h 249"/>
              <a:gd name="T38" fmla="*/ 61 w 154"/>
              <a:gd name="T39" fmla="*/ 52 h 249"/>
              <a:gd name="T40" fmla="*/ 19 w 154"/>
              <a:gd name="T41" fmla="*/ 31 h 249"/>
              <a:gd name="T42" fmla="*/ 136 w 154"/>
              <a:gd name="T43" fmla="*/ 31 h 249"/>
              <a:gd name="T44" fmla="*/ 136 w 154"/>
              <a:gd name="T45" fmla="*/ 216 h 249"/>
              <a:gd name="T46" fmla="*/ 19 w 154"/>
              <a:gd name="T47" fmla="*/ 216 h 249"/>
              <a:gd name="T48" fmla="*/ 19 w 154"/>
              <a:gd name="T49" fmla="*/ 31 h 249"/>
              <a:gd name="T50" fmla="*/ 23 w 154"/>
              <a:gd name="T51" fmla="*/ 212 h 249"/>
              <a:gd name="T52" fmla="*/ 131 w 154"/>
              <a:gd name="T53" fmla="*/ 212 h 249"/>
              <a:gd name="T54" fmla="*/ 131 w 154"/>
              <a:gd name="T55" fmla="*/ 35 h 249"/>
              <a:gd name="T56" fmla="*/ 23 w 154"/>
              <a:gd name="T57" fmla="*/ 35 h 249"/>
              <a:gd name="T58" fmla="*/ 23 w 154"/>
              <a:gd name="T59" fmla="*/ 212 h 249"/>
              <a:gd name="T60" fmla="*/ 154 w 154"/>
              <a:gd name="T61" fmla="*/ 15 h 249"/>
              <a:gd name="T62" fmla="*/ 154 w 154"/>
              <a:gd name="T63" fmla="*/ 234 h 249"/>
              <a:gd name="T64" fmla="*/ 138 w 154"/>
              <a:gd name="T65" fmla="*/ 249 h 249"/>
              <a:gd name="T66" fmla="*/ 16 w 154"/>
              <a:gd name="T67" fmla="*/ 249 h 249"/>
              <a:gd name="T68" fmla="*/ 0 w 154"/>
              <a:gd name="T69" fmla="*/ 234 h 249"/>
              <a:gd name="T70" fmla="*/ 0 w 154"/>
              <a:gd name="T71" fmla="*/ 15 h 249"/>
              <a:gd name="T72" fmla="*/ 16 w 154"/>
              <a:gd name="T73" fmla="*/ 0 h 249"/>
              <a:gd name="T74" fmla="*/ 138 w 154"/>
              <a:gd name="T75" fmla="*/ 0 h 249"/>
              <a:gd name="T76" fmla="*/ 154 w 154"/>
              <a:gd name="T77" fmla="*/ 15 h 249"/>
              <a:gd name="T78" fmla="*/ 146 w 154"/>
              <a:gd name="T79" fmla="*/ 15 h 249"/>
              <a:gd name="T80" fmla="*/ 138 w 154"/>
              <a:gd name="T81" fmla="*/ 7 h 249"/>
              <a:gd name="T82" fmla="*/ 16 w 154"/>
              <a:gd name="T83" fmla="*/ 7 h 249"/>
              <a:gd name="T84" fmla="*/ 8 w 154"/>
              <a:gd name="T85" fmla="*/ 15 h 249"/>
              <a:gd name="T86" fmla="*/ 8 w 154"/>
              <a:gd name="T87" fmla="*/ 234 h 249"/>
              <a:gd name="T88" fmla="*/ 16 w 154"/>
              <a:gd name="T89" fmla="*/ 242 h 249"/>
              <a:gd name="T90" fmla="*/ 138 w 154"/>
              <a:gd name="T91" fmla="*/ 242 h 249"/>
              <a:gd name="T92" fmla="*/ 146 w 154"/>
              <a:gd name="T93" fmla="*/ 234 h 249"/>
              <a:gd name="T94" fmla="*/ 146 w 154"/>
              <a:gd name="T95" fmla="*/ 15 h 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54" h="249">
                <a:moveTo>
                  <a:pt x="67" y="227"/>
                </a:moveTo>
                <a:cubicBezTo>
                  <a:pt x="88" y="227"/>
                  <a:pt x="88" y="227"/>
                  <a:pt x="88" y="227"/>
                </a:cubicBezTo>
                <a:cubicBezTo>
                  <a:pt x="88" y="231"/>
                  <a:pt x="88" y="231"/>
                  <a:pt x="88" y="231"/>
                </a:cubicBezTo>
                <a:cubicBezTo>
                  <a:pt x="67" y="231"/>
                  <a:pt x="67" y="231"/>
                  <a:pt x="67" y="231"/>
                </a:cubicBezTo>
                <a:lnTo>
                  <a:pt x="67" y="227"/>
                </a:lnTo>
                <a:close/>
                <a:moveTo>
                  <a:pt x="93" y="17"/>
                </a:moveTo>
                <a:cubicBezTo>
                  <a:pt x="62" y="17"/>
                  <a:pt x="62" y="17"/>
                  <a:pt x="62" y="17"/>
                </a:cubicBezTo>
                <a:cubicBezTo>
                  <a:pt x="62" y="21"/>
                  <a:pt x="62" y="21"/>
                  <a:pt x="62" y="21"/>
                </a:cubicBezTo>
                <a:cubicBezTo>
                  <a:pt x="93" y="21"/>
                  <a:pt x="93" y="21"/>
                  <a:pt x="93" y="21"/>
                </a:cubicBezTo>
                <a:lnTo>
                  <a:pt x="93" y="17"/>
                </a:lnTo>
                <a:close/>
                <a:moveTo>
                  <a:pt x="33" y="95"/>
                </a:moveTo>
                <a:cubicBezTo>
                  <a:pt x="36" y="98"/>
                  <a:pt x="36" y="98"/>
                  <a:pt x="36" y="98"/>
                </a:cubicBezTo>
                <a:cubicBezTo>
                  <a:pt x="81" y="54"/>
                  <a:pt x="81" y="54"/>
                  <a:pt x="81" y="54"/>
                </a:cubicBezTo>
                <a:cubicBezTo>
                  <a:pt x="78" y="51"/>
                  <a:pt x="78" y="51"/>
                  <a:pt x="78" y="51"/>
                </a:cubicBezTo>
                <a:lnTo>
                  <a:pt x="33" y="95"/>
                </a:lnTo>
                <a:close/>
                <a:moveTo>
                  <a:pt x="61" y="52"/>
                </a:moveTo>
                <a:cubicBezTo>
                  <a:pt x="58" y="49"/>
                  <a:pt x="58" y="49"/>
                  <a:pt x="58" y="49"/>
                </a:cubicBezTo>
                <a:cubicBezTo>
                  <a:pt x="38" y="68"/>
                  <a:pt x="38" y="68"/>
                  <a:pt x="38" y="68"/>
                </a:cubicBezTo>
                <a:cubicBezTo>
                  <a:pt x="41" y="72"/>
                  <a:pt x="41" y="72"/>
                  <a:pt x="41" y="72"/>
                </a:cubicBezTo>
                <a:lnTo>
                  <a:pt x="61" y="52"/>
                </a:lnTo>
                <a:close/>
                <a:moveTo>
                  <a:pt x="19" y="31"/>
                </a:moveTo>
                <a:cubicBezTo>
                  <a:pt x="136" y="31"/>
                  <a:pt x="136" y="31"/>
                  <a:pt x="136" y="31"/>
                </a:cubicBezTo>
                <a:cubicBezTo>
                  <a:pt x="136" y="216"/>
                  <a:pt x="136" y="216"/>
                  <a:pt x="136" y="216"/>
                </a:cubicBezTo>
                <a:cubicBezTo>
                  <a:pt x="19" y="216"/>
                  <a:pt x="19" y="216"/>
                  <a:pt x="19" y="216"/>
                </a:cubicBezTo>
                <a:lnTo>
                  <a:pt x="19" y="31"/>
                </a:lnTo>
                <a:close/>
                <a:moveTo>
                  <a:pt x="23" y="212"/>
                </a:moveTo>
                <a:cubicBezTo>
                  <a:pt x="131" y="212"/>
                  <a:pt x="131" y="212"/>
                  <a:pt x="131" y="212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23" y="35"/>
                  <a:pt x="23" y="35"/>
                  <a:pt x="23" y="35"/>
                </a:cubicBezTo>
                <a:lnTo>
                  <a:pt x="23" y="212"/>
                </a:lnTo>
                <a:close/>
                <a:moveTo>
                  <a:pt x="154" y="15"/>
                </a:moveTo>
                <a:cubicBezTo>
                  <a:pt x="154" y="234"/>
                  <a:pt x="154" y="234"/>
                  <a:pt x="154" y="234"/>
                </a:cubicBezTo>
                <a:cubicBezTo>
                  <a:pt x="154" y="242"/>
                  <a:pt x="147" y="249"/>
                  <a:pt x="138" y="249"/>
                </a:cubicBezTo>
                <a:cubicBezTo>
                  <a:pt x="16" y="249"/>
                  <a:pt x="16" y="249"/>
                  <a:pt x="16" y="249"/>
                </a:cubicBezTo>
                <a:cubicBezTo>
                  <a:pt x="7" y="249"/>
                  <a:pt x="0" y="242"/>
                  <a:pt x="0" y="234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7"/>
                  <a:pt x="7" y="0"/>
                  <a:pt x="16" y="0"/>
                </a:cubicBezTo>
                <a:cubicBezTo>
                  <a:pt x="138" y="0"/>
                  <a:pt x="138" y="0"/>
                  <a:pt x="138" y="0"/>
                </a:cubicBezTo>
                <a:cubicBezTo>
                  <a:pt x="147" y="0"/>
                  <a:pt x="154" y="7"/>
                  <a:pt x="154" y="15"/>
                </a:cubicBezTo>
                <a:close/>
                <a:moveTo>
                  <a:pt x="146" y="15"/>
                </a:moveTo>
                <a:cubicBezTo>
                  <a:pt x="146" y="11"/>
                  <a:pt x="143" y="7"/>
                  <a:pt x="138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1" y="7"/>
                  <a:pt x="8" y="11"/>
                  <a:pt x="8" y="15"/>
                </a:cubicBezTo>
                <a:cubicBezTo>
                  <a:pt x="8" y="234"/>
                  <a:pt x="8" y="234"/>
                  <a:pt x="8" y="234"/>
                </a:cubicBezTo>
                <a:cubicBezTo>
                  <a:pt x="8" y="238"/>
                  <a:pt x="11" y="242"/>
                  <a:pt x="16" y="242"/>
                </a:cubicBezTo>
                <a:cubicBezTo>
                  <a:pt x="138" y="242"/>
                  <a:pt x="138" y="242"/>
                  <a:pt x="138" y="242"/>
                </a:cubicBezTo>
                <a:cubicBezTo>
                  <a:pt x="143" y="242"/>
                  <a:pt x="146" y="238"/>
                  <a:pt x="146" y="234"/>
                </a:cubicBezTo>
                <a:lnTo>
                  <a:pt x="146" y="15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6E8B3A14-97C1-3AB6-4C08-A45DEB313864}"/>
              </a:ext>
            </a:extLst>
          </p:cNvPr>
          <p:cNvGrpSpPr/>
          <p:nvPr/>
        </p:nvGrpSpPr>
        <p:grpSpPr>
          <a:xfrm>
            <a:off x="9831947" y="3543767"/>
            <a:ext cx="261053" cy="259914"/>
            <a:chOff x="3722688" y="2786063"/>
            <a:chExt cx="442912" cy="465137"/>
          </a:xfrm>
          <a:solidFill>
            <a:sysClr val="window" lastClr="FFFFFF"/>
          </a:solidFill>
        </p:grpSpPr>
        <p:sp>
          <p:nvSpPr>
            <p:cNvPr id="251" name="Freeform 700">
              <a:extLst>
                <a:ext uri="{FF2B5EF4-FFF2-40B4-BE49-F238E27FC236}">
                  <a16:creationId xmlns:a16="http://schemas.microsoft.com/office/drawing/2014/main" id="{FBB1AD57-9F7F-87BA-9C96-8CBDE3BA2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688" y="2844800"/>
              <a:ext cx="409575" cy="406400"/>
            </a:xfrm>
            <a:custGeom>
              <a:avLst/>
              <a:gdLst>
                <a:gd name="T0" fmla="*/ 85 w 171"/>
                <a:gd name="T1" fmla="*/ 0 h 170"/>
                <a:gd name="T2" fmla="*/ 136 w 171"/>
                <a:gd name="T3" fmla="*/ 17 h 170"/>
                <a:gd name="T4" fmla="*/ 131 w 171"/>
                <a:gd name="T5" fmla="*/ 23 h 170"/>
                <a:gd name="T6" fmla="*/ 85 w 171"/>
                <a:gd name="T7" fmla="*/ 8 h 170"/>
                <a:gd name="T8" fmla="*/ 30 w 171"/>
                <a:gd name="T9" fmla="*/ 30 h 170"/>
                <a:gd name="T10" fmla="*/ 8 w 171"/>
                <a:gd name="T11" fmla="*/ 85 h 170"/>
                <a:gd name="T12" fmla="*/ 30 w 171"/>
                <a:gd name="T13" fmla="*/ 140 h 170"/>
                <a:gd name="T14" fmla="*/ 85 w 171"/>
                <a:gd name="T15" fmla="*/ 162 h 170"/>
                <a:gd name="T16" fmla="*/ 140 w 171"/>
                <a:gd name="T17" fmla="*/ 140 h 170"/>
                <a:gd name="T18" fmla="*/ 162 w 171"/>
                <a:gd name="T19" fmla="*/ 85 h 170"/>
                <a:gd name="T20" fmla="*/ 143 w 171"/>
                <a:gd name="T21" fmla="*/ 34 h 170"/>
                <a:gd name="T22" fmla="*/ 148 w 171"/>
                <a:gd name="T23" fmla="*/ 27 h 170"/>
                <a:gd name="T24" fmla="*/ 171 w 171"/>
                <a:gd name="T25" fmla="*/ 85 h 170"/>
                <a:gd name="T26" fmla="*/ 146 w 171"/>
                <a:gd name="T27" fmla="*/ 145 h 170"/>
                <a:gd name="T28" fmla="*/ 85 w 171"/>
                <a:gd name="T29" fmla="*/ 170 h 170"/>
                <a:gd name="T30" fmla="*/ 25 w 171"/>
                <a:gd name="T31" fmla="*/ 145 h 170"/>
                <a:gd name="T32" fmla="*/ 0 w 171"/>
                <a:gd name="T33" fmla="*/ 85 h 170"/>
                <a:gd name="T34" fmla="*/ 25 w 171"/>
                <a:gd name="T35" fmla="*/ 25 h 170"/>
                <a:gd name="T36" fmla="*/ 85 w 171"/>
                <a:gd name="T3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170">
                  <a:moveTo>
                    <a:pt x="85" y="0"/>
                  </a:moveTo>
                  <a:cubicBezTo>
                    <a:pt x="104" y="0"/>
                    <a:pt x="122" y="6"/>
                    <a:pt x="136" y="17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18" y="13"/>
                    <a:pt x="102" y="8"/>
                    <a:pt x="85" y="8"/>
                  </a:cubicBezTo>
                  <a:cubicBezTo>
                    <a:pt x="64" y="8"/>
                    <a:pt x="44" y="16"/>
                    <a:pt x="30" y="30"/>
                  </a:cubicBezTo>
                  <a:cubicBezTo>
                    <a:pt x="16" y="44"/>
                    <a:pt x="8" y="64"/>
                    <a:pt x="8" y="85"/>
                  </a:cubicBezTo>
                  <a:cubicBezTo>
                    <a:pt x="8" y="106"/>
                    <a:pt x="16" y="126"/>
                    <a:pt x="30" y="140"/>
                  </a:cubicBezTo>
                  <a:cubicBezTo>
                    <a:pt x="44" y="154"/>
                    <a:pt x="64" y="162"/>
                    <a:pt x="85" y="162"/>
                  </a:cubicBezTo>
                  <a:cubicBezTo>
                    <a:pt x="106" y="162"/>
                    <a:pt x="126" y="154"/>
                    <a:pt x="140" y="140"/>
                  </a:cubicBezTo>
                  <a:cubicBezTo>
                    <a:pt x="154" y="126"/>
                    <a:pt x="162" y="106"/>
                    <a:pt x="162" y="85"/>
                  </a:cubicBezTo>
                  <a:cubicBezTo>
                    <a:pt x="162" y="65"/>
                    <a:pt x="155" y="47"/>
                    <a:pt x="143" y="34"/>
                  </a:cubicBezTo>
                  <a:cubicBezTo>
                    <a:pt x="148" y="27"/>
                    <a:pt x="148" y="27"/>
                    <a:pt x="148" y="27"/>
                  </a:cubicBezTo>
                  <a:cubicBezTo>
                    <a:pt x="162" y="43"/>
                    <a:pt x="171" y="63"/>
                    <a:pt x="171" y="85"/>
                  </a:cubicBezTo>
                  <a:cubicBezTo>
                    <a:pt x="171" y="109"/>
                    <a:pt x="161" y="130"/>
                    <a:pt x="146" y="145"/>
                  </a:cubicBezTo>
                  <a:cubicBezTo>
                    <a:pt x="130" y="161"/>
                    <a:pt x="109" y="170"/>
                    <a:pt x="85" y="170"/>
                  </a:cubicBezTo>
                  <a:cubicBezTo>
                    <a:pt x="62" y="170"/>
                    <a:pt x="40" y="161"/>
                    <a:pt x="25" y="145"/>
                  </a:cubicBezTo>
                  <a:cubicBezTo>
                    <a:pt x="9" y="130"/>
                    <a:pt x="0" y="109"/>
                    <a:pt x="0" y="85"/>
                  </a:cubicBezTo>
                  <a:cubicBezTo>
                    <a:pt x="0" y="61"/>
                    <a:pt x="9" y="40"/>
                    <a:pt x="25" y="25"/>
                  </a:cubicBezTo>
                  <a:cubicBezTo>
                    <a:pt x="40" y="9"/>
                    <a:pt x="62" y="0"/>
                    <a:pt x="8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52" name="Freeform 701">
              <a:extLst>
                <a:ext uri="{FF2B5EF4-FFF2-40B4-BE49-F238E27FC236}">
                  <a16:creationId xmlns:a16="http://schemas.microsoft.com/office/drawing/2014/main" id="{6DDC59D8-0E87-A318-B99C-7FC5561E3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0950" y="2911475"/>
              <a:ext cx="271463" cy="273050"/>
            </a:xfrm>
            <a:custGeom>
              <a:avLst/>
              <a:gdLst>
                <a:gd name="T0" fmla="*/ 57 w 114"/>
                <a:gd name="T1" fmla="*/ 0 h 114"/>
                <a:gd name="T2" fmla="*/ 89 w 114"/>
                <a:gd name="T3" fmla="*/ 10 h 114"/>
                <a:gd name="T4" fmla="*/ 84 w 114"/>
                <a:gd name="T5" fmla="*/ 16 h 114"/>
                <a:gd name="T6" fmla="*/ 57 w 114"/>
                <a:gd name="T7" fmla="*/ 8 h 114"/>
                <a:gd name="T8" fmla="*/ 22 w 114"/>
                <a:gd name="T9" fmla="*/ 22 h 114"/>
                <a:gd name="T10" fmla="*/ 8 w 114"/>
                <a:gd name="T11" fmla="*/ 57 h 114"/>
                <a:gd name="T12" fmla="*/ 22 w 114"/>
                <a:gd name="T13" fmla="*/ 92 h 114"/>
                <a:gd name="T14" fmla="*/ 57 w 114"/>
                <a:gd name="T15" fmla="*/ 106 h 114"/>
                <a:gd name="T16" fmla="*/ 92 w 114"/>
                <a:gd name="T17" fmla="*/ 92 h 114"/>
                <a:gd name="T18" fmla="*/ 106 w 114"/>
                <a:gd name="T19" fmla="*/ 57 h 114"/>
                <a:gd name="T20" fmla="*/ 96 w 114"/>
                <a:gd name="T21" fmla="*/ 27 h 114"/>
                <a:gd name="T22" fmla="*/ 101 w 114"/>
                <a:gd name="T23" fmla="*/ 21 h 114"/>
                <a:gd name="T24" fmla="*/ 114 w 114"/>
                <a:gd name="T25" fmla="*/ 57 h 114"/>
                <a:gd name="T26" fmla="*/ 97 w 114"/>
                <a:gd name="T27" fmla="*/ 97 h 114"/>
                <a:gd name="T28" fmla="*/ 57 w 114"/>
                <a:gd name="T29" fmla="*/ 114 h 114"/>
                <a:gd name="T30" fmla="*/ 17 w 114"/>
                <a:gd name="T31" fmla="*/ 97 h 114"/>
                <a:gd name="T32" fmla="*/ 0 w 114"/>
                <a:gd name="T33" fmla="*/ 57 h 114"/>
                <a:gd name="T34" fmla="*/ 17 w 114"/>
                <a:gd name="T35" fmla="*/ 17 h 114"/>
                <a:gd name="T36" fmla="*/ 57 w 114"/>
                <a:gd name="T3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4" h="114">
                  <a:moveTo>
                    <a:pt x="57" y="0"/>
                  </a:moveTo>
                  <a:cubicBezTo>
                    <a:pt x="69" y="0"/>
                    <a:pt x="80" y="3"/>
                    <a:pt x="89" y="10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76" y="11"/>
                    <a:pt x="67" y="8"/>
                    <a:pt x="57" y="8"/>
                  </a:cubicBezTo>
                  <a:cubicBezTo>
                    <a:pt x="44" y="8"/>
                    <a:pt x="31" y="13"/>
                    <a:pt x="22" y="22"/>
                  </a:cubicBezTo>
                  <a:cubicBezTo>
                    <a:pt x="14" y="31"/>
                    <a:pt x="8" y="43"/>
                    <a:pt x="8" y="57"/>
                  </a:cubicBezTo>
                  <a:cubicBezTo>
                    <a:pt x="8" y="70"/>
                    <a:pt x="14" y="83"/>
                    <a:pt x="22" y="92"/>
                  </a:cubicBezTo>
                  <a:cubicBezTo>
                    <a:pt x="31" y="100"/>
                    <a:pt x="44" y="106"/>
                    <a:pt x="57" y="106"/>
                  </a:cubicBezTo>
                  <a:cubicBezTo>
                    <a:pt x="71" y="106"/>
                    <a:pt x="83" y="100"/>
                    <a:pt x="92" y="92"/>
                  </a:cubicBezTo>
                  <a:cubicBezTo>
                    <a:pt x="101" y="83"/>
                    <a:pt x="106" y="70"/>
                    <a:pt x="106" y="57"/>
                  </a:cubicBezTo>
                  <a:cubicBezTo>
                    <a:pt x="106" y="46"/>
                    <a:pt x="102" y="35"/>
                    <a:pt x="96" y="27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9" y="30"/>
                    <a:pt x="114" y="43"/>
                    <a:pt x="114" y="57"/>
                  </a:cubicBezTo>
                  <a:cubicBezTo>
                    <a:pt x="114" y="73"/>
                    <a:pt x="108" y="87"/>
                    <a:pt x="97" y="97"/>
                  </a:cubicBezTo>
                  <a:cubicBezTo>
                    <a:pt x="87" y="108"/>
                    <a:pt x="73" y="114"/>
                    <a:pt x="57" y="114"/>
                  </a:cubicBezTo>
                  <a:cubicBezTo>
                    <a:pt x="41" y="114"/>
                    <a:pt x="27" y="108"/>
                    <a:pt x="17" y="97"/>
                  </a:cubicBezTo>
                  <a:cubicBezTo>
                    <a:pt x="6" y="87"/>
                    <a:pt x="0" y="73"/>
                    <a:pt x="0" y="57"/>
                  </a:cubicBezTo>
                  <a:cubicBezTo>
                    <a:pt x="0" y="41"/>
                    <a:pt x="6" y="27"/>
                    <a:pt x="17" y="17"/>
                  </a:cubicBezTo>
                  <a:cubicBezTo>
                    <a:pt x="27" y="6"/>
                    <a:pt x="41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53" name="Freeform 702">
              <a:extLst>
                <a:ext uri="{FF2B5EF4-FFF2-40B4-BE49-F238E27FC236}">
                  <a16:creationId xmlns:a16="http://schemas.microsoft.com/office/drawing/2014/main" id="{61B8E4D5-DCD3-0322-5809-0C01D1793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625" y="2978150"/>
              <a:ext cx="138113" cy="139700"/>
            </a:xfrm>
            <a:custGeom>
              <a:avLst/>
              <a:gdLst>
                <a:gd name="T0" fmla="*/ 29 w 58"/>
                <a:gd name="T1" fmla="*/ 0 h 58"/>
                <a:gd name="T2" fmla="*/ 42 w 58"/>
                <a:gd name="T3" fmla="*/ 3 h 58"/>
                <a:gd name="T4" fmla="*/ 36 w 58"/>
                <a:gd name="T5" fmla="*/ 9 h 58"/>
                <a:gd name="T6" fmla="*/ 29 w 58"/>
                <a:gd name="T7" fmla="*/ 8 h 58"/>
                <a:gd name="T8" fmla="*/ 14 w 58"/>
                <a:gd name="T9" fmla="*/ 14 h 58"/>
                <a:gd name="T10" fmla="*/ 8 w 58"/>
                <a:gd name="T11" fmla="*/ 29 h 58"/>
                <a:gd name="T12" fmla="*/ 14 w 58"/>
                <a:gd name="T13" fmla="*/ 44 h 58"/>
                <a:gd name="T14" fmla="*/ 29 w 58"/>
                <a:gd name="T15" fmla="*/ 50 h 58"/>
                <a:gd name="T16" fmla="*/ 44 w 58"/>
                <a:gd name="T17" fmla="*/ 44 h 58"/>
                <a:gd name="T18" fmla="*/ 50 w 58"/>
                <a:gd name="T19" fmla="*/ 29 h 58"/>
                <a:gd name="T20" fmla="*/ 48 w 58"/>
                <a:gd name="T21" fmla="*/ 20 h 58"/>
                <a:gd name="T22" fmla="*/ 54 w 58"/>
                <a:gd name="T23" fmla="*/ 14 h 58"/>
                <a:gd name="T24" fmla="*/ 58 w 58"/>
                <a:gd name="T25" fmla="*/ 29 h 58"/>
                <a:gd name="T26" fmla="*/ 49 w 58"/>
                <a:gd name="T27" fmla="*/ 49 h 58"/>
                <a:gd name="T28" fmla="*/ 29 w 58"/>
                <a:gd name="T29" fmla="*/ 58 h 58"/>
                <a:gd name="T30" fmla="*/ 9 w 58"/>
                <a:gd name="T31" fmla="*/ 49 h 58"/>
                <a:gd name="T32" fmla="*/ 0 w 58"/>
                <a:gd name="T33" fmla="*/ 29 h 58"/>
                <a:gd name="T34" fmla="*/ 9 w 58"/>
                <a:gd name="T35" fmla="*/ 9 h 58"/>
                <a:gd name="T36" fmla="*/ 29 w 58"/>
                <a:gd name="T3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" h="58">
                  <a:moveTo>
                    <a:pt x="29" y="0"/>
                  </a:moveTo>
                  <a:cubicBezTo>
                    <a:pt x="34" y="0"/>
                    <a:pt x="38" y="1"/>
                    <a:pt x="42" y="3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4" y="9"/>
                    <a:pt x="31" y="8"/>
                    <a:pt x="29" y="8"/>
                  </a:cubicBezTo>
                  <a:cubicBezTo>
                    <a:pt x="23" y="8"/>
                    <a:pt x="18" y="11"/>
                    <a:pt x="14" y="14"/>
                  </a:cubicBezTo>
                  <a:cubicBezTo>
                    <a:pt x="11" y="18"/>
                    <a:pt x="8" y="23"/>
                    <a:pt x="8" y="29"/>
                  </a:cubicBezTo>
                  <a:cubicBezTo>
                    <a:pt x="8" y="35"/>
                    <a:pt x="11" y="40"/>
                    <a:pt x="14" y="44"/>
                  </a:cubicBezTo>
                  <a:cubicBezTo>
                    <a:pt x="18" y="47"/>
                    <a:pt x="23" y="50"/>
                    <a:pt x="29" y="50"/>
                  </a:cubicBezTo>
                  <a:cubicBezTo>
                    <a:pt x="35" y="50"/>
                    <a:pt x="40" y="47"/>
                    <a:pt x="44" y="44"/>
                  </a:cubicBezTo>
                  <a:cubicBezTo>
                    <a:pt x="47" y="40"/>
                    <a:pt x="50" y="35"/>
                    <a:pt x="50" y="29"/>
                  </a:cubicBezTo>
                  <a:cubicBezTo>
                    <a:pt x="50" y="26"/>
                    <a:pt x="49" y="23"/>
                    <a:pt x="48" y="20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6" y="18"/>
                    <a:pt x="58" y="23"/>
                    <a:pt x="58" y="29"/>
                  </a:cubicBezTo>
                  <a:cubicBezTo>
                    <a:pt x="58" y="37"/>
                    <a:pt x="55" y="44"/>
                    <a:pt x="49" y="49"/>
                  </a:cubicBezTo>
                  <a:cubicBezTo>
                    <a:pt x="44" y="55"/>
                    <a:pt x="37" y="58"/>
                    <a:pt x="29" y="58"/>
                  </a:cubicBezTo>
                  <a:cubicBezTo>
                    <a:pt x="21" y="58"/>
                    <a:pt x="14" y="55"/>
                    <a:pt x="9" y="49"/>
                  </a:cubicBezTo>
                  <a:cubicBezTo>
                    <a:pt x="4" y="44"/>
                    <a:pt x="0" y="37"/>
                    <a:pt x="0" y="29"/>
                  </a:cubicBezTo>
                  <a:cubicBezTo>
                    <a:pt x="0" y="21"/>
                    <a:pt x="4" y="14"/>
                    <a:pt x="9" y="9"/>
                  </a:cubicBezTo>
                  <a:cubicBezTo>
                    <a:pt x="14" y="3"/>
                    <a:pt x="21" y="0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54" name="Freeform 703">
              <a:extLst>
                <a:ext uri="{FF2B5EF4-FFF2-40B4-BE49-F238E27FC236}">
                  <a16:creationId xmlns:a16="http://schemas.microsoft.com/office/drawing/2014/main" id="{6A0EEDEA-BCF8-BD67-830F-3851F5A5B5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17950" y="2786063"/>
              <a:ext cx="247650" cy="271463"/>
            </a:xfrm>
            <a:custGeom>
              <a:avLst/>
              <a:gdLst>
                <a:gd name="T0" fmla="*/ 75 w 104"/>
                <a:gd name="T1" fmla="*/ 31 h 113"/>
                <a:gd name="T2" fmla="*/ 75 w 104"/>
                <a:gd name="T3" fmla="*/ 31 h 113"/>
                <a:gd name="T4" fmla="*/ 75 w 104"/>
                <a:gd name="T5" fmla="*/ 31 h 113"/>
                <a:gd name="T6" fmla="*/ 69 w 104"/>
                <a:gd name="T7" fmla="*/ 26 h 113"/>
                <a:gd name="T8" fmla="*/ 79 w 104"/>
                <a:gd name="T9" fmla="*/ 14 h 113"/>
                <a:gd name="T10" fmla="*/ 81 w 104"/>
                <a:gd name="T11" fmla="*/ 21 h 113"/>
                <a:gd name="T12" fmla="*/ 81 w 104"/>
                <a:gd name="T13" fmla="*/ 21 h 113"/>
                <a:gd name="T14" fmla="*/ 84 w 104"/>
                <a:gd name="T15" fmla="*/ 24 h 113"/>
                <a:gd name="T16" fmla="*/ 92 w 104"/>
                <a:gd name="T17" fmla="*/ 25 h 113"/>
                <a:gd name="T18" fmla="*/ 81 w 104"/>
                <a:gd name="T19" fmla="*/ 37 h 113"/>
                <a:gd name="T20" fmla="*/ 75 w 104"/>
                <a:gd name="T21" fmla="*/ 31 h 113"/>
                <a:gd name="T22" fmla="*/ 75 w 104"/>
                <a:gd name="T23" fmla="*/ 31 h 113"/>
                <a:gd name="T24" fmla="*/ 66 w 104"/>
                <a:gd name="T25" fmla="*/ 34 h 113"/>
                <a:gd name="T26" fmla="*/ 1 w 104"/>
                <a:gd name="T27" fmla="*/ 106 h 113"/>
                <a:gd name="T28" fmla="*/ 1 w 104"/>
                <a:gd name="T29" fmla="*/ 112 h 113"/>
                <a:gd name="T30" fmla="*/ 7 w 104"/>
                <a:gd name="T31" fmla="*/ 112 h 113"/>
                <a:gd name="T32" fmla="*/ 72 w 104"/>
                <a:gd name="T33" fmla="*/ 40 h 113"/>
                <a:gd name="T34" fmla="*/ 78 w 104"/>
                <a:gd name="T35" fmla="*/ 45 h 113"/>
                <a:gd name="T36" fmla="*/ 78 w 104"/>
                <a:gd name="T37" fmla="*/ 45 h 113"/>
                <a:gd name="T38" fmla="*/ 84 w 104"/>
                <a:gd name="T39" fmla="*/ 45 h 113"/>
                <a:gd name="T40" fmla="*/ 84 w 104"/>
                <a:gd name="T41" fmla="*/ 45 h 113"/>
                <a:gd name="T42" fmla="*/ 103 w 104"/>
                <a:gd name="T43" fmla="*/ 24 h 113"/>
                <a:gd name="T44" fmla="*/ 104 w 104"/>
                <a:gd name="T45" fmla="*/ 22 h 113"/>
                <a:gd name="T46" fmla="*/ 101 w 104"/>
                <a:gd name="T47" fmla="*/ 17 h 113"/>
                <a:gd name="T48" fmla="*/ 101 w 104"/>
                <a:gd name="T49" fmla="*/ 17 h 113"/>
                <a:gd name="T50" fmla="*/ 88 w 104"/>
                <a:gd name="T51" fmla="*/ 16 h 113"/>
                <a:gd name="T52" fmla="*/ 86 w 104"/>
                <a:gd name="T53" fmla="*/ 4 h 113"/>
                <a:gd name="T54" fmla="*/ 85 w 104"/>
                <a:gd name="T55" fmla="*/ 2 h 113"/>
                <a:gd name="T56" fmla="*/ 79 w 104"/>
                <a:gd name="T57" fmla="*/ 2 h 113"/>
                <a:gd name="T58" fmla="*/ 79 w 104"/>
                <a:gd name="T59" fmla="*/ 2 h 113"/>
                <a:gd name="T60" fmla="*/ 60 w 104"/>
                <a:gd name="T61" fmla="*/ 23 h 113"/>
                <a:gd name="T62" fmla="*/ 60 w 104"/>
                <a:gd name="T63" fmla="*/ 23 h 113"/>
                <a:gd name="T64" fmla="*/ 60 w 104"/>
                <a:gd name="T65" fmla="*/ 29 h 113"/>
                <a:gd name="T66" fmla="*/ 60 w 104"/>
                <a:gd name="T67" fmla="*/ 29 h 113"/>
                <a:gd name="T68" fmla="*/ 66 w 104"/>
                <a:gd name="T69" fmla="*/ 3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4" h="113"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3"/>
                    <a:pt x="83" y="24"/>
                    <a:pt x="84" y="24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81" y="37"/>
                    <a:pt x="81" y="37"/>
                    <a:pt x="81" y="37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1"/>
                    <a:pt x="75" y="31"/>
                    <a:pt x="75" y="31"/>
                  </a:cubicBezTo>
                  <a:close/>
                  <a:moveTo>
                    <a:pt x="66" y="34"/>
                  </a:moveTo>
                  <a:cubicBezTo>
                    <a:pt x="1" y="106"/>
                    <a:pt x="1" y="106"/>
                    <a:pt x="1" y="106"/>
                  </a:cubicBezTo>
                  <a:cubicBezTo>
                    <a:pt x="0" y="108"/>
                    <a:pt x="0" y="110"/>
                    <a:pt x="1" y="112"/>
                  </a:cubicBezTo>
                  <a:cubicBezTo>
                    <a:pt x="3" y="113"/>
                    <a:pt x="6" y="113"/>
                    <a:pt x="7" y="112"/>
                  </a:cubicBezTo>
                  <a:cubicBezTo>
                    <a:pt x="72" y="40"/>
                    <a:pt x="72" y="40"/>
                    <a:pt x="72" y="40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80" y="47"/>
                    <a:pt x="83" y="47"/>
                    <a:pt x="84" y="45"/>
                  </a:cubicBezTo>
                  <a:cubicBezTo>
                    <a:pt x="84" y="45"/>
                    <a:pt x="84" y="45"/>
                    <a:pt x="84" y="45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3"/>
                    <a:pt x="104" y="22"/>
                  </a:cubicBezTo>
                  <a:cubicBezTo>
                    <a:pt x="104" y="19"/>
                    <a:pt x="103" y="17"/>
                    <a:pt x="101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6" y="4"/>
                    <a:pt x="86" y="4"/>
                    <a:pt x="86" y="4"/>
                  </a:cubicBezTo>
                  <a:cubicBezTo>
                    <a:pt x="86" y="4"/>
                    <a:pt x="86" y="3"/>
                    <a:pt x="85" y="2"/>
                  </a:cubicBezTo>
                  <a:cubicBezTo>
                    <a:pt x="83" y="0"/>
                    <a:pt x="81" y="0"/>
                    <a:pt x="79" y="2"/>
                  </a:cubicBezTo>
                  <a:cubicBezTo>
                    <a:pt x="79" y="2"/>
                    <a:pt x="79" y="2"/>
                    <a:pt x="79" y="2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58" y="25"/>
                    <a:pt x="59" y="27"/>
                    <a:pt x="60" y="29"/>
                  </a:cubicBezTo>
                  <a:cubicBezTo>
                    <a:pt x="60" y="29"/>
                    <a:pt x="60" y="29"/>
                    <a:pt x="60" y="29"/>
                  </a:cubicBezTo>
                  <a:lnTo>
                    <a:pt x="66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61B34414-BD29-A6C8-F3F0-EF92EDDCD495}"/>
              </a:ext>
            </a:extLst>
          </p:cNvPr>
          <p:cNvGrpSpPr/>
          <p:nvPr/>
        </p:nvGrpSpPr>
        <p:grpSpPr>
          <a:xfrm>
            <a:off x="11404358" y="4284964"/>
            <a:ext cx="353049" cy="395453"/>
            <a:chOff x="5018088" y="1946275"/>
            <a:chExt cx="411163" cy="485775"/>
          </a:xfrm>
          <a:solidFill>
            <a:srgbClr val="495965"/>
          </a:solidFill>
        </p:grpSpPr>
        <p:sp>
          <p:nvSpPr>
            <p:cNvPr id="256" name="Freeform 94">
              <a:extLst>
                <a:ext uri="{FF2B5EF4-FFF2-40B4-BE49-F238E27FC236}">
                  <a16:creationId xmlns:a16="http://schemas.microsoft.com/office/drawing/2014/main" id="{EB467463-A3E8-24F8-CF3F-10B237D165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8088" y="1946275"/>
              <a:ext cx="411163" cy="485775"/>
            </a:xfrm>
            <a:custGeom>
              <a:avLst/>
              <a:gdLst>
                <a:gd name="T0" fmla="*/ 184 w 184"/>
                <a:gd name="T1" fmla="*/ 34 h 217"/>
                <a:gd name="T2" fmla="*/ 92 w 184"/>
                <a:gd name="T3" fmla="*/ 0 h 217"/>
                <a:gd name="T4" fmla="*/ 1 w 184"/>
                <a:gd name="T5" fmla="*/ 33 h 217"/>
                <a:gd name="T6" fmla="*/ 1 w 184"/>
                <a:gd name="T7" fmla="*/ 34 h 217"/>
                <a:gd name="T8" fmla="*/ 0 w 184"/>
                <a:gd name="T9" fmla="*/ 36 h 217"/>
                <a:gd name="T10" fmla="*/ 0 w 184"/>
                <a:gd name="T11" fmla="*/ 183 h 217"/>
                <a:gd name="T12" fmla="*/ 92 w 184"/>
                <a:gd name="T13" fmla="*/ 217 h 217"/>
                <a:gd name="T14" fmla="*/ 184 w 184"/>
                <a:gd name="T15" fmla="*/ 184 h 217"/>
                <a:gd name="T16" fmla="*/ 184 w 184"/>
                <a:gd name="T17" fmla="*/ 36 h 217"/>
                <a:gd name="T18" fmla="*/ 184 w 184"/>
                <a:gd name="T19" fmla="*/ 36 h 217"/>
                <a:gd name="T20" fmla="*/ 184 w 184"/>
                <a:gd name="T21" fmla="*/ 34 h 217"/>
                <a:gd name="T22" fmla="*/ 176 w 184"/>
                <a:gd name="T23" fmla="*/ 136 h 217"/>
                <a:gd name="T24" fmla="*/ 92 w 184"/>
                <a:gd name="T25" fmla="*/ 161 h 217"/>
                <a:gd name="T26" fmla="*/ 9 w 184"/>
                <a:gd name="T27" fmla="*/ 136 h 217"/>
                <a:gd name="T28" fmla="*/ 8 w 184"/>
                <a:gd name="T29" fmla="*/ 134 h 217"/>
                <a:gd name="T30" fmla="*/ 8 w 184"/>
                <a:gd name="T31" fmla="*/ 97 h 217"/>
                <a:gd name="T32" fmla="*/ 92 w 184"/>
                <a:gd name="T33" fmla="*/ 117 h 217"/>
                <a:gd name="T34" fmla="*/ 176 w 184"/>
                <a:gd name="T35" fmla="*/ 98 h 217"/>
                <a:gd name="T36" fmla="*/ 176 w 184"/>
                <a:gd name="T37" fmla="*/ 136 h 217"/>
                <a:gd name="T38" fmla="*/ 176 w 184"/>
                <a:gd name="T39" fmla="*/ 84 h 217"/>
                <a:gd name="T40" fmla="*/ 92 w 184"/>
                <a:gd name="T41" fmla="*/ 109 h 217"/>
                <a:gd name="T42" fmla="*/ 9 w 184"/>
                <a:gd name="T43" fmla="*/ 84 h 217"/>
                <a:gd name="T44" fmla="*/ 8 w 184"/>
                <a:gd name="T45" fmla="*/ 82 h 217"/>
                <a:gd name="T46" fmla="*/ 8 w 184"/>
                <a:gd name="T47" fmla="*/ 47 h 217"/>
                <a:gd name="T48" fmla="*/ 92 w 184"/>
                <a:gd name="T49" fmla="*/ 67 h 217"/>
                <a:gd name="T50" fmla="*/ 176 w 184"/>
                <a:gd name="T51" fmla="*/ 48 h 217"/>
                <a:gd name="T52" fmla="*/ 176 w 184"/>
                <a:gd name="T53" fmla="*/ 84 h 217"/>
                <a:gd name="T54" fmla="*/ 92 w 184"/>
                <a:gd name="T55" fmla="*/ 8 h 217"/>
                <a:gd name="T56" fmla="*/ 176 w 184"/>
                <a:gd name="T57" fmla="*/ 34 h 217"/>
                <a:gd name="T58" fmla="*/ 92 w 184"/>
                <a:gd name="T59" fmla="*/ 59 h 217"/>
                <a:gd name="T60" fmla="*/ 9 w 184"/>
                <a:gd name="T61" fmla="*/ 33 h 217"/>
                <a:gd name="T62" fmla="*/ 92 w 184"/>
                <a:gd name="T63" fmla="*/ 8 h 217"/>
                <a:gd name="T64" fmla="*/ 92 w 184"/>
                <a:gd name="T65" fmla="*/ 209 h 217"/>
                <a:gd name="T66" fmla="*/ 8 w 184"/>
                <a:gd name="T67" fmla="*/ 183 h 217"/>
                <a:gd name="T68" fmla="*/ 8 w 184"/>
                <a:gd name="T69" fmla="*/ 149 h 217"/>
                <a:gd name="T70" fmla="*/ 92 w 184"/>
                <a:gd name="T71" fmla="*/ 169 h 217"/>
                <a:gd name="T72" fmla="*/ 176 w 184"/>
                <a:gd name="T73" fmla="*/ 150 h 217"/>
                <a:gd name="T74" fmla="*/ 176 w 184"/>
                <a:gd name="T75" fmla="*/ 184 h 217"/>
                <a:gd name="T76" fmla="*/ 92 w 184"/>
                <a:gd name="T77" fmla="*/ 2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4" h="217">
                  <a:moveTo>
                    <a:pt x="184" y="34"/>
                  </a:moveTo>
                  <a:cubicBezTo>
                    <a:pt x="184" y="18"/>
                    <a:pt x="152" y="0"/>
                    <a:pt x="92" y="0"/>
                  </a:cubicBezTo>
                  <a:cubicBezTo>
                    <a:pt x="48" y="0"/>
                    <a:pt x="1" y="12"/>
                    <a:pt x="1" y="33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5"/>
                    <a:pt x="0" y="36"/>
                    <a:pt x="0" y="36"/>
                  </a:cubicBezTo>
                  <a:cubicBezTo>
                    <a:pt x="0" y="183"/>
                    <a:pt x="0" y="183"/>
                    <a:pt x="0" y="183"/>
                  </a:cubicBezTo>
                  <a:cubicBezTo>
                    <a:pt x="0" y="204"/>
                    <a:pt x="47" y="217"/>
                    <a:pt x="92" y="217"/>
                  </a:cubicBezTo>
                  <a:cubicBezTo>
                    <a:pt x="138" y="217"/>
                    <a:pt x="184" y="206"/>
                    <a:pt x="184" y="184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5"/>
                    <a:pt x="184" y="35"/>
                    <a:pt x="184" y="34"/>
                  </a:cubicBezTo>
                  <a:close/>
                  <a:moveTo>
                    <a:pt x="176" y="136"/>
                  </a:moveTo>
                  <a:cubicBezTo>
                    <a:pt x="176" y="148"/>
                    <a:pt x="142" y="161"/>
                    <a:pt x="92" y="161"/>
                  </a:cubicBezTo>
                  <a:cubicBezTo>
                    <a:pt x="43" y="161"/>
                    <a:pt x="9" y="148"/>
                    <a:pt x="9" y="136"/>
                  </a:cubicBezTo>
                  <a:cubicBezTo>
                    <a:pt x="9" y="135"/>
                    <a:pt x="8" y="134"/>
                    <a:pt x="8" y="134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23" y="110"/>
                    <a:pt x="58" y="117"/>
                    <a:pt x="92" y="117"/>
                  </a:cubicBezTo>
                  <a:cubicBezTo>
                    <a:pt x="126" y="117"/>
                    <a:pt x="161" y="110"/>
                    <a:pt x="176" y="98"/>
                  </a:cubicBezTo>
                  <a:lnTo>
                    <a:pt x="176" y="136"/>
                  </a:lnTo>
                  <a:close/>
                  <a:moveTo>
                    <a:pt x="176" y="84"/>
                  </a:moveTo>
                  <a:cubicBezTo>
                    <a:pt x="176" y="96"/>
                    <a:pt x="142" y="109"/>
                    <a:pt x="92" y="109"/>
                  </a:cubicBezTo>
                  <a:cubicBezTo>
                    <a:pt x="43" y="109"/>
                    <a:pt x="9" y="96"/>
                    <a:pt x="9" y="84"/>
                  </a:cubicBezTo>
                  <a:cubicBezTo>
                    <a:pt x="9" y="83"/>
                    <a:pt x="8" y="82"/>
                    <a:pt x="8" y="82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23" y="60"/>
                    <a:pt x="58" y="67"/>
                    <a:pt x="92" y="67"/>
                  </a:cubicBezTo>
                  <a:cubicBezTo>
                    <a:pt x="126" y="67"/>
                    <a:pt x="161" y="60"/>
                    <a:pt x="176" y="48"/>
                  </a:cubicBezTo>
                  <a:lnTo>
                    <a:pt x="176" y="84"/>
                  </a:lnTo>
                  <a:close/>
                  <a:moveTo>
                    <a:pt x="92" y="8"/>
                  </a:moveTo>
                  <a:cubicBezTo>
                    <a:pt x="140" y="8"/>
                    <a:pt x="176" y="22"/>
                    <a:pt x="176" y="34"/>
                  </a:cubicBezTo>
                  <a:cubicBezTo>
                    <a:pt x="176" y="46"/>
                    <a:pt x="142" y="59"/>
                    <a:pt x="92" y="59"/>
                  </a:cubicBezTo>
                  <a:cubicBezTo>
                    <a:pt x="43" y="59"/>
                    <a:pt x="9" y="45"/>
                    <a:pt x="9" y="33"/>
                  </a:cubicBezTo>
                  <a:cubicBezTo>
                    <a:pt x="9" y="22"/>
                    <a:pt x="43" y="8"/>
                    <a:pt x="92" y="8"/>
                  </a:cubicBezTo>
                  <a:close/>
                  <a:moveTo>
                    <a:pt x="92" y="209"/>
                  </a:moveTo>
                  <a:cubicBezTo>
                    <a:pt x="44" y="209"/>
                    <a:pt x="8" y="195"/>
                    <a:pt x="8" y="183"/>
                  </a:cubicBezTo>
                  <a:cubicBezTo>
                    <a:pt x="8" y="149"/>
                    <a:pt x="8" y="149"/>
                    <a:pt x="8" y="149"/>
                  </a:cubicBezTo>
                  <a:cubicBezTo>
                    <a:pt x="23" y="162"/>
                    <a:pt x="58" y="169"/>
                    <a:pt x="92" y="169"/>
                  </a:cubicBezTo>
                  <a:cubicBezTo>
                    <a:pt x="126" y="169"/>
                    <a:pt x="161" y="162"/>
                    <a:pt x="176" y="150"/>
                  </a:cubicBezTo>
                  <a:cubicBezTo>
                    <a:pt x="176" y="184"/>
                    <a:pt x="176" y="184"/>
                    <a:pt x="176" y="184"/>
                  </a:cubicBezTo>
                  <a:cubicBezTo>
                    <a:pt x="176" y="196"/>
                    <a:pt x="141" y="209"/>
                    <a:pt x="92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57" name="Freeform 95">
              <a:extLst>
                <a:ext uri="{FF2B5EF4-FFF2-40B4-BE49-F238E27FC236}">
                  <a16:creationId xmlns:a16="http://schemas.microsoft.com/office/drawing/2014/main" id="{C7493A6D-D4B7-0CA5-2D29-AE1B41AD5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114550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58" name="Freeform 96">
              <a:extLst>
                <a:ext uri="{FF2B5EF4-FFF2-40B4-BE49-F238E27FC236}">
                  <a16:creationId xmlns:a16="http://schemas.microsoft.com/office/drawing/2014/main" id="{0FF1E49F-B68B-1FBF-072E-6C4619B43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225675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59" name="Freeform 97">
              <a:extLst>
                <a:ext uri="{FF2B5EF4-FFF2-40B4-BE49-F238E27FC236}">
                  <a16:creationId xmlns:a16="http://schemas.microsoft.com/office/drawing/2014/main" id="{10985E11-6CE3-07A0-BD36-95A184347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341563"/>
              <a:ext cx="60325" cy="30162"/>
            </a:xfrm>
            <a:custGeom>
              <a:avLst/>
              <a:gdLst>
                <a:gd name="T0" fmla="*/ 20 w 27"/>
                <a:gd name="T1" fmla="*/ 1 h 13"/>
                <a:gd name="T2" fmla="*/ 3 w 27"/>
                <a:gd name="T3" fmla="*/ 5 h 13"/>
                <a:gd name="T4" fmla="*/ 0 w 27"/>
                <a:gd name="T5" fmla="*/ 10 h 13"/>
                <a:gd name="T6" fmla="*/ 4 w 27"/>
                <a:gd name="T7" fmla="*/ 13 h 13"/>
                <a:gd name="T8" fmla="*/ 4 w 27"/>
                <a:gd name="T9" fmla="*/ 13 h 13"/>
                <a:gd name="T10" fmla="*/ 24 w 27"/>
                <a:gd name="T11" fmla="*/ 8 h 13"/>
                <a:gd name="T12" fmla="*/ 26 w 27"/>
                <a:gd name="T13" fmla="*/ 2 h 13"/>
                <a:gd name="T14" fmla="*/ 20 w 27"/>
                <a:gd name="T1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20" y="1"/>
                  </a:moveTo>
                  <a:cubicBezTo>
                    <a:pt x="17" y="3"/>
                    <a:pt x="9" y="5"/>
                    <a:pt x="3" y="5"/>
                  </a:cubicBezTo>
                  <a:cubicBezTo>
                    <a:pt x="1" y="5"/>
                    <a:pt x="0" y="7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11" y="12"/>
                    <a:pt x="19" y="10"/>
                    <a:pt x="24" y="8"/>
                  </a:cubicBezTo>
                  <a:cubicBezTo>
                    <a:pt x="26" y="7"/>
                    <a:pt x="27" y="4"/>
                    <a:pt x="26" y="2"/>
                  </a:cubicBezTo>
                  <a:cubicBezTo>
                    <a:pt x="25" y="0"/>
                    <a:pt x="22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260" name="TextBox 259">
            <a:extLst>
              <a:ext uri="{FF2B5EF4-FFF2-40B4-BE49-F238E27FC236}">
                <a16:creationId xmlns:a16="http://schemas.microsoft.com/office/drawing/2014/main" id="{34154A6B-F01A-96CC-F292-10D40954138D}"/>
              </a:ext>
            </a:extLst>
          </p:cNvPr>
          <p:cNvSpPr txBox="1"/>
          <p:nvPr/>
        </p:nvSpPr>
        <p:spPr>
          <a:xfrm>
            <a:off x="11393127" y="4656020"/>
            <a:ext cx="5817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GPDB</a:t>
            </a:r>
          </a:p>
        </p:txBody>
      </p:sp>
      <p:sp>
        <p:nvSpPr>
          <p:cNvPr id="268" name="L-Shape 267">
            <a:extLst>
              <a:ext uri="{FF2B5EF4-FFF2-40B4-BE49-F238E27FC236}">
                <a16:creationId xmlns:a16="http://schemas.microsoft.com/office/drawing/2014/main" id="{52993B14-FD98-ABE6-1EAA-FCE7153D51AE}"/>
              </a:ext>
            </a:extLst>
          </p:cNvPr>
          <p:cNvSpPr/>
          <p:nvPr/>
        </p:nvSpPr>
        <p:spPr>
          <a:xfrm rot="18900000">
            <a:off x="9145088" y="3147310"/>
            <a:ext cx="205952" cy="199517"/>
          </a:xfrm>
          <a:prstGeom prst="corner">
            <a:avLst>
              <a:gd name="adj1" fmla="val 36522"/>
              <a:gd name="adj2" fmla="val 34982"/>
            </a:avLst>
          </a:prstGeom>
          <a:solidFill>
            <a:srgbClr val="0099C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51435" tIns="25718" rIns="51435" bIns="25718"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4E5A5DA4-5707-3853-5637-A584935FFF64}"/>
              </a:ext>
            </a:extLst>
          </p:cNvPr>
          <p:cNvSpPr txBox="1"/>
          <p:nvPr/>
        </p:nvSpPr>
        <p:spPr>
          <a:xfrm>
            <a:off x="608973" y="3729166"/>
            <a:ext cx="1541295" cy="2769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Vx.19.X - Existing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33F6451D-7E75-7BD0-3BAE-99F24434A9E2}"/>
              </a:ext>
            </a:extLst>
          </p:cNvPr>
          <p:cNvSpPr txBox="1"/>
          <p:nvPr/>
        </p:nvSpPr>
        <p:spPr>
          <a:xfrm>
            <a:off x="6750884" y="3725892"/>
            <a:ext cx="1186171" cy="2769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Vx.22 - New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FFEEB91E-46B5-D656-3E7F-C83D78F412D2}"/>
              </a:ext>
            </a:extLst>
          </p:cNvPr>
          <p:cNvSpPr txBox="1"/>
          <p:nvPr/>
        </p:nvSpPr>
        <p:spPr>
          <a:xfrm>
            <a:off x="6449409" y="517866"/>
            <a:ext cx="5676715" cy="16024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tabLst/>
              <a:defRPr/>
            </a:pPr>
            <a:r>
              <a:rPr lang="en-US" sz="1600" b="1" dirty="0">
                <a:latin typeface="Century Gothic"/>
              </a:rPr>
              <a:t>Solution Deployment  Principles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tabLst/>
              <a:defRPr/>
            </a:pPr>
            <a:r>
              <a:rPr lang="en-US" sz="1400" u="sng" dirty="0">
                <a:latin typeface="Century Gothic"/>
              </a:rPr>
              <a:t>V22 Deployment 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Century Gothic" panose="020B0502020202020204" pitchFamily="34" charset="0"/>
              <a:buChar char="+"/>
              <a:tabLst/>
              <a:defRPr/>
            </a:pPr>
            <a:r>
              <a:rPr lang="en-US" sz="1400" dirty="0">
                <a:latin typeface="Century Gothic"/>
              </a:rPr>
              <a:t>Unified FE sites (Dual delivery) </a:t>
            </a:r>
            <a:endParaRPr lang="en-US" sz="1400" dirty="0">
              <a:solidFill>
                <a:srgbClr val="FF0000"/>
              </a:solidFill>
              <a:latin typeface="Century Gothic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Century Gothic" panose="020B0502020202020204" pitchFamily="34" charset="0"/>
              <a:buChar char="+"/>
              <a:tabLst/>
              <a:defRPr/>
            </a:pPr>
            <a:r>
              <a:rPr lang="en-US" sz="1400" dirty="0">
                <a:latin typeface="Century Gothic"/>
              </a:rPr>
              <a:t>Duplicate BE sites (Vx.19.X existing + Vx.22 New)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Century Gothic" panose="020B0502020202020204" pitchFamily="34" charset="0"/>
              <a:buChar char="+"/>
              <a:tabLst/>
              <a:defRPr/>
            </a:pPr>
            <a:r>
              <a:rPr lang="en-US" sz="1400" dirty="0">
                <a:latin typeface="Century Gothic"/>
              </a:rPr>
              <a:t>Fully sized Vx.22 BE system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DBDD3EBF-B3CC-D61B-1DFE-E8690C095020}"/>
              </a:ext>
            </a:extLst>
          </p:cNvPr>
          <p:cNvSpPr txBox="1"/>
          <p:nvPr/>
        </p:nvSpPr>
        <p:spPr>
          <a:xfrm>
            <a:off x="451500" y="388754"/>
            <a:ext cx="2262684" cy="2769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7030A0"/>
                </a:solidFill>
              </a:rPr>
              <a:t>Vx.19.X – Existing FEs</a:t>
            </a:r>
          </a:p>
        </p:txBody>
      </p:sp>
      <p:pic>
        <p:nvPicPr>
          <p:cNvPr id="2" name="Graphic 1" descr="Badge New outline">
            <a:extLst>
              <a:ext uri="{FF2B5EF4-FFF2-40B4-BE49-F238E27FC236}">
                <a16:creationId xmlns:a16="http://schemas.microsoft.com/office/drawing/2014/main" id="{5B3CBB4B-0F2F-F93F-727E-368F2BF801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>
            <a:off x="11896725" y="0"/>
            <a:ext cx="2952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987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C4973-6D74-4DBF-CA42-37BFE0339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16B75D-FABE-3667-71AD-5028B28DD9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885" y="2953599"/>
            <a:ext cx="7905199" cy="1647898"/>
          </a:xfrm>
        </p:spPr>
        <p:txBody>
          <a:bodyPr/>
          <a:lstStyle/>
          <a:p>
            <a:r>
              <a:rPr lang="en-US" dirty="0"/>
              <a:t>Timeline </a:t>
            </a:r>
            <a:endParaRPr lang="en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A7229D-E428-FD82-B4DC-863996563D9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6500" y="6253163"/>
            <a:ext cx="8255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A2350A-29EC-E546-BCCA-FF7831B45487}" type="slidenum"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6812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EB641-A8DC-768D-5588-DCAC758D7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TLSHAPE_SL_9cf0b9a3b4064869b9ae748fb5efbb51_BackgroundRectangle">
            <a:extLst>
              <a:ext uri="{FF2B5EF4-FFF2-40B4-BE49-F238E27FC236}">
                <a16:creationId xmlns:a16="http://schemas.microsoft.com/office/drawing/2014/main" id="{DC5415A2-7987-89DD-1C8E-E3741E58199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3500" y="652288"/>
            <a:ext cx="11633200" cy="1424093"/>
          </a:xfrm>
          <a:prstGeom prst="rect">
            <a:avLst/>
          </a:prstGeom>
          <a:solidFill>
            <a:srgbClr val="FFC000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TLSHAPE_SL_ffee1e79b85943a28c39454ea880fda8_BackgroundRectangle">
            <a:extLst>
              <a:ext uri="{FF2B5EF4-FFF2-40B4-BE49-F238E27FC236}">
                <a16:creationId xmlns:a16="http://schemas.microsoft.com/office/drawing/2014/main" id="{73044736-4DFF-5E16-449F-5A59A557F6E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3500" y="2089081"/>
            <a:ext cx="11633200" cy="1945467"/>
          </a:xfrm>
          <a:prstGeom prst="rect">
            <a:avLst/>
          </a:prstGeom>
          <a:solidFill>
            <a:srgbClr val="70AD47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TLSHAPE_SL_a88f145e4d284420a2baa685af085546_BackgroundRectangle">
            <a:extLst>
              <a:ext uri="{FF2B5EF4-FFF2-40B4-BE49-F238E27FC236}">
                <a16:creationId xmlns:a16="http://schemas.microsoft.com/office/drawing/2014/main" id="{BFE28EF3-86C5-B0BB-1595-C3A1F10D128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500" y="4059949"/>
            <a:ext cx="11633200" cy="837861"/>
          </a:xfrm>
          <a:prstGeom prst="rect">
            <a:avLst/>
          </a:prstGeom>
          <a:solidFill>
            <a:srgbClr val="4472C4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TLSHAPE_SL2A_17852ac1b8624429b87879f2bff175ae_BackgroundRectangle" hidden="1">
            <a:extLst>
              <a:ext uri="{FF2B5EF4-FFF2-40B4-BE49-F238E27FC236}">
                <a16:creationId xmlns:a16="http://schemas.microsoft.com/office/drawing/2014/main" id="{CBC6CFA2-C5B8-7C60-F7AA-8AB4D7077A4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166876" y="652288"/>
            <a:ext cx="10541000" cy="1424093"/>
          </a:xfrm>
          <a:prstGeom prst="rect">
            <a:avLst/>
          </a:prstGeom>
          <a:solidFill>
            <a:srgbClr val="FFC000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TLSHAPE_SL2A_dd06b9e5b51b4ad9b3f40eafbd182568_BackgroundRectangle" hidden="1">
            <a:extLst>
              <a:ext uri="{FF2B5EF4-FFF2-40B4-BE49-F238E27FC236}">
                <a16:creationId xmlns:a16="http://schemas.microsoft.com/office/drawing/2014/main" id="{21A00C60-90BE-9211-51C2-D480241F14F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166876" y="2089081"/>
            <a:ext cx="10541000" cy="1945467"/>
          </a:xfrm>
          <a:prstGeom prst="rect">
            <a:avLst/>
          </a:prstGeom>
          <a:solidFill>
            <a:srgbClr val="70AD47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OTLSHAPE_SL2A_f1f6021388eb484cb53f229929f5c756_BackgroundRectangle" hidden="1">
            <a:extLst>
              <a:ext uri="{FF2B5EF4-FFF2-40B4-BE49-F238E27FC236}">
                <a16:creationId xmlns:a16="http://schemas.microsoft.com/office/drawing/2014/main" id="{922CCE39-0B1E-89E4-22BD-0486B36C08A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166876" y="4059949"/>
            <a:ext cx="10541000" cy="837861"/>
          </a:xfrm>
          <a:prstGeom prst="rect">
            <a:avLst/>
          </a:prstGeom>
          <a:solidFill>
            <a:srgbClr val="4472C4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TLSHAPE_SL_5cfd8c6e4e334346a167733aa4c0b371_BackgroundRectangle">
            <a:extLst>
              <a:ext uri="{FF2B5EF4-FFF2-40B4-BE49-F238E27FC236}">
                <a16:creationId xmlns:a16="http://schemas.microsoft.com/office/drawing/2014/main" id="{70FDFEA4-DBD4-3B94-407F-650EE57A3AF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3500" y="4923210"/>
            <a:ext cx="11633200" cy="1711683"/>
          </a:xfrm>
          <a:prstGeom prst="rect">
            <a:avLst/>
          </a:prstGeom>
          <a:solidFill>
            <a:srgbClr val="4472C4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TLSHAPE_SL2A_b9c4788912eb4098a8cd309362383ca5_BackgroundRectangle" hidden="1">
            <a:extLst>
              <a:ext uri="{FF2B5EF4-FFF2-40B4-BE49-F238E27FC236}">
                <a16:creationId xmlns:a16="http://schemas.microsoft.com/office/drawing/2014/main" id="{DF2C844F-9CEB-73F7-7494-792B574D92E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166876" y="4923210"/>
            <a:ext cx="10541000" cy="1711683"/>
          </a:xfrm>
          <a:prstGeom prst="rect">
            <a:avLst/>
          </a:prstGeom>
          <a:solidFill>
            <a:srgbClr val="4472C4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LSHAPE_TB_00000000000000000000000000000000_LeftEndCaps" hidden="1">
            <a:extLst>
              <a:ext uri="{FF2B5EF4-FFF2-40B4-BE49-F238E27FC236}">
                <a16:creationId xmlns:a16="http://schemas.microsoft.com/office/drawing/2014/main" id="{85CA8CA7-1052-DFED-C033-A50C5A10006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-404080" y="-95023"/>
            <a:ext cx="825500" cy="5080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3200" b="1">
                <a:solidFill>
                  <a:srgbClr val="ED7D31"/>
                </a:solidFill>
                <a:latin typeface="Calibri" panose="020F0502020204030204" pitchFamily="34" charset="0"/>
              </a:rPr>
              <a:t>2025</a:t>
            </a:r>
          </a:p>
        </p:txBody>
      </p:sp>
      <p:sp>
        <p:nvSpPr>
          <p:cNvPr id="3" name="OTLSHAPE_TB_00000000000000000000000000000000_RightEndCaps" hidden="1">
            <a:extLst>
              <a:ext uri="{FF2B5EF4-FFF2-40B4-BE49-F238E27FC236}">
                <a16:creationId xmlns:a16="http://schemas.microsoft.com/office/drawing/2014/main" id="{32340B87-3296-B06E-8262-48467FF1F64C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103" y="148509"/>
            <a:ext cx="25648" cy="1538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00" b="1">
                <a:solidFill>
                  <a:srgbClr val="ED7D31"/>
                </a:solidFill>
                <a:latin typeface="Calibri" panose="020F0502020204030204" pitchFamily="34" charset="0"/>
              </a:rPr>
              <a:t>2027</a:t>
            </a:r>
          </a:p>
        </p:txBody>
      </p:sp>
      <p:sp>
        <p:nvSpPr>
          <p:cNvPr id="249" name="OTLSHAPE_TB_00000000000000000000000000000000_ScaleContainer">
            <a:extLst>
              <a:ext uri="{FF2B5EF4-FFF2-40B4-BE49-F238E27FC236}">
                <a16:creationId xmlns:a16="http://schemas.microsoft.com/office/drawing/2014/main" id="{289C31C1-0CFA-3395-B370-3B800E68E81B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293876" y="204740"/>
            <a:ext cx="10414000" cy="182880"/>
          </a:xfrm>
          <a:prstGeom prst="round2SameRect">
            <a:avLst/>
          </a:prstGeom>
          <a:solidFill>
            <a:srgbClr val="4040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TLSHAPE_SL_9cf0b9a3b4064869b9ae748fb5efbb51_HeaderRectangle">
            <a:extLst>
              <a:ext uri="{FF2B5EF4-FFF2-40B4-BE49-F238E27FC236}">
                <a16:creationId xmlns:a16="http://schemas.microsoft.com/office/drawing/2014/main" id="{4C9D00B6-A226-4928-2814-6F127ED16206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63500" y="652288"/>
            <a:ext cx="1104900" cy="1424093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TLSHAPE_SL_ffee1e79b85943a28c39454ea880fda8_HeaderRectangle">
            <a:extLst>
              <a:ext uri="{FF2B5EF4-FFF2-40B4-BE49-F238E27FC236}">
                <a16:creationId xmlns:a16="http://schemas.microsoft.com/office/drawing/2014/main" id="{8F8A23FA-3F2F-2E55-4EC5-FB9D14CD39DC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3500" y="2089081"/>
            <a:ext cx="1104900" cy="1945467"/>
          </a:xfrm>
          <a:prstGeom prst="rect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TLSHAPE_SL_a88f145e4d284420a2baa685af085546_HeaderRectangle">
            <a:extLst>
              <a:ext uri="{FF2B5EF4-FFF2-40B4-BE49-F238E27FC236}">
                <a16:creationId xmlns:a16="http://schemas.microsoft.com/office/drawing/2014/main" id="{15C57DAA-6CA3-97C8-8899-249ED617BB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3500" y="4059949"/>
            <a:ext cx="1104900" cy="837861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TLSHAPE_SL2A_17852ac1b8624429b87879f2bff175ae_HeaderRectangle" hidden="1">
            <a:extLst>
              <a:ext uri="{FF2B5EF4-FFF2-40B4-BE49-F238E27FC236}">
                <a16:creationId xmlns:a16="http://schemas.microsoft.com/office/drawing/2014/main" id="{86FFBAB9-93C4-0757-A650-A9A4218E3253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166876" y="652288"/>
            <a:ext cx="0" cy="0"/>
          </a:xfrm>
          <a:prstGeom prst="rect">
            <a:avLst/>
          </a:prstGeom>
          <a:solidFill>
            <a:srgbClr val="FFC000">
              <a:alpha val="24706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TLSHAPE_SL2A_dd06b9e5b51b4ad9b3f40eafbd182568_HeaderRectangle" hidden="1">
            <a:extLst>
              <a:ext uri="{FF2B5EF4-FFF2-40B4-BE49-F238E27FC236}">
                <a16:creationId xmlns:a16="http://schemas.microsoft.com/office/drawing/2014/main" id="{8854248C-A7EF-D4A5-FC8E-98FDEFD85E35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166876" y="2089081"/>
            <a:ext cx="0" cy="0"/>
          </a:xfrm>
          <a:prstGeom prst="rect">
            <a:avLst/>
          </a:prstGeom>
          <a:solidFill>
            <a:srgbClr val="70AD47">
              <a:alpha val="24706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OTLSHAPE_SL2A_f1f6021388eb484cb53f229929f5c756_HeaderRectangle" hidden="1">
            <a:extLst>
              <a:ext uri="{FF2B5EF4-FFF2-40B4-BE49-F238E27FC236}">
                <a16:creationId xmlns:a16="http://schemas.microsoft.com/office/drawing/2014/main" id="{35CDE29F-289F-BA7E-F94A-D2BFD868A8AD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166876" y="4059949"/>
            <a:ext cx="0" cy="0"/>
          </a:xfrm>
          <a:prstGeom prst="rect">
            <a:avLst/>
          </a:prstGeom>
          <a:solidFill>
            <a:srgbClr val="4472C4">
              <a:alpha val="24706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OTLSHAPE_TB_00000000000000000000000000000000_MiddleScaleContainer">
            <a:extLst>
              <a:ext uri="{FF2B5EF4-FFF2-40B4-BE49-F238E27FC236}">
                <a16:creationId xmlns:a16="http://schemas.microsoft.com/office/drawing/2014/main" id="{8A7A9FCC-D0C0-D295-F50C-3319F7854529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1293876" y="396764"/>
            <a:ext cx="10414000" cy="182880"/>
          </a:xfrm>
          <a:prstGeom prst="round2SameRect">
            <a:avLst>
              <a:gd name="adj1" fmla="val 0"/>
              <a:gd name="adj2" fmla="val 16667"/>
            </a:avLst>
          </a:prstGeom>
          <a:solidFill>
            <a:srgbClr val="4040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OTLSHAPE_TB_00000000000000000000000000000000_BottomScaleContainer" hidden="1">
            <a:extLst>
              <a:ext uri="{FF2B5EF4-FFF2-40B4-BE49-F238E27FC236}">
                <a16:creationId xmlns:a16="http://schemas.microsoft.com/office/drawing/2014/main" id="{60AAB807-5D83-F79E-BB89-88ACA9A44FB7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293876" y="204740"/>
            <a:ext cx="0" cy="0"/>
          </a:xfrm>
          <a:prstGeom prst="round2SameRect">
            <a:avLst>
              <a:gd name="adj1" fmla="val 0"/>
              <a:gd name="adj2" fmla="val 16667"/>
            </a:avLst>
          </a:prstGeom>
          <a:solidFill>
            <a:srgbClr val="4040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TLSHAPE_SL_5cfd8c6e4e334346a167733aa4c0b371_HeaderRectangle">
            <a:extLst>
              <a:ext uri="{FF2B5EF4-FFF2-40B4-BE49-F238E27FC236}">
                <a16:creationId xmlns:a16="http://schemas.microsoft.com/office/drawing/2014/main" id="{3EA6E625-A147-6F63-2450-F06D7D97914C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63500" y="4923210"/>
            <a:ext cx="1104900" cy="1711683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TLSHAPE_SL2A_b9c4788912eb4098a8cd309362383ca5_HeaderRectangle" hidden="1">
            <a:extLst>
              <a:ext uri="{FF2B5EF4-FFF2-40B4-BE49-F238E27FC236}">
                <a16:creationId xmlns:a16="http://schemas.microsoft.com/office/drawing/2014/main" id="{143AA093-4581-1E27-EE46-5C01674C9240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1166876" y="4923210"/>
            <a:ext cx="0" cy="0"/>
          </a:xfrm>
          <a:prstGeom prst="rect">
            <a:avLst/>
          </a:prstGeom>
          <a:solidFill>
            <a:srgbClr val="4472C4">
              <a:alpha val="24706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OTLSHAPE_G_00000000000000000000000000000000_ShapeBelow0">
            <a:extLst>
              <a:ext uri="{FF2B5EF4-FFF2-40B4-BE49-F238E27FC236}">
                <a16:creationId xmlns:a16="http://schemas.microsoft.com/office/drawing/2014/main" id="{247FC139-5D86-7A4A-D71D-9392722BEEB5}"/>
              </a:ext>
            </a:extLst>
          </p:cNvPr>
          <p:cNvCxnSpPr>
            <a:cxnSpLocks/>
          </p:cNvCxnSpPr>
          <p:nvPr>
            <p:custDataLst>
              <p:tags r:id="rId23"/>
            </p:custDataLst>
          </p:nvPr>
        </p:nvCxnSpPr>
        <p:spPr>
          <a:xfrm>
            <a:off x="1918831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OTLSHAPE_G_00000000000000000000000000000000_ShapeBelow1">
            <a:extLst>
              <a:ext uri="{FF2B5EF4-FFF2-40B4-BE49-F238E27FC236}">
                <a16:creationId xmlns:a16="http://schemas.microsoft.com/office/drawing/2014/main" id="{E221D92B-7534-6CB7-91FC-1EA369A7A7EC}"/>
              </a:ext>
            </a:extLst>
          </p:cNvPr>
          <p:cNvCxnSpPr>
            <a:cxnSpLocks/>
          </p:cNvCxnSpPr>
          <p:nvPr>
            <p:custDataLst>
              <p:tags r:id="rId24"/>
            </p:custDataLst>
          </p:nvPr>
        </p:nvCxnSpPr>
        <p:spPr>
          <a:xfrm>
            <a:off x="2543787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OTLSHAPE_G_00000000000000000000000000000000_ShapeBelow2">
            <a:extLst>
              <a:ext uri="{FF2B5EF4-FFF2-40B4-BE49-F238E27FC236}">
                <a16:creationId xmlns:a16="http://schemas.microsoft.com/office/drawing/2014/main" id="{9B54A073-5CAD-26C8-0A0A-21D072354B63}"/>
              </a:ext>
            </a:extLst>
          </p:cNvPr>
          <p:cNvCxnSpPr>
            <a:cxnSpLocks/>
          </p:cNvCxnSpPr>
          <p:nvPr>
            <p:custDataLst>
              <p:tags r:id="rId25"/>
            </p:custDataLst>
          </p:nvPr>
        </p:nvCxnSpPr>
        <p:spPr>
          <a:xfrm>
            <a:off x="3108263" y="588789"/>
            <a:ext cx="1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OTLSHAPE_G_00000000000000000000000000000000_ShapeBelow3">
            <a:extLst>
              <a:ext uri="{FF2B5EF4-FFF2-40B4-BE49-F238E27FC236}">
                <a16:creationId xmlns:a16="http://schemas.microsoft.com/office/drawing/2014/main" id="{591CDAD7-9F34-B5F6-8593-8E459C3919F3}"/>
              </a:ext>
            </a:extLst>
          </p:cNvPr>
          <p:cNvCxnSpPr>
            <a:cxnSpLocks/>
          </p:cNvCxnSpPr>
          <p:nvPr>
            <p:custDataLst>
              <p:tags r:id="rId26"/>
            </p:custDataLst>
          </p:nvPr>
        </p:nvCxnSpPr>
        <p:spPr>
          <a:xfrm>
            <a:off x="3733218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OTLSHAPE_G_00000000000000000000000000000000_ShapeBelow4">
            <a:extLst>
              <a:ext uri="{FF2B5EF4-FFF2-40B4-BE49-F238E27FC236}">
                <a16:creationId xmlns:a16="http://schemas.microsoft.com/office/drawing/2014/main" id="{06F6C737-EE68-A52A-F490-40FD295F8FA4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>
          <a:xfrm>
            <a:off x="4338014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OTLSHAPE_G_00000000000000000000000000000000_ShapeBelow5">
            <a:extLst>
              <a:ext uri="{FF2B5EF4-FFF2-40B4-BE49-F238E27FC236}">
                <a16:creationId xmlns:a16="http://schemas.microsoft.com/office/drawing/2014/main" id="{A7FF96CE-8877-E87B-0714-C72AE260909E}"/>
              </a:ext>
            </a:extLst>
          </p:cNvPr>
          <p:cNvCxnSpPr>
            <a:cxnSpLocks/>
          </p:cNvCxnSpPr>
          <p:nvPr>
            <p:custDataLst>
              <p:tags r:id="rId28"/>
            </p:custDataLst>
          </p:nvPr>
        </p:nvCxnSpPr>
        <p:spPr>
          <a:xfrm>
            <a:off x="4962970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OTLSHAPE_G_00000000000000000000000000000000_ShapeBelow6">
            <a:extLst>
              <a:ext uri="{FF2B5EF4-FFF2-40B4-BE49-F238E27FC236}">
                <a16:creationId xmlns:a16="http://schemas.microsoft.com/office/drawing/2014/main" id="{10856CCC-9333-0159-4CBC-BC0226DC3CCE}"/>
              </a:ext>
            </a:extLst>
          </p:cNvPr>
          <p:cNvCxnSpPr>
            <a:cxnSpLocks/>
          </p:cNvCxnSpPr>
          <p:nvPr>
            <p:custDataLst>
              <p:tags r:id="rId29"/>
            </p:custDataLst>
          </p:nvPr>
        </p:nvCxnSpPr>
        <p:spPr>
          <a:xfrm flipH="1">
            <a:off x="5567765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OTLSHAPE_G_00000000000000000000000000000000_ShapeBelow7">
            <a:extLst>
              <a:ext uri="{FF2B5EF4-FFF2-40B4-BE49-F238E27FC236}">
                <a16:creationId xmlns:a16="http://schemas.microsoft.com/office/drawing/2014/main" id="{353E8E46-AF4E-047D-40A1-AAFBB6DD8E6A}"/>
              </a:ext>
            </a:extLst>
          </p:cNvPr>
          <p:cNvCxnSpPr>
            <a:cxnSpLocks/>
          </p:cNvCxnSpPr>
          <p:nvPr>
            <p:custDataLst>
              <p:tags r:id="rId30"/>
            </p:custDataLst>
          </p:nvPr>
        </p:nvCxnSpPr>
        <p:spPr>
          <a:xfrm flipH="1">
            <a:off x="6192721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OTLSHAPE_G_00000000000000000000000000000000_ShapeBelow8">
            <a:extLst>
              <a:ext uri="{FF2B5EF4-FFF2-40B4-BE49-F238E27FC236}">
                <a16:creationId xmlns:a16="http://schemas.microsoft.com/office/drawing/2014/main" id="{3DBEE262-BF06-1400-68DF-256A08392318}"/>
              </a:ext>
            </a:extLst>
          </p:cNvPr>
          <p:cNvCxnSpPr>
            <a:cxnSpLocks/>
          </p:cNvCxnSpPr>
          <p:nvPr>
            <p:custDataLst>
              <p:tags r:id="rId31"/>
            </p:custDataLst>
          </p:nvPr>
        </p:nvCxnSpPr>
        <p:spPr>
          <a:xfrm flipH="1">
            <a:off x="6817676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OTLSHAPE_G_00000000000000000000000000000000_ShapeBelow9">
            <a:extLst>
              <a:ext uri="{FF2B5EF4-FFF2-40B4-BE49-F238E27FC236}">
                <a16:creationId xmlns:a16="http://schemas.microsoft.com/office/drawing/2014/main" id="{55CD9E93-3C71-2BA6-70D3-97BF3AFB959F}"/>
              </a:ext>
            </a:extLst>
          </p:cNvPr>
          <p:cNvCxnSpPr>
            <a:cxnSpLocks/>
          </p:cNvCxnSpPr>
          <p:nvPr>
            <p:custDataLst>
              <p:tags r:id="rId32"/>
            </p:custDataLst>
          </p:nvPr>
        </p:nvCxnSpPr>
        <p:spPr>
          <a:xfrm>
            <a:off x="7422472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OTLSHAPE_G_00000000000000000000000000000000_ShapeBelow10">
            <a:extLst>
              <a:ext uri="{FF2B5EF4-FFF2-40B4-BE49-F238E27FC236}">
                <a16:creationId xmlns:a16="http://schemas.microsoft.com/office/drawing/2014/main" id="{EE67EC1A-5124-3C78-8638-F453290FB52E}"/>
              </a:ext>
            </a:extLst>
          </p:cNvPr>
          <p:cNvCxnSpPr>
            <a:cxnSpLocks/>
          </p:cNvCxnSpPr>
          <p:nvPr>
            <p:custDataLst>
              <p:tags r:id="rId33"/>
            </p:custDataLst>
          </p:nvPr>
        </p:nvCxnSpPr>
        <p:spPr>
          <a:xfrm>
            <a:off x="8047427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OTLSHAPE_G_00000000000000000000000000000000_ShapeBelow11">
            <a:extLst>
              <a:ext uri="{FF2B5EF4-FFF2-40B4-BE49-F238E27FC236}">
                <a16:creationId xmlns:a16="http://schemas.microsoft.com/office/drawing/2014/main" id="{77D5A03C-639B-1B5F-6F83-43BC05481931}"/>
              </a:ext>
            </a:extLst>
          </p:cNvPr>
          <p:cNvCxnSpPr>
            <a:cxnSpLocks/>
          </p:cNvCxnSpPr>
          <p:nvPr>
            <p:custDataLst>
              <p:tags r:id="rId34"/>
            </p:custDataLst>
          </p:nvPr>
        </p:nvCxnSpPr>
        <p:spPr>
          <a:xfrm>
            <a:off x="8652223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OTLSHAPE_G_00000000000000000000000000000000_ShapeBelow12">
            <a:extLst>
              <a:ext uri="{FF2B5EF4-FFF2-40B4-BE49-F238E27FC236}">
                <a16:creationId xmlns:a16="http://schemas.microsoft.com/office/drawing/2014/main" id="{3BDAB963-CC59-B861-1A88-D75806C12919}"/>
              </a:ext>
            </a:extLst>
          </p:cNvPr>
          <p:cNvCxnSpPr>
            <a:cxnSpLocks/>
          </p:cNvCxnSpPr>
          <p:nvPr>
            <p:custDataLst>
              <p:tags r:id="rId35"/>
            </p:custDataLst>
          </p:nvPr>
        </p:nvCxnSpPr>
        <p:spPr>
          <a:xfrm>
            <a:off x="9277179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OTLSHAPE_G_00000000000000000000000000000000_ShapeBelow13">
            <a:extLst>
              <a:ext uri="{FF2B5EF4-FFF2-40B4-BE49-F238E27FC236}">
                <a16:creationId xmlns:a16="http://schemas.microsoft.com/office/drawing/2014/main" id="{786BF3A6-BF7A-689D-75F3-708F071BA8C0}"/>
              </a:ext>
            </a:extLst>
          </p:cNvPr>
          <p:cNvCxnSpPr>
            <a:cxnSpLocks/>
          </p:cNvCxnSpPr>
          <p:nvPr>
            <p:custDataLst>
              <p:tags r:id="rId36"/>
            </p:custDataLst>
          </p:nvPr>
        </p:nvCxnSpPr>
        <p:spPr>
          <a:xfrm>
            <a:off x="9902134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OTLSHAPE_G_00000000000000000000000000000000_ShapeBelow14">
            <a:extLst>
              <a:ext uri="{FF2B5EF4-FFF2-40B4-BE49-F238E27FC236}">
                <a16:creationId xmlns:a16="http://schemas.microsoft.com/office/drawing/2014/main" id="{8502A0E1-86C3-DD6A-ECE3-31D37A24E2D3}"/>
              </a:ext>
            </a:extLst>
          </p:cNvPr>
          <p:cNvCxnSpPr/>
          <p:nvPr>
            <p:custDataLst>
              <p:tags r:id="rId37"/>
            </p:custDataLst>
          </p:nvPr>
        </p:nvCxnSpPr>
        <p:spPr>
          <a:xfrm>
            <a:off x="10466610" y="588788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OTLSHAPE_G_00000000000000000000000000000000_ShapeBelow15">
            <a:extLst>
              <a:ext uri="{FF2B5EF4-FFF2-40B4-BE49-F238E27FC236}">
                <a16:creationId xmlns:a16="http://schemas.microsoft.com/office/drawing/2014/main" id="{C1B8EEF8-CE28-7EF8-970E-62B8AD2BEC98}"/>
              </a:ext>
            </a:extLst>
          </p:cNvPr>
          <p:cNvCxnSpPr/>
          <p:nvPr>
            <p:custDataLst>
              <p:tags r:id="rId38"/>
            </p:custDataLst>
          </p:nvPr>
        </p:nvCxnSpPr>
        <p:spPr>
          <a:xfrm>
            <a:off x="11091566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TLSHAPE_SLT_bf0bab4e98f54763a82568a5d219a5c7_Shape">
            <a:extLst>
              <a:ext uri="{FF2B5EF4-FFF2-40B4-BE49-F238E27FC236}">
                <a16:creationId xmlns:a16="http://schemas.microsoft.com/office/drawing/2014/main" id="{8D2CF853-DE05-717A-7F8B-81ACFC801F87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2039791" y="1007888"/>
            <a:ext cx="508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TLSHAPE_SLT_840d1906cb104b01bde15bb78e8e323b_Shape">
            <a:extLst>
              <a:ext uri="{FF2B5EF4-FFF2-40B4-BE49-F238E27FC236}">
                <a16:creationId xmlns:a16="http://schemas.microsoft.com/office/drawing/2014/main" id="{2470A718-C8D8-239C-22D3-768170A291A1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2180910" y="1229207"/>
            <a:ext cx="1524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TLSHAPE_SLT_eeb83e503ffe4a72a203fede87f23081_Shape">
            <a:extLst>
              <a:ext uri="{FF2B5EF4-FFF2-40B4-BE49-F238E27FC236}">
                <a16:creationId xmlns:a16="http://schemas.microsoft.com/office/drawing/2014/main" id="{84C85770-4383-6DFD-BE6F-7D1C2547319F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2604267" y="1229207"/>
            <a:ext cx="1524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TLSHAPE_SLT_71feb0897c2b47d28678366d0661913b_Shape">
            <a:extLst>
              <a:ext uri="{FF2B5EF4-FFF2-40B4-BE49-F238E27FC236}">
                <a16:creationId xmlns:a16="http://schemas.microsoft.com/office/drawing/2014/main" id="{F94D87B7-712B-8EBA-0FC5-80F5F10E1D42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4338014" y="2127181"/>
            <a:ext cx="12319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TLSHAPE_SLT_fa8886b769a54c02817aaba54576e921_Shape">
            <a:extLst>
              <a:ext uri="{FF2B5EF4-FFF2-40B4-BE49-F238E27FC236}">
                <a16:creationId xmlns:a16="http://schemas.microsoft.com/office/drawing/2014/main" id="{719BDF5A-53B6-5D8C-B7CD-78E6D441EC29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5567766" y="2569818"/>
            <a:ext cx="3175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TLSHAPE_SLT_a0005013d1434eca8799fe0021a266e0_Shape">
            <a:extLst>
              <a:ext uri="{FF2B5EF4-FFF2-40B4-BE49-F238E27FC236}">
                <a16:creationId xmlns:a16="http://schemas.microsoft.com/office/drawing/2014/main" id="{4E49C54A-6F2B-BB01-0C16-3B5B7DF7D953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5930643" y="2791137"/>
            <a:ext cx="241300" cy="195918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TLSHAPE_SLT_db841b2dc0b5434e83008cd4d4e540bc_Shape">
            <a:extLst>
              <a:ext uri="{FF2B5EF4-FFF2-40B4-BE49-F238E27FC236}">
                <a16:creationId xmlns:a16="http://schemas.microsoft.com/office/drawing/2014/main" id="{DF4E6AF8-1E40-BC4F-34CC-23B1A61FFEA2}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4338014" y="2348500"/>
            <a:ext cx="3086100" cy="170518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TLSHAPE_SLT_3ef8107866514941904e61ada6b41143_Shape">
            <a:extLst>
              <a:ext uri="{FF2B5EF4-FFF2-40B4-BE49-F238E27FC236}">
                <a16:creationId xmlns:a16="http://schemas.microsoft.com/office/drawing/2014/main" id="{61D8E062-73BB-4626-088B-085EFB823FC8}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6202787" y="3177386"/>
            <a:ext cx="596900" cy="171532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OTLSHAPE_SLT_73609d6e8c64405eaf9a111900945daa_Shape">
            <a:extLst>
              <a:ext uri="{FF2B5EF4-FFF2-40B4-BE49-F238E27FC236}">
                <a16:creationId xmlns:a16="http://schemas.microsoft.com/office/drawing/2014/main" id="{3334B94A-6307-A6EE-0FCB-71F360CEF609}"/>
              </a:ext>
            </a:extLst>
          </p:cNvPr>
          <p:cNvSpPr/>
          <p:nvPr>
            <p:custDataLst>
              <p:tags r:id="rId47"/>
            </p:custDataLst>
          </p:nvPr>
        </p:nvSpPr>
        <p:spPr>
          <a:xfrm>
            <a:off x="6202787" y="3399718"/>
            <a:ext cx="3073400" cy="2032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OTLSHAPE_SLT_154c9ec80d514ce0ac519c8a0c251577_Shape">
            <a:extLst>
              <a:ext uri="{FF2B5EF4-FFF2-40B4-BE49-F238E27FC236}">
                <a16:creationId xmlns:a16="http://schemas.microsoft.com/office/drawing/2014/main" id="{CCDE2AF3-B253-C1C3-D6B0-4E9165CFCD78}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6817676" y="4104314"/>
            <a:ext cx="4279900" cy="1270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" name="OTLSHAPE_SLT_25fbb1fddd8a4f46a9d45332861d3822_Shape">
            <a:extLst>
              <a:ext uri="{FF2B5EF4-FFF2-40B4-BE49-F238E27FC236}">
                <a16:creationId xmlns:a16="http://schemas.microsoft.com/office/drawing/2014/main" id="{AA9DDB41-BCF2-D7A4-8DB0-3BCF5644B40E}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6817676" y="4288379"/>
            <a:ext cx="4279900" cy="139531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4" name="OTLSHAPE_SLT_b129fec362424c46a2196de32a8ae2ce_Shape">
            <a:extLst>
              <a:ext uri="{FF2B5EF4-FFF2-40B4-BE49-F238E27FC236}">
                <a16:creationId xmlns:a16="http://schemas.microsoft.com/office/drawing/2014/main" id="{2EC1B2B2-5114-AAEA-E321-49029866CD23}"/>
              </a:ext>
            </a:extLst>
          </p:cNvPr>
          <p:cNvSpPr/>
          <p:nvPr>
            <p:custDataLst>
              <p:tags r:id="rId50"/>
            </p:custDataLst>
          </p:nvPr>
        </p:nvSpPr>
        <p:spPr>
          <a:xfrm>
            <a:off x="9922280" y="3653718"/>
            <a:ext cx="1181100" cy="2032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TLSHAPE_SLT_602a105a640d41c3ab2db0d2e2df6b37_Shape">
            <a:extLst>
              <a:ext uri="{FF2B5EF4-FFF2-40B4-BE49-F238E27FC236}">
                <a16:creationId xmlns:a16="http://schemas.microsoft.com/office/drawing/2014/main" id="{A4E0045F-D807-5469-6D94-0313ACEF89EB}"/>
              </a:ext>
            </a:extLst>
          </p:cNvPr>
          <p:cNvSpPr/>
          <p:nvPr>
            <p:custDataLst>
              <p:tags r:id="rId51"/>
            </p:custDataLst>
          </p:nvPr>
        </p:nvSpPr>
        <p:spPr>
          <a:xfrm>
            <a:off x="2745386" y="1659144"/>
            <a:ext cx="15875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7" name="OTLSHAPE_SLT_3c1978aa1f26440b90b182da90fd9770_Shape">
            <a:extLst>
              <a:ext uri="{FF2B5EF4-FFF2-40B4-BE49-F238E27FC236}">
                <a16:creationId xmlns:a16="http://schemas.microsoft.com/office/drawing/2014/main" id="{7887DA4E-CE79-4507-D467-25DCD2B1F5A8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4257361" y="5285075"/>
            <a:ext cx="292100" cy="1270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6" name="OTLSHAPE_SLT_76fd4cce41554645bae9688512927ba8_Shape">
            <a:extLst>
              <a:ext uri="{FF2B5EF4-FFF2-40B4-BE49-F238E27FC236}">
                <a16:creationId xmlns:a16="http://schemas.microsoft.com/office/drawing/2014/main" id="{CB2EB9B8-9868-1A23-55D7-276285A7FDAD}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>
            <a:off x="4821837" y="6097706"/>
            <a:ext cx="431800" cy="1270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3" name="OTLSHAPE_SLT_86f75bc7f0ad4039913d0b0e664d3f52_Shape">
            <a:extLst>
              <a:ext uri="{FF2B5EF4-FFF2-40B4-BE49-F238E27FC236}">
                <a16:creationId xmlns:a16="http://schemas.microsoft.com/office/drawing/2014/main" id="{9933208E-3A52-DBF8-06A2-2D42F72CA267}"/>
              </a:ext>
            </a:extLst>
          </p:cNvPr>
          <p:cNvSpPr/>
          <p:nvPr>
            <p:custDataLst>
              <p:tags r:id="rId54"/>
            </p:custDataLst>
          </p:nvPr>
        </p:nvSpPr>
        <p:spPr>
          <a:xfrm>
            <a:off x="5245194" y="6281109"/>
            <a:ext cx="152400" cy="115455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5" name="OTLSHAPE_SLT_04ba4b80366a4ad9acd058ae51a09f96_Shape">
            <a:extLst>
              <a:ext uri="{FF2B5EF4-FFF2-40B4-BE49-F238E27FC236}">
                <a16:creationId xmlns:a16="http://schemas.microsoft.com/office/drawing/2014/main" id="{51F2D3B5-0BA4-9FF0-DFC8-363693147B06}"/>
              </a:ext>
            </a:extLst>
          </p:cNvPr>
          <p:cNvSpPr/>
          <p:nvPr>
            <p:custDataLst>
              <p:tags r:id="rId55"/>
            </p:custDataLst>
          </p:nvPr>
        </p:nvSpPr>
        <p:spPr>
          <a:xfrm>
            <a:off x="4317854" y="1867763"/>
            <a:ext cx="1524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OTLSHAPE_SLT_3de880a068c8477688aba1bad8676146_Shape">
            <a:extLst>
              <a:ext uri="{FF2B5EF4-FFF2-40B4-BE49-F238E27FC236}">
                <a16:creationId xmlns:a16="http://schemas.microsoft.com/office/drawing/2014/main" id="{E7AF558F-0535-64CD-D15B-4A177216314C}"/>
              </a:ext>
            </a:extLst>
          </p:cNvPr>
          <p:cNvSpPr/>
          <p:nvPr>
            <p:custDataLst>
              <p:tags r:id="rId56"/>
            </p:custDataLst>
          </p:nvPr>
        </p:nvSpPr>
        <p:spPr>
          <a:xfrm>
            <a:off x="2826025" y="1450525"/>
            <a:ext cx="762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TLSHAPE_TB_00000000000000000000000000000000_ElapsedTime">
            <a:extLst>
              <a:ext uri="{FF2B5EF4-FFF2-40B4-BE49-F238E27FC236}">
                <a16:creationId xmlns:a16="http://schemas.microsoft.com/office/drawing/2014/main" id="{48C09C86-9B86-17DB-664F-32CC8FF7E84B}"/>
              </a:ext>
            </a:extLst>
          </p:cNvPr>
          <p:cNvSpPr/>
          <p:nvPr>
            <p:custDataLst>
              <p:tags r:id="rId57"/>
            </p:custDataLst>
          </p:nvPr>
        </p:nvSpPr>
        <p:spPr>
          <a:xfrm>
            <a:off x="1293876" y="204740"/>
            <a:ext cx="927100" cy="25603"/>
          </a:xfrm>
          <a:prstGeom prst="rect">
            <a:avLst/>
          </a:prstGeom>
          <a:solidFill>
            <a:srgbClr val="FF0000">
              <a:alpha val="7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TLSHAPE_SLT_bf0bab4e98f54763a82568a5d219a5c7_ShapePercentage" hidden="1">
            <a:extLst>
              <a:ext uri="{FF2B5EF4-FFF2-40B4-BE49-F238E27FC236}">
                <a16:creationId xmlns:a16="http://schemas.microsoft.com/office/drawing/2014/main" id="{E82154CD-F858-CE41-1CD9-A48EE65B0060}"/>
              </a:ext>
            </a:extLst>
          </p:cNvPr>
          <p:cNvSpPr/>
          <p:nvPr>
            <p:custDataLst>
              <p:tags r:id="rId58"/>
            </p:custDataLst>
          </p:nvPr>
        </p:nvSpPr>
        <p:spPr>
          <a:xfrm>
            <a:off x="2039791" y="1007888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TLSHAPE_SLT_840d1906cb104b01bde15bb78e8e323b_ShapePercentage" hidden="1">
            <a:extLst>
              <a:ext uri="{FF2B5EF4-FFF2-40B4-BE49-F238E27FC236}">
                <a16:creationId xmlns:a16="http://schemas.microsoft.com/office/drawing/2014/main" id="{28798984-F055-34CA-5573-3759B0163FBE}"/>
              </a:ext>
            </a:extLst>
          </p:cNvPr>
          <p:cNvSpPr/>
          <p:nvPr>
            <p:custDataLst>
              <p:tags r:id="rId59"/>
            </p:custDataLst>
          </p:nvPr>
        </p:nvSpPr>
        <p:spPr>
          <a:xfrm>
            <a:off x="2180910" y="1229207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TLSHAPE_SLT_eeb83e503ffe4a72a203fede87f23081_ShapePercentage" hidden="1">
            <a:extLst>
              <a:ext uri="{FF2B5EF4-FFF2-40B4-BE49-F238E27FC236}">
                <a16:creationId xmlns:a16="http://schemas.microsoft.com/office/drawing/2014/main" id="{503D56B1-08B0-8A21-1379-13560D7E9942}"/>
              </a:ext>
            </a:extLst>
          </p:cNvPr>
          <p:cNvSpPr/>
          <p:nvPr>
            <p:custDataLst>
              <p:tags r:id="rId60"/>
            </p:custDataLst>
          </p:nvPr>
        </p:nvSpPr>
        <p:spPr>
          <a:xfrm>
            <a:off x="2604267" y="1229207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TLSHAPE_SLT_71feb0897c2b47d28678366d0661913b_ShapePercentage" hidden="1">
            <a:extLst>
              <a:ext uri="{FF2B5EF4-FFF2-40B4-BE49-F238E27FC236}">
                <a16:creationId xmlns:a16="http://schemas.microsoft.com/office/drawing/2014/main" id="{1BD158C9-97CC-347F-93CB-27E856FD43EE}"/>
              </a:ext>
            </a:extLst>
          </p:cNvPr>
          <p:cNvSpPr/>
          <p:nvPr>
            <p:custDataLst>
              <p:tags r:id="rId61"/>
            </p:custDataLst>
          </p:nvPr>
        </p:nvSpPr>
        <p:spPr>
          <a:xfrm>
            <a:off x="4338014" y="2127181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TLSHAPE_SLT_fa8886b769a54c02817aaba54576e921_ShapePercentage" hidden="1">
            <a:extLst>
              <a:ext uri="{FF2B5EF4-FFF2-40B4-BE49-F238E27FC236}">
                <a16:creationId xmlns:a16="http://schemas.microsoft.com/office/drawing/2014/main" id="{8A636362-AAC6-BB97-A8BD-2BE3AFED875C}"/>
              </a:ext>
            </a:extLst>
          </p:cNvPr>
          <p:cNvSpPr/>
          <p:nvPr>
            <p:custDataLst>
              <p:tags r:id="rId62"/>
            </p:custDataLst>
          </p:nvPr>
        </p:nvSpPr>
        <p:spPr>
          <a:xfrm>
            <a:off x="5567766" y="2569818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TLSHAPE_SLT_a0005013d1434eca8799fe0021a266e0_ShapePercentage" hidden="1">
            <a:extLst>
              <a:ext uri="{FF2B5EF4-FFF2-40B4-BE49-F238E27FC236}">
                <a16:creationId xmlns:a16="http://schemas.microsoft.com/office/drawing/2014/main" id="{5229EC13-1195-5013-6953-FD43B08D2FDF}"/>
              </a:ext>
            </a:extLst>
          </p:cNvPr>
          <p:cNvSpPr/>
          <p:nvPr>
            <p:custDataLst>
              <p:tags r:id="rId63"/>
            </p:custDataLst>
          </p:nvPr>
        </p:nvSpPr>
        <p:spPr>
          <a:xfrm>
            <a:off x="5930643" y="2791137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TLSHAPE_SLT_db841b2dc0b5434e83008cd4d4e540bc_ShapePercentage" hidden="1">
            <a:extLst>
              <a:ext uri="{FF2B5EF4-FFF2-40B4-BE49-F238E27FC236}">
                <a16:creationId xmlns:a16="http://schemas.microsoft.com/office/drawing/2014/main" id="{A357BD00-FD6B-43C5-31AB-554CE3D94C48}"/>
              </a:ext>
            </a:extLst>
          </p:cNvPr>
          <p:cNvSpPr/>
          <p:nvPr>
            <p:custDataLst>
              <p:tags r:id="rId64"/>
            </p:custDataLst>
          </p:nvPr>
        </p:nvSpPr>
        <p:spPr>
          <a:xfrm>
            <a:off x="4338014" y="2348500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TLSHAPE_SLT_3ef8107866514941904e61ada6b41143_ShapePercentage" hidden="1">
            <a:extLst>
              <a:ext uri="{FF2B5EF4-FFF2-40B4-BE49-F238E27FC236}">
                <a16:creationId xmlns:a16="http://schemas.microsoft.com/office/drawing/2014/main" id="{9CCBED5A-5541-77F4-CA27-FB427B48088B}"/>
              </a:ext>
            </a:extLst>
          </p:cNvPr>
          <p:cNvSpPr/>
          <p:nvPr>
            <p:custDataLst>
              <p:tags r:id="rId65"/>
            </p:custDataLst>
          </p:nvPr>
        </p:nvSpPr>
        <p:spPr>
          <a:xfrm>
            <a:off x="6202787" y="3177386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OTLSHAPE_SLT_73609d6e8c64405eaf9a111900945daa_ShapePercentage" hidden="1">
            <a:extLst>
              <a:ext uri="{FF2B5EF4-FFF2-40B4-BE49-F238E27FC236}">
                <a16:creationId xmlns:a16="http://schemas.microsoft.com/office/drawing/2014/main" id="{88F0833C-D8DC-12DB-50C9-9DB225E2AB63}"/>
              </a:ext>
            </a:extLst>
          </p:cNvPr>
          <p:cNvSpPr/>
          <p:nvPr>
            <p:custDataLst>
              <p:tags r:id="rId66"/>
            </p:custDataLst>
          </p:nvPr>
        </p:nvSpPr>
        <p:spPr>
          <a:xfrm>
            <a:off x="6202787" y="3399718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" name="OTLSHAPE_SLT_154c9ec80d514ce0ac519c8a0c251577_ShapePercentage" hidden="1">
            <a:extLst>
              <a:ext uri="{FF2B5EF4-FFF2-40B4-BE49-F238E27FC236}">
                <a16:creationId xmlns:a16="http://schemas.microsoft.com/office/drawing/2014/main" id="{0A7C3EE7-0C79-B3FD-1AF9-26DDF9F238B3}"/>
              </a:ext>
            </a:extLst>
          </p:cNvPr>
          <p:cNvSpPr/>
          <p:nvPr>
            <p:custDataLst>
              <p:tags r:id="rId67"/>
            </p:custDataLst>
          </p:nvPr>
        </p:nvSpPr>
        <p:spPr>
          <a:xfrm>
            <a:off x="6817676" y="4104314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TLSHAPE_SLM_4e9a3727d0604e7e816f8174a5018ce4_Shape">
            <a:extLst>
              <a:ext uri="{FF2B5EF4-FFF2-40B4-BE49-F238E27FC236}">
                <a16:creationId xmlns:a16="http://schemas.microsoft.com/office/drawing/2014/main" id="{9E603E25-0732-FA38-F515-F8E06B5F5DBD}"/>
              </a:ext>
            </a:extLst>
          </p:cNvPr>
          <p:cNvSpPr/>
          <p:nvPr>
            <p:custDataLst>
              <p:tags r:id="rId68"/>
            </p:custDataLst>
          </p:nvPr>
        </p:nvSpPr>
        <p:spPr>
          <a:xfrm>
            <a:off x="11613797" y="4478710"/>
            <a:ext cx="165100" cy="165100"/>
          </a:xfrm>
          <a:prstGeom prst="wave">
            <a:avLst/>
          </a:prstGeom>
          <a:solidFill>
            <a:srgbClr val="B15D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" name="OTLSHAPE_SLT_25fbb1fddd8a4f46a9d45332861d3822_ShapePercentage" hidden="1">
            <a:extLst>
              <a:ext uri="{FF2B5EF4-FFF2-40B4-BE49-F238E27FC236}">
                <a16:creationId xmlns:a16="http://schemas.microsoft.com/office/drawing/2014/main" id="{B3948C4C-6567-8328-F9DE-71650FDD833D}"/>
              </a:ext>
            </a:extLst>
          </p:cNvPr>
          <p:cNvSpPr/>
          <p:nvPr>
            <p:custDataLst>
              <p:tags r:id="rId69"/>
            </p:custDataLst>
          </p:nvPr>
        </p:nvSpPr>
        <p:spPr>
          <a:xfrm>
            <a:off x="6817676" y="4288379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5" name="OTLSHAPE_SLT_b129fec362424c46a2196de32a8ae2ce_ShapePercentage" hidden="1">
            <a:extLst>
              <a:ext uri="{FF2B5EF4-FFF2-40B4-BE49-F238E27FC236}">
                <a16:creationId xmlns:a16="http://schemas.microsoft.com/office/drawing/2014/main" id="{D1784BDE-2BAA-D3F9-5067-EFA8D668B808}"/>
              </a:ext>
            </a:extLst>
          </p:cNvPr>
          <p:cNvSpPr/>
          <p:nvPr>
            <p:custDataLst>
              <p:tags r:id="rId70"/>
            </p:custDataLst>
          </p:nvPr>
        </p:nvSpPr>
        <p:spPr>
          <a:xfrm>
            <a:off x="9922280" y="3653718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TLSHAPE_SLM_7be5667765e34eb4b386a61d45f7bf6d_Shape">
            <a:extLst>
              <a:ext uri="{FF2B5EF4-FFF2-40B4-BE49-F238E27FC236}">
                <a16:creationId xmlns:a16="http://schemas.microsoft.com/office/drawing/2014/main" id="{5F7BE90D-0681-0BB0-900B-2B9E25A01C34}"/>
              </a:ext>
            </a:extLst>
          </p:cNvPr>
          <p:cNvSpPr/>
          <p:nvPr>
            <p:custDataLst>
              <p:tags r:id="rId71"/>
            </p:custDataLst>
          </p:nvPr>
        </p:nvSpPr>
        <p:spPr>
          <a:xfrm>
            <a:off x="11613797" y="4694610"/>
            <a:ext cx="165100" cy="165100"/>
          </a:xfrm>
          <a:prstGeom prst="wave">
            <a:avLst/>
          </a:prstGeom>
          <a:solidFill>
            <a:srgbClr val="B15D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TLSHAPE_SLT_602a105a640d41c3ab2db0d2e2df6b37_ShapePercentage" hidden="1">
            <a:extLst>
              <a:ext uri="{FF2B5EF4-FFF2-40B4-BE49-F238E27FC236}">
                <a16:creationId xmlns:a16="http://schemas.microsoft.com/office/drawing/2014/main" id="{97704955-5130-1B0E-F192-BE26D36543B0}"/>
              </a:ext>
            </a:extLst>
          </p:cNvPr>
          <p:cNvSpPr/>
          <p:nvPr>
            <p:custDataLst>
              <p:tags r:id="rId72"/>
            </p:custDataLst>
          </p:nvPr>
        </p:nvSpPr>
        <p:spPr>
          <a:xfrm>
            <a:off x="2745386" y="1659144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TLSHAPE_SLM_f45e037ac3b74478ac06e180e63dfaf0_Shape">
            <a:extLst>
              <a:ext uri="{FF2B5EF4-FFF2-40B4-BE49-F238E27FC236}">
                <a16:creationId xmlns:a16="http://schemas.microsoft.com/office/drawing/2014/main" id="{134DA503-B2B6-02D7-F1CD-2A054289B742}"/>
              </a:ext>
            </a:extLst>
          </p:cNvPr>
          <p:cNvSpPr/>
          <p:nvPr>
            <p:custDataLst>
              <p:tags r:id="rId73"/>
            </p:custDataLst>
          </p:nvPr>
        </p:nvSpPr>
        <p:spPr>
          <a:xfrm>
            <a:off x="1215993" y="4961310"/>
            <a:ext cx="203200" cy="254000"/>
          </a:xfrm>
          <a:prstGeom prst="diamond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TLSHAPE_SLM_636f5307e2d64c40b21c00e4b9513b6a_Shape">
            <a:extLst>
              <a:ext uri="{FF2B5EF4-FFF2-40B4-BE49-F238E27FC236}">
                <a16:creationId xmlns:a16="http://schemas.microsoft.com/office/drawing/2014/main" id="{F9ADD9CC-A107-324F-213B-1293FEFC007C}"/>
              </a:ext>
            </a:extLst>
          </p:cNvPr>
          <p:cNvSpPr/>
          <p:nvPr>
            <p:custDataLst>
              <p:tags r:id="rId74"/>
            </p:custDataLst>
          </p:nvPr>
        </p:nvSpPr>
        <p:spPr>
          <a:xfrm>
            <a:off x="1481960" y="5456441"/>
            <a:ext cx="228600" cy="254000"/>
          </a:xfrm>
          <a:prstGeom prst="diamond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2" name="OTLSHAPE_SLM_59752d9cf5ac4fbba53cc3795677de8b_Shape">
            <a:extLst>
              <a:ext uri="{FF2B5EF4-FFF2-40B4-BE49-F238E27FC236}">
                <a16:creationId xmlns:a16="http://schemas.microsoft.com/office/drawing/2014/main" id="{4D4DBE46-9FBD-9C6D-75E6-EFDEA2F380BC}"/>
              </a:ext>
            </a:extLst>
          </p:cNvPr>
          <p:cNvSpPr/>
          <p:nvPr>
            <p:custDataLst>
              <p:tags r:id="rId75"/>
            </p:custDataLst>
          </p:nvPr>
        </p:nvSpPr>
        <p:spPr>
          <a:xfrm>
            <a:off x="5303763" y="6446702"/>
            <a:ext cx="165100" cy="150091"/>
          </a:xfrm>
          <a:prstGeom prst="wave">
            <a:avLst/>
          </a:prstGeom>
          <a:solidFill>
            <a:srgbClr val="843C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" name="OTLSHAPE_SLT_3c1978aa1f26440b90b182da90fd9770_ShapePercentage" hidden="1">
            <a:extLst>
              <a:ext uri="{FF2B5EF4-FFF2-40B4-BE49-F238E27FC236}">
                <a16:creationId xmlns:a16="http://schemas.microsoft.com/office/drawing/2014/main" id="{AD624D99-6A2C-24B1-E006-165980AC1B33}"/>
              </a:ext>
            </a:extLst>
          </p:cNvPr>
          <p:cNvSpPr/>
          <p:nvPr>
            <p:custDataLst>
              <p:tags r:id="rId76"/>
            </p:custDataLst>
          </p:nvPr>
        </p:nvSpPr>
        <p:spPr>
          <a:xfrm>
            <a:off x="4257361" y="5285075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7" name="OTLSHAPE_SLT_76fd4cce41554645bae9688512927ba8_ShapePercentage" hidden="1">
            <a:extLst>
              <a:ext uri="{FF2B5EF4-FFF2-40B4-BE49-F238E27FC236}">
                <a16:creationId xmlns:a16="http://schemas.microsoft.com/office/drawing/2014/main" id="{28618F40-40F8-D53E-B5A5-00AD9CD3FED7}"/>
              </a:ext>
            </a:extLst>
          </p:cNvPr>
          <p:cNvSpPr/>
          <p:nvPr>
            <p:custDataLst>
              <p:tags r:id="rId77"/>
            </p:custDataLst>
          </p:nvPr>
        </p:nvSpPr>
        <p:spPr>
          <a:xfrm>
            <a:off x="4821837" y="6097706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TLSHAPE_SLT_86f75bc7f0ad4039913d0b0e664d3f52_ShapePercentage" hidden="1">
            <a:extLst>
              <a:ext uri="{FF2B5EF4-FFF2-40B4-BE49-F238E27FC236}">
                <a16:creationId xmlns:a16="http://schemas.microsoft.com/office/drawing/2014/main" id="{1A438B1A-1E21-FA2C-9274-566D5794877A}"/>
              </a:ext>
            </a:extLst>
          </p:cNvPr>
          <p:cNvSpPr/>
          <p:nvPr>
            <p:custDataLst>
              <p:tags r:id="rId78"/>
            </p:custDataLst>
          </p:nvPr>
        </p:nvSpPr>
        <p:spPr>
          <a:xfrm>
            <a:off x="5245194" y="6281109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TLSHAPE_SLM_f260f70f567340dabe6bcf0d64439569_Shape">
            <a:extLst>
              <a:ext uri="{FF2B5EF4-FFF2-40B4-BE49-F238E27FC236}">
                <a16:creationId xmlns:a16="http://schemas.microsoft.com/office/drawing/2014/main" id="{1B1B8096-3D8D-C9FA-BCD3-9D17338B9A1A}"/>
              </a:ext>
            </a:extLst>
          </p:cNvPr>
          <p:cNvSpPr/>
          <p:nvPr>
            <p:custDataLst>
              <p:tags r:id="rId79"/>
            </p:custDataLst>
          </p:nvPr>
        </p:nvSpPr>
        <p:spPr>
          <a:xfrm>
            <a:off x="4425299" y="5773941"/>
            <a:ext cx="228600" cy="254000"/>
          </a:xfrm>
          <a:prstGeom prst="parallelogram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TLSHAPE_SLM_dcdad448dce5491991f59ec09393e031_Shape">
            <a:extLst>
              <a:ext uri="{FF2B5EF4-FFF2-40B4-BE49-F238E27FC236}">
                <a16:creationId xmlns:a16="http://schemas.microsoft.com/office/drawing/2014/main" id="{E2EA1A8C-18B5-635F-ED37-0B2C7A79E4E6}"/>
              </a:ext>
            </a:extLst>
          </p:cNvPr>
          <p:cNvSpPr/>
          <p:nvPr>
            <p:custDataLst>
              <p:tags r:id="rId80"/>
            </p:custDataLst>
          </p:nvPr>
        </p:nvSpPr>
        <p:spPr>
          <a:xfrm>
            <a:off x="1945636" y="690388"/>
            <a:ext cx="228600" cy="254000"/>
          </a:xfrm>
          <a:prstGeom prst="teardrop">
            <a:avLst/>
          </a:prstGeom>
          <a:solidFill>
            <a:srgbClr val="843C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6" name="OTLSHAPE_SLT_04ba4b80366a4ad9acd058ae51a09f96_ShapePercentage" hidden="1">
            <a:extLst>
              <a:ext uri="{FF2B5EF4-FFF2-40B4-BE49-F238E27FC236}">
                <a16:creationId xmlns:a16="http://schemas.microsoft.com/office/drawing/2014/main" id="{417042E7-8349-C62D-BCAF-1700E76A2BC7}"/>
              </a:ext>
            </a:extLst>
          </p:cNvPr>
          <p:cNvSpPr/>
          <p:nvPr>
            <p:custDataLst>
              <p:tags r:id="rId81"/>
            </p:custDataLst>
          </p:nvPr>
        </p:nvSpPr>
        <p:spPr>
          <a:xfrm>
            <a:off x="4317854" y="1867763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" name="OTLSHAPE_SLT_3de880a068c8477688aba1bad8676146_ShapePercentage" hidden="1">
            <a:extLst>
              <a:ext uri="{FF2B5EF4-FFF2-40B4-BE49-F238E27FC236}">
                <a16:creationId xmlns:a16="http://schemas.microsoft.com/office/drawing/2014/main" id="{05B690E7-6874-115E-6202-21F8CF3591AA}"/>
              </a:ext>
            </a:extLst>
          </p:cNvPr>
          <p:cNvSpPr/>
          <p:nvPr>
            <p:custDataLst>
              <p:tags r:id="rId82"/>
            </p:custDataLst>
          </p:nvPr>
        </p:nvSpPr>
        <p:spPr>
          <a:xfrm>
            <a:off x="2826025" y="1450525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TLSHAPE_SL_9cf0b9a3b4064869b9ae748fb5efbb51_Header">
            <a:extLst>
              <a:ext uri="{FF2B5EF4-FFF2-40B4-BE49-F238E27FC236}">
                <a16:creationId xmlns:a16="http://schemas.microsoft.com/office/drawing/2014/main" id="{D3C4B85C-692B-42B9-9C6C-AF46C088E754}"/>
              </a:ext>
            </a:extLst>
          </p:cNvPr>
          <p:cNvSpPr txBox="1"/>
          <p:nvPr>
            <p:custDataLst>
              <p:tags r:id="rId83"/>
            </p:custDataLst>
          </p:nvPr>
        </p:nvSpPr>
        <p:spPr>
          <a:xfrm>
            <a:off x="63500" y="1271307"/>
            <a:ext cx="11049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  <a:latin typeface="Calibri" panose="020F0502020204030204" pitchFamily="34" charset="0"/>
              </a:rPr>
              <a:t>Preparations </a:t>
            </a:r>
          </a:p>
        </p:txBody>
      </p:sp>
      <p:sp>
        <p:nvSpPr>
          <p:cNvPr id="35" name="OTLSHAPE_SL_ffee1e79b85943a28c39454ea880fda8_Header">
            <a:extLst>
              <a:ext uri="{FF2B5EF4-FFF2-40B4-BE49-F238E27FC236}">
                <a16:creationId xmlns:a16="http://schemas.microsoft.com/office/drawing/2014/main" id="{D1CE81C4-38CE-F071-FD72-78F0B2879C1B}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63500" y="2968787"/>
            <a:ext cx="11049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  <a:latin typeface="Calibri" panose="020F0502020204030204" pitchFamily="34" charset="0"/>
              </a:rPr>
              <a:t>Deployment </a:t>
            </a:r>
          </a:p>
        </p:txBody>
      </p:sp>
      <p:sp>
        <p:nvSpPr>
          <p:cNvPr id="38" name="OTLSHAPE_SL_a88f145e4d284420a2baa685af085546_Header">
            <a:extLst>
              <a:ext uri="{FF2B5EF4-FFF2-40B4-BE49-F238E27FC236}">
                <a16:creationId xmlns:a16="http://schemas.microsoft.com/office/drawing/2014/main" id="{59C3E4C5-63FE-CE99-F066-FB44818F16BD}"/>
              </a:ext>
            </a:extLst>
          </p:cNvPr>
          <p:cNvSpPr txBox="1"/>
          <p:nvPr>
            <p:custDataLst>
              <p:tags r:id="rId85"/>
            </p:custDataLst>
          </p:nvPr>
        </p:nvSpPr>
        <p:spPr>
          <a:xfrm>
            <a:off x="63500" y="4292824"/>
            <a:ext cx="1104900" cy="3721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  <a:latin typeface="Calibri" panose="020F0502020204030204" pitchFamily="34" charset="0"/>
              </a:rPr>
              <a:t>Acceptance &amp; Dual deliery</a:t>
            </a:r>
          </a:p>
        </p:txBody>
      </p:sp>
      <p:sp>
        <p:nvSpPr>
          <p:cNvPr id="43" name="OTLSHAPE_SL2A_17852ac1b8624429b87879f2bff175ae_Header" hidden="1">
            <a:extLst>
              <a:ext uri="{FF2B5EF4-FFF2-40B4-BE49-F238E27FC236}">
                <a16:creationId xmlns:a16="http://schemas.microsoft.com/office/drawing/2014/main" id="{C2DACDFD-7D0E-C988-2FD8-FE8994CB095A}"/>
              </a:ext>
            </a:extLst>
          </p:cNvPr>
          <p:cNvSpPr txBox="1"/>
          <p:nvPr>
            <p:custDataLst>
              <p:tags r:id="rId86"/>
            </p:custDataLst>
          </p:nvPr>
        </p:nvSpPr>
        <p:spPr>
          <a:xfrm>
            <a:off x="12700" y="-2988123"/>
            <a:ext cx="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72" name="OTLSHAPE_SL2A_dd06b9e5b51b4ad9b3f40eafbd182568_Header" hidden="1">
            <a:extLst>
              <a:ext uri="{FF2B5EF4-FFF2-40B4-BE49-F238E27FC236}">
                <a16:creationId xmlns:a16="http://schemas.microsoft.com/office/drawing/2014/main" id="{054735BC-D8D0-3EDE-06C8-3F6A67293B34}"/>
              </a:ext>
            </a:extLst>
          </p:cNvPr>
          <p:cNvSpPr txBox="1"/>
          <p:nvPr>
            <p:custDataLst>
              <p:tags r:id="rId87"/>
            </p:custDataLst>
          </p:nvPr>
        </p:nvSpPr>
        <p:spPr>
          <a:xfrm>
            <a:off x="12700" y="-2988123"/>
            <a:ext cx="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26" name="OTLSHAPE_SL2A_f1f6021388eb484cb53f229929f5c756_Header" hidden="1">
            <a:extLst>
              <a:ext uri="{FF2B5EF4-FFF2-40B4-BE49-F238E27FC236}">
                <a16:creationId xmlns:a16="http://schemas.microsoft.com/office/drawing/2014/main" id="{057149F9-BB99-9F14-6CFD-DD8461131133}"/>
              </a:ext>
            </a:extLst>
          </p:cNvPr>
          <p:cNvSpPr txBox="1"/>
          <p:nvPr>
            <p:custDataLst>
              <p:tags r:id="rId88"/>
            </p:custDataLst>
          </p:nvPr>
        </p:nvSpPr>
        <p:spPr>
          <a:xfrm>
            <a:off x="12700" y="-2988123"/>
            <a:ext cx="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OTLSHAPE_SL_5cfd8c6e4e334346a167733aa4c0b371_Header">
            <a:extLst>
              <a:ext uri="{FF2B5EF4-FFF2-40B4-BE49-F238E27FC236}">
                <a16:creationId xmlns:a16="http://schemas.microsoft.com/office/drawing/2014/main" id="{A194CB7C-F9AA-6875-0C0A-A63E405E0B9F}"/>
              </a:ext>
            </a:extLst>
          </p:cNvPr>
          <p:cNvSpPr txBox="1"/>
          <p:nvPr>
            <p:custDataLst>
              <p:tags r:id="rId89"/>
            </p:custDataLst>
          </p:nvPr>
        </p:nvSpPr>
        <p:spPr>
          <a:xfrm>
            <a:off x="63500" y="5686024"/>
            <a:ext cx="11049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  <a:latin typeface="Calibri" panose="020F0502020204030204" pitchFamily="34" charset="0"/>
              </a:rPr>
              <a:t>TI Delivery </a:t>
            </a:r>
          </a:p>
        </p:txBody>
      </p:sp>
      <p:sp>
        <p:nvSpPr>
          <p:cNvPr id="54" name="OTLSHAPE_SL2A_b9c4788912eb4098a8cd309362383ca5_Header" hidden="1">
            <a:extLst>
              <a:ext uri="{FF2B5EF4-FFF2-40B4-BE49-F238E27FC236}">
                <a16:creationId xmlns:a16="http://schemas.microsoft.com/office/drawing/2014/main" id="{701E0438-A189-2808-A25F-4E3C5FFF44EB}"/>
              </a:ext>
            </a:extLst>
          </p:cNvPr>
          <p:cNvSpPr txBox="1"/>
          <p:nvPr>
            <p:custDataLst>
              <p:tags r:id="rId90"/>
            </p:custDataLst>
          </p:nvPr>
        </p:nvSpPr>
        <p:spPr>
          <a:xfrm>
            <a:off x="12700" y="-58746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59" name="OTLSHAPE_SLT_bf0bab4e98f54763a82568a5d219a5c7_BaselineShape" hidden="1">
            <a:extLst>
              <a:ext uri="{FF2B5EF4-FFF2-40B4-BE49-F238E27FC236}">
                <a16:creationId xmlns:a16="http://schemas.microsoft.com/office/drawing/2014/main" id="{109DB96E-10B7-A9F5-68EE-C8D77C77B400}"/>
              </a:ext>
            </a:extLst>
          </p:cNvPr>
          <p:cNvSpPr/>
          <p:nvPr>
            <p:custDataLst>
              <p:tags r:id="rId91"/>
            </p:custDataLst>
          </p:nvPr>
        </p:nvSpPr>
        <p:spPr>
          <a:xfrm>
            <a:off x="2039791" y="1140307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TLSHAPE_SLT_840d1906cb104b01bde15bb78e8e323b_BaselineShape" hidden="1">
            <a:extLst>
              <a:ext uri="{FF2B5EF4-FFF2-40B4-BE49-F238E27FC236}">
                <a16:creationId xmlns:a16="http://schemas.microsoft.com/office/drawing/2014/main" id="{9A509D0D-1E50-7AC9-CCFD-89A3FBEFCC77}"/>
              </a:ext>
            </a:extLst>
          </p:cNvPr>
          <p:cNvSpPr/>
          <p:nvPr>
            <p:custDataLst>
              <p:tags r:id="rId92"/>
            </p:custDataLst>
          </p:nvPr>
        </p:nvSpPr>
        <p:spPr>
          <a:xfrm>
            <a:off x="2180910" y="1361625"/>
            <a:ext cx="1524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TLSHAPE_SLT_eeb83e503ffe4a72a203fede87f23081_BaselineShape" hidden="1">
            <a:extLst>
              <a:ext uri="{FF2B5EF4-FFF2-40B4-BE49-F238E27FC236}">
                <a16:creationId xmlns:a16="http://schemas.microsoft.com/office/drawing/2014/main" id="{B908A2C9-F701-D00C-2414-DD2C1623E57F}"/>
              </a:ext>
            </a:extLst>
          </p:cNvPr>
          <p:cNvSpPr/>
          <p:nvPr>
            <p:custDataLst>
              <p:tags r:id="rId93"/>
            </p:custDataLst>
          </p:nvPr>
        </p:nvSpPr>
        <p:spPr>
          <a:xfrm>
            <a:off x="2604267" y="1361625"/>
            <a:ext cx="1524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TLSHAPE_SLT_71feb0897c2b47d28678366d0661913b_BaselineShape" hidden="1">
            <a:extLst>
              <a:ext uri="{FF2B5EF4-FFF2-40B4-BE49-F238E27FC236}">
                <a16:creationId xmlns:a16="http://schemas.microsoft.com/office/drawing/2014/main" id="{D7D4541C-244D-4B7F-04C7-6433764F10C2}"/>
              </a:ext>
            </a:extLst>
          </p:cNvPr>
          <p:cNvSpPr/>
          <p:nvPr>
            <p:custDataLst>
              <p:tags r:id="rId94"/>
            </p:custDataLst>
          </p:nvPr>
        </p:nvSpPr>
        <p:spPr>
          <a:xfrm>
            <a:off x="4338014" y="2259600"/>
            <a:ext cx="12319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TLSHAPE_SLT_fa8886b769a54c02817aaba54576e921_BaselineShape" hidden="1">
            <a:extLst>
              <a:ext uri="{FF2B5EF4-FFF2-40B4-BE49-F238E27FC236}">
                <a16:creationId xmlns:a16="http://schemas.microsoft.com/office/drawing/2014/main" id="{DBAC58B4-541A-0307-7794-F86098F2A699}"/>
              </a:ext>
            </a:extLst>
          </p:cNvPr>
          <p:cNvSpPr/>
          <p:nvPr>
            <p:custDataLst>
              <p:tags r:id="rId95"/>
            </p:custDataLst>
          </p:nvPr>
        </p:nvSpPr>
        <p:spPr>
          <a:xfrm>
            <a:off x="5567766" y="2702237"/>
            <a:ext cx="3175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OTLSHAPE_SLT_a0005013d1434eca8799fe0021a266e0_BaselineShape" hidden="1">
            <a:extLst>
              <a:ext uri="{FF2B5EF4-FFF2-40B4-BE49-F238E27FC236}">
                <a16:creationId xmlns:a16="http://schemas.microsoft.com/office/drawing/2014/main" id="{607ADD02-8BFE-271D-BA09-236BCCD6B529}"/>
              </a:ext>
            </a:extLst>
          </p:cNvPr>
          <p:cNvSpPr/>
          <p:nvPr>
            <p:custDataLst>
              <p:tags r:id="rId96"/>
            </p:custDataLst>
          </p:nvPr>
        </p:nvSpPr>
        <p:spPr>
          <a:xfrm>
            <a:off x="5930643" y="2948955"/>
            <a:ext cx="2413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TLSHAPE_SLT_db841b2dc0b5434e83008cd4d4e540bc_BaselineShape" hidden="1">
            <a:extLst>
              <a:ext uri="{FF2B5EF4-FFF2-40B4-BE49-F238E27FC236}">
                <a16:creationId xmlns:a16="http://schemas.microsoft.com/office/drawing/2014/main" id="{F684AE66-22A8-BC22-AC29-7EBAD999F296}"/>
              </a:ext>
            </a:extLst>
          </p:cNvPr>
          <p:cNvSpPr/>
          <p:nvPr>
            <p:custDataLst>
              <p:tags r:id="rId97"/>
            </p:custDataLst>
          </p:nvPr>
        </p:nvSpPr>
        <p:spPr>
          <a:xfrm>
            <a:off x="4338014" y="2480918"/>
            <a:ext cx="30861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TLSHAPE_SLT_3ef8107866514941904e61ada6b41143_BaselineShape" hidden="1">
            <a:extLst>
              <a:ext uri="{FF2B5EF4-FFF2-40B4-BE49-F238E27FC236}">
                <a16:creationId xmlns:a16="http://schemas.microsoft.com/office/drawing/2014/main" id="{DD821B37-F078-F1FF-B63C-E7897E9900E3}"/>
              </a:ext>
            </a:extLst>
          </p:cNvPr>
          <p:cNvSpPr/>
          <p:nvPr>
            <p:custDataLst>
              <p:tags r:id="rId98"/>
            </p:custDataLst>
          </p:nvPr>
        </p:nvSpPr>
        <p:spPr>
          <a:xfrm>
            <a:off x="6202787" y="3310818"/>
            <a:ext cx="5969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OTLSHAPE_SLT_73609d6e8c64405eaf9a111900945daa_BaselineShape" hidden="1">
            <a:extLst>
              <a:ext uri="{FF2B5EF4-FFF2-40B4-BE49-F238E27FC236}">
                <a16:creationId xmlns:a16="http://schemas.microsoft.com/office/drawing/2014/main" id="{9CF453D1-077C-1687-2EF5-F2D7117A4BE3}"/>
              </a:ext>
            </a:extLst>
          </p:cNvPr>
          <p:cNvSpPr/>
          <p:nvPr>
            <p:custDataLst>
              <p:tags r:id="rId99"/>
            </p:custDataLst>
          </p:nvPr>
        </p:nvSpPr>
        <p:spPr>
          <a:xfrm>
            <a:off x="6202787" y="3564818"/>
            <a:ext cx="30734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5" name="OTLSHAPE_SLT_154c9ec80d514ce0ac519c8a0c251577_BaselineShape" hidden="1">
            <a:extLst>
              <a:ext uri="{FF2B5EF4-FFF2-40B4-BE49-F238E27FC236}">
                <a16:creationId xmlns:a16="http://schemas.microsoft.com/office/drawing/2014/main" id="{D37B04D2-8B89-7F6C-CBA8-45740E40662C}"/>
              </a:ext>
            </a:extLst>
          </p:cNvPr>
          <p:cNvSpPr/>
          <p:nvPr>
            <p:custDataLst>
              <p:tags r:id="rId100"/>
            </p:custDataLst>
          </p:nvPr>
        </p:nvSpPr>
        <p:spPr>
          <a:xfrm>
            <a:off x="6817676" y="4193214"/>
            <a:ext cx="42799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7" name="OTLSHAPE_SLT_25fbb1fddd8a4f46a9d45332861d3822_BaselineShape" hidden="1">
            <a:extLst>
              <a:ext uri="{FF2B5EF4-FFF2-40B4-BE49-F238E27FC236}">
                <a16:creationId xmlns:a16="http://schemas.microsoft.com/office/drawing/2014/main" id="{4171490A-D46D-4AD7-06E4-F49BDBEE4CE3}"/>
              </a:ext>
            </a:extLst>
          </p:cNvPr>
          <p:cNvSpPr/>
          <p:nvPr>
            <p:custDataLst>
              <p:tags r:id="rId101"/>
            </p:custDataLst>
          </p:nvPr>
        </p:nvSpPr>
        <p:spPr>
          <a:xfrm>
            <a:off x="6817676" y="4389810"/>
            <a:ext cx="42799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6" name="OTLSHAPE_SLT_b129fec362424c46a2196de32a8ae2ce_BaselineShape" hidden="1">
            <a:extLst>
              <a:ext uri="{FF2B5EF4-FFF2-40B4-BE49-F238E27FC236}">
                <a16:creationId xmlns:a16="http://schemas.microsoft.com/office/drawing/2014/main" id="{995ED7F6-5DA0-4699-E9F2-EFB49FD6AC84}"/>
              </a:ext>
            </a:extLst>
          </p:cNvPr>
          <p:cNvSpPr/>
          <p:nvPr>
            <p:custDataLst>
              <p:tags r:id="rId102"/>
            </p:custDataLst>
          </p:nvPr>
        </p:nvSpPr>
        <p:spPr>
          <a:xfrm>
            <a:off x="9922280" y="3818818"/>
            <a:ext cx="11811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TLSHAPE_SLT_602a105a640d41c3ab2db0d2e2df6b37_BaselineShape" hidden="1">
            <a:extLst>
              <a:ext uri="{FF2B5EF4-FFF2-40B4-BE49-F238E27FC236}">
                <a16:creationId xmlns:a16="http://schemas.microsoft.com/office/drawing/2014/main" id="{3B537A6B-6F6A-96D4-68CF-7A521D5F334B}"/>
              </a:ext>
            </a:extLst>
          </p:cNvPr>
          <p:cNvSpPr/>
          <p:nvPr>
            <p:custDataLst>
              <p:tags r:id="rId103"/>
            </p:custDataLst>
          </p:nvPr>
        </p:nvSpPr>
        <p:spPr>
          <a:xfrm>
            <a:off x="2745386" y="1791563"/>
            <a:ext cx="15875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9" name="OTLSHAPE_SLT_3c1978aa1f26440b90b182da90fd9770_BaselineShape" hidden="1">
            <a:extLst>
              <a:ext uri="{FF2B5EF4-FFF2-40B4-BE49-F238E27FC236}">
                <a16:creationId xmlns:a16="http://schemas.microsoft.com/office/drawing/2014/main" id="{E12FBD3C-B66B-5C24-CD0F-8E79F1D636D2}"/>
              </a:ext>
            </a:extLst>
          </p:cNvPr>
          <p:cNvSpPr/>
          <p:nvPr>
            <p:custDataLst>
              <p:tags r:id="rId104"/>
            </p:custDataLst>
          </p:nvPr>
        </p:nvSpPr>
        <p:spPr>
          <a:xfrm>
            <a:off x="4257361" y="5373975"/>
            <a:ext cx="2921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8" name="OTLSHAPE_SLT_76fd4cce41554645bae9688512927ba8_BaselineShape" hidden="1">
            <a:extLst>
              <a:ext uri="{FF2B5EF4-FFF2-40B4-BE49-F238E27FC236}">
                <a16:creationId xmlns:a16="http://schemas.microsoft.com/office/drawing/2014/main" id="{2991ED5F-CB7F-C5C4-09C8-BDC110FCC14E}"/>
              </a:ext>
            </a:extLst>
          </p:cNvPr>
          <p:cNvSpPr/>
          <p:nvPr>
            <p:custDataLst>
              <p:tags r:id="rId105"/>
            </p:custDataLst>
          </p:nvPr>
        </p:nvSpPr>
        <p:spPr>
          <a:xfrm>
            <a:off x="4821837" y="6186606"/>
            <a:ext cx="431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TLSHAPE_SLT_86f75bc7f0ad4039913d0b0e664d3f52_BaselineShape" hidden="1">
            <a:extLst>
              <a:ext uri="{FF2B5EF4-FFF2-40B4-BE49-F238E27FC236}">
                <a16:creationId xmlns:a16="http://schemas.microsoft.com/office/drawing/2014/main" id="{13F2E828-C211-758F-0634-3F01EB4EEE97}"/>
              </a:ext>
            </a:extLst>
          </p:cNvPr>
          <p:cNvSpPr/>
          <p:nvPr>
            <p:custDataLst>
              <p:tags r:id="rId106"/>
            </p:custDataLst>
          </p:nvPr>
        </p:nvSpPr>
        <p:spPr>
          <a:xfrm>
            <a:off x="5245194" y="6358464"/>
            <a:ext cx="1524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7" name="OTLSHAPE_SLT_04ba4b80366a4ad9acd058ae51a09f96_BaselineShape" hidden="1">
            <a:extLst>
              <a:ext uri="{FF2B5EF4-FFF2-40B4-BE49-F238E27FC236}">
                <a16:creationId xmlns:a16="http://schemas.microsoft.com/office/drawing/2014/main" id="{CC31C755-80F9-03C5-96B1-3AE6A50D4AFD}"/>
              </a:ext>
            </a:extLst>
          </p:cNvPr>
          <p:cNvSpPr/>
          <p:nvPr>
            <p:custDataLst>
              <p:tags r:id="rId107"/>
            </p:custDataLst>
          </p:nvPr>
        </p:nvSpPr>
        <p:spPr>
          <a:xfrm>
            <a:off x="4317854" y="2000181"/>
            <a:ext cx="1524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TLSHAPE_SLT_3de880a068c8477688aba1bad8676146_BaselineShape" hidden="1">
            <a:extLst>
              <a:ext uri="{FF2B5EF4-FFF2-40B4-BE49-F238E27FC236}">
                <a16:creationId xmlns:a16="http://schemas.microsoft.com/office/drawing/2014/main" id="{868A8E8C-7C7E-769D-D6C5-8D4317868958}"/>
              </a:ext>
            </a:extLst>
          </p:cNvPr>
          <p:cNvSpPr/>
          <p:nvPr>
            <p:custDataLst>
              <p:tags r:id="rId108"/>
            </p:custDataLst>
          </p:nvPr>
        </p:nvSpPr>
        <p:spPr>
          <a:xfrm>
            <a:off x="2826025" y="1582944"/>
            <a:ext cx="762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TLSHAPE_TB_00000000000000000000000000000000_TodayMarkerShape">
            <a:extLst>
              <a:ext uri="{FF2B5EF4-FFF2-40B4-BE49-F238E27FC236}">
                <a16:creationId xmlns:a16="http://schemas.microsoft.com/office/drawing/2014/main" id="{94CF5432-E070-ED77-BFB4-FF3D3FF61E43}"/>
              </a:ext>
            </a:extLst>
          </p:cNvPr>
          <p:cNvSpPr/>
          <p:nvPr>
            <p:custDataLst>
              <p:tags r:id="rId109"/>
            </p:custDataLst>
          </p:nvPr>
        </p:nvSpPr>
        <p:spPr>
          <a:xfrm flipV="1">
            <a:off x="2183083" y="143780"/>
            <a:ext cx="63500" cy="60960"/>
          </a:xfrm>
          <a:prstGeom prst="triangl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TLSHAPE_TB_00000000000000000000000000000000_TodayMarkerText">
            <a:extLst>
              <a:ext uri="{FF2B5EF4-FFF2-40B4-BE49-F238E27FC236}">
                <a16:creationId xmlns:a16="http://schemas.microsoft.com/office/drawing/2014/main" id="{F8FCD63E-9F34-4FE0-76F2-255542F78F5B}"/>
              </a:ext>
            </a:extLst>
          </p:cNvPr>
          <p:cNvSpPr txBox="1"/>
          <p:nvPr>
            <p:custDataLst>
              <p:tags r:id="rId110"/>
            </p:custDataLst>
          </p:nvPr>
        </p:nvSpPr>
        <p:spPr>
          <a:xfrm>
            <a:off x="2023894" y="-42275"/>
            <a:ext cx="375104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200" b="1" spc="-14" dirty="0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E8913CFE-47B4-23D5-1ABC-A7509B44CA5F}"/>
              </a:ext>
            </a:extLst>
          </p:cNvPr>
          <p:cNvSpPr txBox="1"/>
          <p:nvPr>
            <p:custDataLst>
              <p:tags r:id="rId111"/>
            </p:custDataLst>
          </p:nvPr>
        </p:nvSpPr>
        <p:spPr>
          <a:xfrm>
            <a:off x="1344676" y="187658"/>
            <a:ext cx="36548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6">
                <a:solidFill>
                  <a:schemeClr val="lt1"/>
                </a:solidFill>
                <a:latin typeface="Calibri" panose="020F0502020204030204" pitchFamily="34" charset="0"/>
              </a:rPr>
              <a:t>2025</a:t>
            </a:r>
          </a:p>
        </p:txBody>
      </p:sp>
      <p:sp>
        <p:nvSpPr>
          <p:cNvPr id="60" name="OTLSHAPE_SLT_bf0bab4e98f54763a82568a5d219a5c7_Duration" hidden="1">
            <a:extLst>
              <a:ext uri="{FF2B5EF4-FFF2-40B4-BE49-F238E27FC236}">
                <a16:creationId xmlns:a16="http://schemas.microsoft.com/office/drawing/2014/main" id="{D993777C-0077-EE57-A2DC-D37F8CDDD065}"/>
              </a:ext>
            </a:extLst>
          </p:cNvPr>
          <p:cNvSpPr txBox="1"/>
          <p:nvPr>
            <p:custDataLst>
              <p:tags r:id="rId112"/>
            </p:custDataLst>
          </p:nvPr>
        </p:nvSpPr>
        <p:spPr>
          <a:xfrm>
            <a:off x="12700" y="-458748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0.5 days</a:t>
            </a:r>
          </a:p>
        </p:txBody>
      </p:sp>
      <p:sp>
        <p:nvSpPr>
          <p:cNvPr id="61" name="OTLSHAPE_SLT_bf0bab4e98f54763a82568a5d219a5c7_JoinedDate" hidden="1">
            <a:extLst>
              <a:ext uri="{FF2B5EF4-FFF2-40B4-BE49-F238E27FC236}">
                <a16:creationId xmlns:a16="http://schemas.microsoft.com/office/drawing/2014/main" id="{D0941E4B-E701-3A82-26D8-5457ECDCE15D}"/>
              </a:ext>
            </a:extLst>
          </p:cNvPr>
          <p:cNvSpPr txBox="1"/>
          <p:nvPr>
            <p:custDataLst>
              <p:tags r:id="rId113"/>
            </p:custDataLst>
          </p:nvPr>
        </p:nvSpPr>
        <p:spPr>
          <a:xfrm>
            <a:off x="12700" y="-689580"/>
            <a:ext cx="266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Jan 7</a:t>
            </a:r>
          </a:p>
        </p:txBody>
      </p:sp>
      <p:sp>
        <p:nvSpPr>
          <p:cNvPr id="62" name="OTLSHAPE_SLT_bf0bab4e98f54763a82568a5d219a5c7_StartDate" hidden="1">
            <a:extLst>
              <a:ext uri="{FF2B5EF4-FFF2-40B4-BE49-F238E27FC236}">
                <a16:creationId xmlns:a16="http://schemas.microsoft.com/office/drawing/2014/main" id="{25DAC184-DC82-D70E-5959-DDA6CE7BE93B}"/>
              </a:ext>
            </a:extLst>
          </p:cNvPr>
          <p:cNvSpPr txBox="1"/>
          <p:nvPr>
            <p:custDataLst>
              <p:tags r:id="rId11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63" name="OTLSHAPE_SLT_bf0bab4e98f54763a82568a5d219a5c7_EndDate" hidden="1">
            <a:extLst>
              <a:ext uri="{FF2B5EF4-FFF2-40B4-BE49-F238E27FC236}">
                <a16:creationId xmlns:a16="http://schemas.microsoft.com/office/drawing/2014/main" id="{58508656-6EED-7869-DAD6-4529637DF4E1}"/>
              </a:ext>
            </a:extLst>
          </p:cNvPr>
          <p:cNvSpPr txBox="1"/>
          <p:nvPr>
            <p:custDataLst>
              <p:tags r:id="rId11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64" name="OTLSHAPE_SLT_bf0bab4e98f54763a82568a5d219a5c7_TextPercentage" hidden="1">
            <a:extLst>
              <a:ext uri="{FF2B5EF4-FFF2-40B4-BE49-F238E27FC236}">
                <a16:creationId xmlns:a16="http://schemas.microsoft.com/office/drawing/2014/main" id="{DCADC4E7-ED1F-0D12-2C7E-60CBAB194BA0}"/>
              </a:ext>
            </a:extLst>
          </p:cNvPr>
          <p:cNvSpPr txBox="1"/>
          <p:nvPr>
            <p:custDataLst>
              <p:tags r:id="rId116"/>
            </p:custDataLst>
          </p:nvPr>
        </p:nvSpPr>
        <p:spPr>
          <a:xfrm>
            <a:off x="4510061" y="2347934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8">
                <a:solidFill>
                  <a:srgbClr val="C0504D"/>
                </a:solidFill>
                <a:latin typeface="Calibri" panose="020F0502020204030204" pitchFamily="34" charset="0"/>
              </a:rPr>
              <a:t>100%</a:t>
            </a:r>
          </a:p>
        </p:txBody>
      </p:sp>
      <p:sp>
        <p:nvSpPr>
          <p:cNvPr id="65" name="OTLSHAPE_SLT_bf0bab4e98f54763a82568a5d219a5c7_Title">
            <a:extLst>
              <a:ext uri="{FF2B5EF4-FFF2-40B4-BE49-F238E27FC236}">
                <a16:creationId xmlns:a16="http://schemas.microsoft.com/office/drawing/2014/main" id="{BFDCC471-D0D3-C592-6716-3007B4504362}"/>
              </a:ext>
            </a:extLst>
          </p:cNvPr>
          <p:cNvSpPr txBox="1"/>
          <p:nvPr>
            <p:custDataLst>
              <p:tags r:id="rId117"/>
            </p:custDataLst>
          </p:nvPr>
        </p:nvSpPr>
        <p:spPr>
          <a:xfrm>
            <a:off x="1450595" y="1023382"/>
            <a:ext cx="546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Initial BOM</a:t>
            </a:r>
          </a:p>
        </p:txBody>
      </p:sp>
      <p:sp>
        <p:nvSpPr>
          <p:cNvPr id="69" name="OTLSHAPE_SLT_840d1906cb104b01bde15bb78e8e323b_Duration" hidden="1">
            <a:extLst>
              <a:ext uri="{FF2B5EF4-FFF2-40B4-BE49-F238E27FC236}">
                <a16:creationId xmlns:a16="http://schemas.microsoft.com/office/drawing/2014/main" id="{3B4B8B15-E1A9-A838-2D55-B4A95F789033}"/>
              </a:ext>
            </a:extLst>
          </p:cNvPr>
          <p:cNvSpPr txBox="1"/>
          <p:nvPr>
            <p:custDataLst>
              <p:tags r:id="rId118"/>
            </p:custDataLst>
          </p:nvPr>
        </p:nvSpPr>
        <p:spPr>
          <a:xfrm>
            <a:off x="12700" y="-458748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5.5 days</a:t>
            </a:r>
          </a:p>
        </p:txBody>
      </p:sp>
      <p:sp>
        <p:nvSpPr>
          <p:cNvPr id="70" name="OTLSHAPE_SLT_840d1906cb104b01bde15bb78e8e323b_JoinedDate" hidden="1">
            <a:extLst>
              <a:ext uri="{FF2B5EF4-FFF2-40B4-BE49-F238E27FC236}">
                <a16:creationId xmlns:a16="http://schemas.microsoft.com/office/drawing/2014/main" id="{A930B7DE-B4F4-13FB-91DB-66335DDD78B5}"/>
              </a:ext>
            </a:extLst>
          </p:cNvPr>
          <p:cNvSpPr txBox="1"/>
          <p:nvPr>
            <p:custDataLst>
              <p:tags r:id="rId119"/>
            </p:custDataLst>
          </p:nvPr>
        </p:nvSpPr>
        <p:spPr>
          <a:xfrm>
            <a:off x="12700" y="-683974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Jan 14 - Jan 21</a:t>
            </a:r>
          </a:p>
        </p:txBody>
      </p:sp>
      <p:sp>
        <p:nvSpPr>
          <p:cNvPr id="71" name="OTLSHAPE_SLT_840d1906cb104b01bde15bb78e8e323b_StartDate" hidden="1">
            <a:extLst>
              <a:ext uri="{FF2B5EF4-FFF2-40B4-BE49-F238E27FC236}">
                <a16:creationId xmlns:a16="http://schemas.microsoft.com/office/drawing/2014/main" id="{1C71C08F-3C20-6022-F1DC-76669E9FE9BC}"/>
              </a:ext>
            </a:extLst>
          </p:cNvPr>
          <p:cNvSpPr txBox="1"/>
          <p:nvPr>
            <p:custDataLst>
              <p:tags r:id="rId12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72" name="OTLSHAPE_SLT_840d1906cb104b01bde15bb78e8e323b_EndDate" hidden="1">
            <a:extLst>
              <a:ext uri="{FF2B5EF4-FFF2-40B4-BE49-F238E27FC236}">
                <a16:creationId xmlns:a16="http://schemas.microsoft.com/office/drawing/2014/main" id="{C542FD09-DD7F-1AF0-BCC2-5FDAD827271E}"/>
              </a:ext>
            </a:extLst>
          </p:cNvPr>
          <p:cNvSpPr txBox="1"/>
          <p:nvPr>
            <p:custDataLst>
              <p:tags r:id="rId12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73" name="OTLSHAPE_SLT_840d1906cb104b01bde15bb78e8e323b_TextPercentage" hidden="1">
            <a:extLst>
              <a:ext uri="{FF2B5EF4-FFF2-40B4-BE49-F238E27FC236}">
                <a16:creationId xmlns:a16="http://schemas.microsoft.com/office/drawing/2014/main" id="{6D42BA27-7811-9909-5E78-5577F6CA27ED}"/>
              </a:ext>
            </a:extLst>
          </p:cNvPr>
          <p:cNvSpPr txBox="1"/>
          <p:nvPr>
            <p:custDataLst>
              <p:tags r:id="rId122"/>
            </p:custDataLst>
          </p:nvPr>
        </p:nvSpPr>
        <p:spPr>
          <a:xfrm>
            <a:off x="3163914" y="2556552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8">
                <a:solidFill>
                  <a:srgbClr val="C0504D"/>
                </a:solidFill>
                <a:latin typeface="Calibri" panose="020F0502020204030204" pitchFamily="34" charset="0"/>
              </a:rPr>
              <a:t>100%</a:t>
            </a:r>
          </a:p>
        </p:txBody>
      </p:sp>
      <p:sp>
        <p:nvSpPr>
          <p:cNvPr id="74" name="OTLSHAPE_SLT_840d1906cb104b01bde15bb78e8e323b_Title">
            <a:extLst>
              <a:ext uri="{FF2B5EF4-FFF2-40B4-BE49-F238E27FC236}">
                <a16:creationId xmlns:a16="http://schemas.microsoft.com/office/drawing/2014/main" id="{AE4A5450-B93C-D34A-EA8A-A4728BC5FEF8}"/>
              </a:ext>
            </a:extLst>
          </p:cNvPr>
          <p:cNvSpPr txBox="1"/>
          <p:nvPr>
            <p:custDataLst>
              <p:tags r:id="rId123"/>
            </p:custDataLst>
          </p:nvPr>
        </p:nvSpPr>
        <p:spPr>
          <a:xfrm>
            <a:off x="1580030" y="1244701"/>
            <a:ext cx="5588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Site Survey </a:t>
            </a:r>
          </a:p>
        </p:txBody>
      </p:sp>
      <p:sp>
        <p:nvSpPr>
          <p:cNvPr id="90" name="OTLSHAPE_SLT_eeb83e503ffe4a72a203fede87f23081_Duration" hidden="1">
            <a:extLst>
              <a:ext uri="{FF2B5EF4-FFF2-40B4-BE49-F238E27FC236}">
                <a16:creationId xmlns:a16="http://schemas.microsoft.com/office/drawing/2014/main" id="{2A526F09-4D8E-734A-6EEC-05204E400D32}"/>
              </a:ext>
            </a:extLst>
          </p:cNvPr>
          <p:cNvSpPr txBox="1"/>
          <p:nvPr>
            <p:custDataLst>
              <p:tags r:id="rId124"/>
            </p:custDataLst>
          </p:nvPr>
        </p:nvSpPr>
        <p:spPr>
          <a:xfrm>
            <a:off x="12700" y="-535692"/>
            <a:ext cx="431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5.5 days</a:t>
            </a:r>
          </a:p>
        </p:txBody>
      </p:sp>
      <p:sp>
        <p:nvSpPr>
          <p:cNvPr id="91" name="OTLSHAPE_SLT_eeb83e503ffe4a72a203fede87f23081_JoinedDate" hidden="1">
            <a:extLst>
              <a:ext uri="{FF2B5EF4-FFF2-40B4-BE49-F238E27FC236}">
                <a16:creationId xmlns:a16="http://schemas.microsoft.com/office/drawing/2014/main" id="{B35C5022-21F3-F532-4274-693453F2D938}"/>
              </a:ext>
            </a:extLst>
          </p:cNvPr>
          <p:cNvSpPr txBox="1"/>
          <p:nvPr>
            <p:custDataLst>
              <p:tags r:id="rId125"/>
            </p:custDataLst>
          </p:nvPr>
        </p:nvSpPr>
        <p:spPr>
          <a:xfrm>
            <a:off x="12700" y="-760918"/>
            <a:ext cx="7239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Feb 4 - Feb 11</a:t>
            </a:r>
          </a:p>
        </p:txBody>
      </p:sp>
      <p:sp>
        <p:nvSpPr>
          <p:cNvPr id="92" name="OTLSHAPE_SLT_eeb83e503ffe4a72a203fede87f23081_StartDate" hidden="1">
            <a:extLst>
              <a:ext uri="{FF2B5EF4-FFF2-40B4-BE49-F238E27FC236}">
                <a16:creationId xmlns:a16="http://schemas.microsoft.com/office/drawing/2014/main" id="{12434F45-3936-E6A3-F7A1-52D9EFBC8321}"/>
              </a:ext>
            </a:extLst>
          </p:cNvPr>
          <p:cNvSpPr txBox="1"/>
          <p:nvPr>
            <p:custDataLst>
              <p:tags r:id="rId12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93" name="OTLSHAPE_SLT_eeb83e503ffe4a72a203fede87f23081_EndDate" hidden="1">
            <a:extLst>
              <a:ext uri="{FF2B5EF4-FFF2-40B4-BE49-F238E27FC236}">
                <a16:creationId xmlns:a16="http://schemas.microsoft.com/office/drawing/2014/main" id="{D11F468E-E6D1-B89A-6986-EF9619EACFE3}"/>
              </a:ext>
            </a:extLst>
          </p:cNvPr>
          <p:cNvSpPr txBox="1"/>
          <p:nvPr>
            <p:custDataLst>
              <p:tags r:id="rId12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94" name="OTLSHAPE_SLT_eeb83e503ffe4a72a203fede87f23081_Title">
            <a:extLst>
              <a:ext uri="{FF2B5EF4-FFF2-40B4-BE49-F238E27FC236}">
                <a16:creationId xmlns:a16="http://schemas.microsoft.com/office/drawing/2014/main" id="{8CC48F11-F4CD-621A-617C-7175F244B6A2}"/>
              </a:ext>
            </a:extLst>
          </p:cNvPr>
          <p:cNvSpPr txBox="1"/>
          <p:nvPr>
            <p:custDataLst>
              <p:tags r:id="rId128"/>
            </p:custDataLst>
          </p:nvPr>
        </p:nvSpPr>
        <p:spPr>
          <a:xfrm>
            <a:off x="2159936" y="1244701"/>
            <a:ext cx="3937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Scoping </a:t>
            </a:r>
          </a:p>
        </p:txBody>
      </p:sp>
      <p:sp>
        <p:nvSpPr>
          <p:cNvPr id="95" name="OTLSHAPE_SLT_eeb83e503ffe4a72a203fede87f23081_TextPercentage" hidden="1">
            <a:extLst>
              <a:ext uri="{FF2B5EF4-FFF2-40B4-BE49-F238E27FC236}">
                <a16:creationId xmlns:a16="http://schemas.microsoft.com/office/drawing/2014/main" id="{19F18988-39A3-B02B-2F3E-1932C7C5A8E3}"/>
              </a:ext>
            </a:extLst>
          </p:cNvPr>
          <p:cNvSpPr txBox="1"/>
          <p:nvPr>
            <p:custDataLst>
              <p:tags r:id="rId129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b="1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77" name="OTLSHAPE_SLT_71feb0897c2b47d28678366d0661913b_JoinedDate" hidden="1">
            <a:extLst>
              <a:ext uri="{FF2B5EF4-FFF2-40B4-BE49-F238E27FC236}">
                <a16:creationId xmlns:a16="http://schemas.microsoft.com/office/drawing/2014/main" id="{8850BF2B-1483-6325-C2C8-58CAE37DF31F}"/>
              </a:ext>
            </a:extLst>
          </p:cNvPr>
          <p:cNvSpPr txBox="1"/>
          <p:nvPr>
            <p:custDataLst>
              <p:tags r:id="rId130"/>
            </p:custDataLst>
          </p:nvPr>
        </p:nvSpPr>
        <p:spPr>
          <a:xfrm>
            <a:off x="12700" y="-766524"/>
            <a:ext cx="736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May 1 - Jun 30</a:t>
            </a:r>
          </a:p>
        </p:txBody>
      </p:sp>
      <p:sp>
        <p:nvSpPr>
          <p:cNvPr id="178" name="OTLSHAPE_SLT_71feb0897c2b47d28678366d0661913b_StartDate" hidden="1">
            <a:extLst>
              <a:ext uri="{FF2B5EF4-FFF2-40B4-BE49-F238E27FC236}">
                <a16:creationId xmlns:a16="http://schemas.microsoft.com/office/drawing/2014/main" id="{13A2F9FA-8CED-0FD8-562D-CFBBFC429BEA}"/>
              </a:ext>
            </a:extLst>
          </p:cNvPr>
          <p:cNvSpPr txBox="1"/>
          <p:nvPr>
            <p:custDataLst>
              <p:tags r:id="rId13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9" name="OTLSHAPE_SLT_71feb0897c2b47d28678366d0661913b_EndDate" hidden="1">
            <a:extLst>
              <a:ext uri="{FF2B5EF4-FFF2-40B4-BE49-F238E27FC236}">
                <a16:creationId xmlns:a16="http://schemas.microsoft.com/office/drawing/2014/main" id="{152BF45B-F601-3577-C2D5-44C27252573A}"/>
              </a:ext>
            </a:extLst>
          </p:cNvPr>
          <p:cNvSpPr txBox="1"/>
          <p:nvPr>
            <p:custDataLst>
              <p:tags r:id="rId13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0" name="OTLSHAPE_SLT_71feb0897c2b47d28678366d0661913b_TextPercentage" hidden="1">
            <a:extLst>
              <a:ext uri="{FF2B5EF4-FFF2-40B4-BE49-F238E27FC236}">
                <a16:creationId xmlns:a16="http://schemas.microsoft.com/office/drawing/2014/main" id="{88A336D1-41D7-B2BB-9550-0926363C8390}"/>
              </a:ext>
            </a:extLst>
          </p:cNvPr>
          <p:cNvSpPr txBox="1"/>
          <p:nvPr>
            <p:custDataLst>
              <p:tags r:id="rId133"/>
            </p:custDataLst>
          </p:nvPr>
        </p:nvSpPr>
        <p:spPr>
          <a:xfrm>
            <a:off x="3070690" y="3674422"/>
            <a:ext cx="228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10">
                <a:solidFill>
                  <a:srgbClr val="C0504D"/>
                </a:solidFill>
                <a:latin typeface="Calibri" panose="020F0502020204030204" pitchFamily="34" charset="0"/>
              </a:rPr>
              <a:t>75%</a:t>
            </a:r>
          </a:p>
        </p:txBody>
      </p:sp>
      <p:sp>
        <p:nvSpPr>
          <p:cNvPr id="182" name="OTLSHAPE_SLT_71feb0897c2b47d28678366d0661913b_Title">
            <a:extLst>
              <a:ext uri="{FF2B5EF4-FFF2-40B4-BE49-F238E27FC236}">
                <a16:creationId xmlns:a16="http://schemas.microsoft.com/office/drawing/2014/main" id="{CC170D59-6FCD-981C-CC16-1E616E71A24D}"/>
              </a:ext>
            </a:extLst>
          </p:cNvPr>
          <p:cNvSpPr txBox="1"/>
          <p:nvPr>
            <p:custDataLst>
              <p:tags r:id="rId134"/>
            </p:custDataLst>
          </p:nvPr>
        </p:nvSpPr>
        <p:spPr>
          <a:xfrm>
            <a:off x="2022508" y="2142675"/>
            <a:ext cx="22733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BE new rack Installation &amp; All servers Comission</a:t>
            </a:r>
          </a:p>
        </p:txBody>
      </p:sp>
      <p:sp>
        <p:nvSpPr>
          <p:cNvPr id="186" name="OTLSHAPE_SLT_fa8886b769a54c02817aaba54576e921_JoinedDate" hidden="1">
            <a:extLst>
              <a:ext uri="{FF2B5EF4-FFF2-40B4-BE49-F238E27FC236}">
                <a16:creationId xmlns:a16="http://schemas.microsoft.com/office/drawing/2014/main" id="{06787DF8-D1CD-D65B-D54A-38B5F367D191}"/>
              </a:ext>
            </a:extLst>
          </p:cNvPr>
          <p:cNvSpPr txBox="1"/>
          <p:nvPr>
            <p:custDataLst>
              <p:tags r:id="rId135"/>
            </p:custDataLst>
          </p:nvPr>
        </p:nvSpPr>
        <p:spPr>
          <a:xfrm>
            <a:off x="12700" y="-607030"/>
            <a:ext cx="6223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Jul 1 - Jul 16</a:t>
            </a:r>
          </a:p>
        </p:txBody>
      </p:sp>
      <p:sp>
        <p:nvSpPr>
          <p:cNvPr id="187" name="OTLSHAPE_SLT_fa8886b769a54c02817aaba54576e921_StartDate" hidden="1">
            <a:extLst>
              <a:ext uri="{FF2B5EF4-FFF2-40B4-BE49-F238E27FC236}">
                <a16:creationId xmlns:a16="http://schemas.microsoft.com/office/drawing/2014/main" id="{302B93C6-23C9-0341-F693-3F31ADCB38AD}"/>
              </a:ext>
            </a:extLst>
          </p:cNvPr>
          <p:cNvSpPr txBox="1"/>
          <p:nvPr>
            <p:custDataLst>
              <p:tags r:id="rId13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8" name="OTLSHAPE_SLT_fa8886b769a54c02817aaba54576e921_EndDate" hidden="1">
            <a:extLst>
              <a:ext uri="{FF2B5EF4-FFF2-40B4-BE49-F238E27FC236}">
                <a16:creationId xmlns:a16="http://schemas.microsoft.com/office/drawing/2014/main" id="{201A9C84-463C-4D58-5EB1-B3BA763EA1E8}"/>
              </a:ext>
            </a:extLst>
          </p:cNvPr>
          <p:cNvSpPr txBox="1"/>
          <p:nvPr>
            <p:custDataLst>
              <p:tags r:id="rId13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9" name="OTLSHAPE_SLT_fa8886b769a54c02817aaba54576e921_Duration" hidden="1">
            <a:extLst>
              <a:ext uri="{FF2B5EF4-FFF2-40B4-BE49-F238E27FC236}">
                <a16:creationId xmlns:a16="http://schemas.microsoft.com/office/drawing/2014/main" id="{675CA5A9-10D1-70C8-AA27-81BF8DA0BE10}"/>
              </a:ext>
            </a:extLst>
          </p:cNvPr>
          <p:cNvSpPr txBox="1"/>
          <p:nvPr>
            <p:custDataLst>
              <p:tags r:id="rId138"/>
            </p:custDataLst>
          </p:nvPr>
        </p:nvSpPr>
        <p:spPr>
          <a:xfrm>
            <a:off x="4170754" y="3899751"/>
            <a:ext cx="406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6">
                <a:solidFill>
                  <a:srgbClr val="385723"/>
                </a:solidFill>
                <a:latin typeface="Calibri" panose="020F0502020204030204" pitchFamily="34" charset="0"/>
              </a:rPr>
              <a:t>2.3 wks</a:t>
            </a:r>
          </a:p>
        </p:txBody>
      </p:sp>
      <p:sp>
        <p:nvSpPr>
          <p:cNvPr id="190" name="OTLSHAPE_SLT_fa8886b769a54c02817aaba54576e921_Title">
            <a:extLst>
              <a:ext uri="{FF2B5EF4-FFF2-40B4-BE49-F238E27FC236}">
                <a16:creationId xmlns:a16="http://schemas.microsoft.com/office/drawing/2014/main" id="{5A95CCBB-8A7D-4A3D-3E9F-839127EC818A}"/>
              </a:ext>
            </a:extLst>
          </p:cNvPr>
          <p:cNvSpPr txBox="1"/>
          <p:nvPr>
            <p:custDataLst>
              <p:tags r:id="rId139"/>
            </p:custDataLst>
          </p:nvPr>
        </p:nvSpPr>
        <p:spPr>
          <a:xfrm>
            <a:off x="3695955" y="2585313"/>
            <a:ext cx="18288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New GPDB installation and integration</a:t>
            </a:r>
          </a:p>
        </p:txBody>
      </p:sp>
      <p:sp>
        <p:nvSpPr>
          <p:cNvPr id="191" name="OTLSHAPE_SLT_fa8886b769a54c02817aaba54576e921_TextPercentage" hidden="1">
            <a:extLst>
              <a:ext uri="{FF2B5EF4-FFF2-40B4-BE49-F238E27FC236}">
                <a16:creationId xmlns:a16="http://schemas.microsoft.com/office/drawing/2014/main" id="{E4DF94D6-5E4B-5074-CCE6-A52BE893A3B5}"/>
              </a:ext>
            </a:extLst>
          </p:cNvPr>
          <p:cNvSpPr txBox="1"/>
          <p:nvPr>
            <p:custDataLst>
              <p:tags r:id="rId140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04" name="OTLSHAPE_SLT_a0005013d1434eca8799fe0021a266e0_Duration" hidden="1">
            <a:extLst>
              <a:ext uri="{FF2B5EF4-FFF2-40B4-BE49-F238E27FC236}">
                <a16:creationId xmlns:a16="http://schemas.microsoft.com/office/drawing/2014/main" id="{ABE7334C-DAF7-00F3-319A-1632FBE7A025}"/>
              </a:ext>
            </a:extLst>
          </p:cNvPr>
          <p:cNvSpPr txBox="1"/>
          <p:nvPr>
            <p:custDataLst>
              <p:tags r:id="rId141"/>
            </p:custDataLst>
          </p:nvPr>
        </p:nvSpPr>
        <p:spPr>
          <a:xfrm>
            <a:off x="12700" y="-304860"/>
            <a:ext cx="406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>
                <a:solidFill>
                  <a:srgbClr val="44546A"/>
                </a:solidFill>
                <a:latin typeface="Calibri" panose="020F0502020204030204" pitchFamily="34" charset="0"/>
              </a:rPr>
              <a:t>1.7 wks</a:t>
            </a:r>
          </a:p>
        </p:txBody>
      </p:sp>
      <p:sp>
        <p:nvSpPr>
          <p:cNvPr id="205" name="OTLSHAPE_SLT_a0005013d1434eca8799fe0021a266e0_JoinedDate" hidden="1">
            <a:extLst>
              <a:ext uri="{FF2B5EF4-FFF2-40B4-BE49-F238E27FC236}">
                <a16:creationId xmlns:a16="http://schemas.microsoft.com/office/drawing/2014/main" id="{CA64C48D-7F43-2B8C-E6BC-CE443F58C01F}"/>
              </a:ext>
            </a:extLst>
          </p:cNvPr>
          <p:cNvSpPr txBox="1"/>
          <p:nvPr>
            <p:custDataLst>
              <p:tags r:id="rId142"/>
            </p:custDataLst>
          </p:nvPr>
        </p:nvSpPr>
        <p:spPr>
          <a:xfrm>
            <a:off x="12700" y="-612636"/>
            <a:ext cx="685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Jul 19 - Jul 30</a:t>
            </a:r>
          </a:p>
        </p:txBody>
      </p:sp>
      <p:sp>
        <p:nvSpPr>
          <p:cNvPr id="206" name="OTLSHAPE_SLT_a0005013d1434eca8799fe0021a266e0_StartDate" hidden="1">
            <a:extLst>
              <a:ext uri="{FF2B5EF4-FFF2-40B4-BE49-F238E27FC236}">
                <a16:creationId xmlns:a16="http://schemas.microsoft.com/office/drawing/2014/main" id="{7170D0F2-C0B1-5D87-BB82-9DD1773DEDBD}"/>
              </a:ext>
            </a:extLst>
          </p:cNvPr>
          <p:cNvSpPr txBox="1"/>
          <p:nvPr>
            <p:custDataLst>
              <p:tags r:id="rId14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07" name="OTLSHAPE_SLT_a0005013d1434eca8799fe0021a266e0_EndDate" hidden="1">
            <a:extLst>
              <a:ext uri="{FF2B5EF4-FFF2-40B4-BE49-F238E27FC236}">
                <a16:creationId xmlns:a16="http://schemas.microsoft.com/office/drawing/2014/main" id="{85DDF79F-C97A-00A4-BBBA-443C51197B1C}"/>
              </a:ext>
            </a:extLst>
          </p:cNvPr>
          <p:cNvSpPr txBox="1"/>
          <p:nvPr>
            <p:custDataLst>
              <p:tags r:id="rId14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08" name="OTLSHAPE_SLT_a0005013d1434eca8799fe0021a266e0_Title">
            <a:extLst>
              <a:ext uri="{FF2B5EF4-FFF2-40B4-BE49-F238E27FC236}">
                <a16:creationId xmlns:a16="http://schemas.microsoft.com/office/drawing/2014/main" id="{E8EA23EF-0B8C-85FC-A3D2-7CE9A1C3E020}"/>
              </a:ext>
            </a:extLst>
          </p:cNvPr>
          <p:cNvSpPr txBox="1"/>
          <p:nvPr>
            <p:custDataLst>
              <p:tags r:id="rId145"/>
            </p:custDataLst>
          </p:nvPr>
        </p:nvSpPr>
        <p:spPr>
          <a:xfrm>
            <a:off x="4461253" y="2819331"/>
            <a:ext cx="14224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6">
                <a:solidFill>
                  <a:schemeClr val="dk1"/>
                </a:solidFill>
                <a:latin typeface="Calibri" panose="020F0502020204030204" pitchFamily="34" charset="0"/>
              </a:rPr>
              <a:t>SW installation &amp; stabilization</a:t>
            </a:r>
          </a:p>
        </p:txBody>
      </p:sp>
      <p:sp>
        <p:nvSpPr>
          <p:cNvPr id="209" name="OTLSHAPE_SLT_a0005013d1434eca8799fe0021a266e0_TextPercentage" hidden="1">
            <a:extLst>
              <a:ext uri="{FF2B5EF4-FFF2-40B4-BE49-F238E27FC236}">
                <a16:creationId xmlns:a16="http://schemas.microsoft.com/office/drawing/2014/main" id="{D3990055-3831-D2CC-CD31-DEA2C5C270B0}"/>
              </a:ext>
            </a:extLst>
          </p:cNvPr>
          <p:cNvSpPr txBox="1"/>
          <p:nvPr>
            <p:custDataLst>
              <p:tags r:id="rId146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13" name="OTLSHAPE_SLT_db841b2dc0b5434e83008cd4d4e540bc_Duration" hidden="1">
            <a:extLst>
              <a:ext uri="{FF2B5EF4-FFF2-40B4-BE49-F238E27FC236}">
                <a16:creationId xmlns:a16="http://schemas.microsoft.com/office/drawing/2014/main" id="{D9C8076B-2CEA-CA89-66B5-15EE32E8CC7B}"/>
              </a:ext>
            </a:extLst>
          </p:cNvPr>
          <p:cNvSpPr txBox="1"/>
          <p:nvPr>
            <p:custDataLst>
              <p:tags r:id="rId147"/>
            </p:custDataLst>
          </p:nvPr>
        </p:nvSpPr>
        <p:spPr>
          <a:xfrm>
            <a:off x="12700" y="-535692"/>
            <a:ext cx="558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108.5 days</a:t>
            </a:r>
          </a:p>
        </p:txBody>
      </p:sp>
      <p:sp>
        <p:nvSpPr>
          <p:cNvPr id="214" name="OTLSHAPE_SLT_db841b2dc0b5434e83008cd4d4e540bc_JoinedDate" hidden="1">
            <a:extLst>
              <a:ext uri="{FF2B5EF4-FFF2-40B4-BE49-F238E27FC236}">
                <a16:creationId xmlns:a16="http://schemas.microsoft.com/office/drawing/2014/main" id="{754C79FD-FFF9-EC1B-2828-3575757853DA}"/>
              </a:ext>
            </a:extLst>
          </p:cNvPr>
          <p:cNvSpPr txBox="1"/>
          <p:nvPr>
            <p:custDataLst>
              <p:tags r:id="rId148"/>
            </p:custDataLst>
          </p:nvPr>
        </p:nvSpPr>
        <p:spPr>
          <a:xfrm>
            <a:off x="12700" y="-766524"/>
            <a:ext cx="762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May 1 - Sep 30</a:t>
            </a:r>
          </a:p>
        </p:txBody>
      </p:sp>
      <p:sp>
        <p:nvSpPr>
          <p:cNvPr id="215" name="OTLSHAPE_SLT_db841b2dc0b5434e83008cd4d4e540bc_StartDate" hidden="1">
            <a:extLst>
              <a:ext uri="{FF2B5EF4-FFF2-40B4-BE49-F238E27FC236}">
                <a16:creationId xmlns:a16="http://schemas.microsoft.com/office/drawing/2014/main" id="{993C6D88-4BFB-9CF1-11C8-399154ACE051}"/>
              </a:ext>
            </a:extLst>
          </p:cNvPr>
          <p:cNvSpPr txBox="1"/>
          <p:nvPr>
            <p:custDataLst>
              <p:tags r:id="rId14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16" name="OTLSHAPE_SLT_db841b2dc0b5434e83008cd4d4e540bc_EndDate" hidden="1">
            <a:extLst>
              <a:ext uri="{FF2B5EF4-FFF2-40B4-BE49-F238E27FC236}">
                <a16:creationId xmlns:a16="http://schemas.microsoft.com/office/drawing/2014/main" id="{F02BFE71-107A-43E2-D652-8F7DFA94D887}"/>
              </a:ext>
            </a:extLst>
          </p:cNvPr>
          <p:cNvSpPr txBox="1"/>
          <p:nvPr>
            <p:custDataLst>
              <p:tags r:id="rId15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17" name="OTLSHAPE_SLT_db841b2dc0b5434e83008cd4d4e540bc_Title">
            <a:extLst>
              <a:ext uri="{FF2B5EF4-FFF2-40B4-BE49-F238E27FC236}">
                <a16:creationId xmlns:a16="http://schemas.microsoft.com/office/drawing/2014/main" id="{A2FF8888-510C-E8C4-B8E3-A46637A96517}"/>
              </a:ext>
            </a:extLst>
          </p:cNvPr>
          <p:cNvSpPr txBox="1"/>
          <p:nvPr>
            <p:custDataLst>
              <p:tags r:id="rId151"/>
            </p:custDataLst>
          </p:nvPr>
        </p:nvSpPr>
        <p:spPr>
          <a:xfrm flipH="1">
            <a:off x="3593202" y="2363994"/>
            <a:ext cx="698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FE Side by side</a:t>
            </a:r>
          </a:p>
        </p:txBody>
      </p:sp>
      <p:sp>
        <p:nvSpPr>
          <p:cNvPr id="218" name="OTLSHAPE_SLT_db841b2dc0b5434e83008cd4d4e540bc_TextPercentage" hidden="1">
            <a:extLst>
              <a:ext uri="{FF2B5EF4-FFF2-40B4-BE49-F238E27FC236}">
                <a16:creationId xmlns:a16="http://schemas.microsoft.com/office/drawing/2014/main" id="{4A470B6F-BA9B-F587-F8BA-5D41A3E1DCD3}"/>
              </a:ext>
            </a:extLst>
          </p:cNvPr>
          <p:cNvSpPr txBox="1"/>
          <p:nvPr>
            <p:custDataLst>
              <p:tags r:id="rId152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70" name="OTLSHAPE_TB_00000000000000000000000000000000_MiddleTimescaleInterval2">
            <a:extLst>
              <a:ext uri="{FF2B5EF4-FFF2-40B4-BE49-F238E27FC236}">
                <a16:creationId xmlns:a16="http://schemas.microsoft.com/office/drawing/2014/main" id="{D62B5342-5B02-BBF5-AEE1-AF40B665DDFA}"/>
              </a:ext>
            </a:extLst>
          </p:cNvPr>
          <p:cNvSpPr txBox="1"/>
          <p:nvPr>
            <p:custDataLst>
              <p:tags r:id="rId153"/>
            </p:custDataLst>
          </p:nvPr>
        </p:nvSpPr>
        <p:spPr>
          <a:xfrm>
            <a:off x="1969632" y="379682"/>
            <a:ext cx="22961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2">
                <a:solidFill>
                  <a:schemeClr val="lt1"/>
                </a:solidFill>
                <a:latin typeface="Calibri" panose="020F0502020204030204" pitchFamily="34" charset="0"/>
              </a:rPr>
              <a:t>Jan</a:t>
            </a:r>
          </a:p>
        </p:txBody>
      </p:sp>
      <p:sp>
        <p:nvSpPr>
          <p:cNvPr id="272" name="OTLSHAPE_TB_00000000000000000000000000000000_MiddleTimescaleInterval3">
            <a:extLst>
              <a:ext uri="{FF2B5EF4-FFF2-40B4-BE49-F238E27FC236}">
                <a16:creationId xmlns:a16="http://schemas.microsoft.com/office/drawing/2014/main" id="{546E4D45-CA70-391B-A119-12A9E2A75AA9}"/>
              </a:ext>
            </a:extLst>
          </p:cNvPr>
          <p:cNvSpPr txBox="1"/>
          <p:nvPr>
            <p:custDataLst>
              <p:tags r:id="rId154"/>
            </p:custDataLst>
          </p:nvPr>
        </p:nvSpPr>
        <p:spPr>
          <a:xfrm>
            <a:off x="2594587" y="379682"/>
            <a:ext cx="252698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8">
                <a:solidFill>
                  <a:schemeClr val="lt1"/>
                </a:solidFill>
                <a:latin typeface="Calibri" panose="020F0502020204030204" pitchFamily="34" charset="0"/>
              </a:rPr>
              <a:t>Feb</a:t>
            </a:r>
          </a:p>
        </p:txBody>
      </p:sp>
      <p:sp>
        <p:nvSpPr>
          <p:cNvPr id="274" name="OTLSHAPE_TB_00000000000000000000000000000000_MiddleTimescaleInterval4">
            <a:extLst>
              <a:ext uri="{FF2B5EF4-FFF2-40B4-BE49-F238E27FC236}">
                <a16:creationId xmlns:a16="http://schemas.microsoft.com/office/drawing/2014/main" id="{49E9A64F-D2A2-F0C4-3BAF-96605C51EC73}"/>
              </a:ext>
            </a:extLst>
          </p:cNvPr>
          <p:cNvSpPr txBox="1"/>
          <p:nvPr>
            <p:custDataLst>
              <p:tags r:id="rId155"/>
            </p:custDataLst>
          </p:nvPr>
        </p:nvSpPr>
        <p:spPr>
          <a:xfrm>
            <a:off x="3159063" y="379682"/>
            <a:ext cx="302968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Mar</a:t>
            </a:r>
          </a:p>
        </p:txBody>
      </p:sp>
      <p:sp>
        <p:nvSpPr>
          <p:cNvPr id="276" name="OTLSHAPE_TB_00000000000000000000000000000000_MiddleTimescaleInterval5">
            <a:extLst>
              <a:ext uri="{FF2B5EF4-FFF2-40B4-BE49-F238E27FC236}">
                <a16:creationId xmlns:a16="http://schemas.microsoft.com/office/drawing/2014/main" id="{01572227-31F3-5370-26BA-16579A2DEE4C}"/>
              </a:ext>
            </a:extLst>
          </p:cNvPr>
          <p:cNvSpPr txBox="1"/>
          <p:nvPr>
            <p:custDataLst>
              <p:tags r:id="rId156"/>
            </p:custDataLst>
          </p:nvPr>
        </p:nvSpPr>
        <p:spPr>
          <a:xfrm>
            <a:off x="3784019" y="379682"/>
            <a:ext cx="250518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</a:p>
        </p:txBody>
      </p:sp>
      <p:sp>
        <p:nvSpPr>
          <p:cNvPr id="278" name="OTLSHAPE_TB_00000000000000000000000000000000_MiddleTimescaleInterval6">
            <a:extLst>
              <a:ext uri="{FF2B5EF4-FFF2-40B4-BE49-F238E27FC236}">
                <a16:creationId xmlns:a16="http://schemas.microsoft.com/office/drawing/2014/main" id="{2C0BC392-804C-AD64-E33A-A85DD77BEAC4}"/>
              </a:ext>
            </a:extLst>
          </p:cNvPr>
          <p:cNvSpPr txBox="1"/>
          <p:nvPr>
            <p:custDataLst>
              <p:tags r:id="rId157"/>
            </p:custDataLst>
          </p:nvPr>
        </p:nvSpPr>
        <p:spPr>
          <a:xfrm>
            <a:off x="4388814" y="379682"/>
            <a:ext cx="317500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2">
                <a:solidFill>
                  <a:schemeClr val="lt1"/>
                </a:solidFill>
                <a:latin typeface="Calibri" panose="020F0502020204030204" pitchFamily="34" charset="0"/>
              </a:rPr>
              <a:t>May</a:t>
            </a:r>
          </a:p>
        </p:txBody>
      </p:sp>
      <p:sp>
        <p:nvSpPr>
          <p:cNvPr id="280" name="OTLSHAPE_TB_00000000000000000000000000000000_MiddleTimescaleInterval7">
            <a:extLst>
              <a:ext uri="{FF2B5EF4-FFF2-40B4-BE49-F238E27FC236}">
                <a16:creationId xmlns:a16="http://schemas.microsoft.com/office/drawing/2014/main" id="{EDADF078-FE74-A711-5E8B-6410346E2C8D}"/>
              </a:ext>
            </a:extLst>
          </p:cNvPr>
          <p:cNvSpPr txBox="1"/>
          <p:nvPr>
            <p:custDataLst>
              <p:tags r:id="rId158"/>
            </p:custDataLst>
          </p:nvPr>
        </p:nvSpPr>
        <p:spPr>
          <a:xfrm>
            <a:off x="5013770" y="379682"/>
            <a:ext cx="236860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Jun</a:t>
            </a:r>
          </a:p>
        </p:txBody>
      </p:sp>
      <p:sp>
        <p:nvSpPr>
          <p:cNvPr id="282" name="OTLSHAPE_TB_00000000000000000000000000000000_MiddleTimescaleInterval8">
            <a:extLst>
              <a:ext uri="{FF2B5EF4-FFF2-40B4-BE49-F238E27FC236}">
                <a16:creationId xmlns:a16="http://schemas.microsoft.com/office/drawing/2014/main" id="{EF398DD2-BDD7-5261-1DB3-71F09AA54F69}"/>
              </a:ext>
            </a:extLst>
          </p:cNvPr>
          <p:cNvSpPr txBox="1"/>
          <p:nvPr>
            <p:custDataLst>
              <p:tags r:id="rId159"/>
            </p:custDataLst>
          </p:nvPr>
        </p:nvSpPr>
        <p:spPr>
          <a:xfrm>
            <a:off x="5618566" y="379682"/>
            <a:ext cx="186269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2">
                <a:solidFill>
                  <a:schemeClr val="lt1"/>
                </a:solidFill>
                <a:latin typeface="Calibri" panose="020F0502020204030204" pitchFamily="34" charset="0"/>
              </a:rPr>
              <a:t>Jul</a:t>
            </a:r>
          </a:p>
        </p:txBody>
      </p:sp>
      <p:sp>
        <p:nvSpPr>
          <p:cNvPr id="284" name="OTLSHAPE_TB_00000000000000000000000000000000_MiddleTimescaleInterval9">
            <a:extLst>
              <a:ext uri="{FF2B5EF4-FFF2-40B4-BE49-F238E27FC236}">
                <a16:creationId xmlns:a16="http://schemas.microsoft.com/office/drawing/2014/main" id="{17C05EE9-D755-9BA8-A92C-F250555339CF}"/>
              </a:ext>
            </a:extLst>
          </p:cNvPr>
          <p:cNvSpPr txBox="1"/>
          <p:nvPr>
            <p:custDataLst>
              <p:tags r:id="rId160"/>
            </p:custDataLst>
          </p:nvPr>
        </p:nvSpPr>
        <p:spPr>
          <a:xfrm>
            <a:off x="6243521" y="379682"/>
            <a:ext cx="272190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2">
                <a:solidFill>
                  <a:schemeClr val="lt1"/>
                </a:solidFill>
                <a:latin typeface="Calibri" panose="020F0502020204030204" pitchFamily="34" charset="0"/>
              </a:rPr>
              <a:t>Aug</a:t>
            </a:r>
          </a:p>
        </p:txBody>
      </p:sp>
      <p:sp>
        <p:nvSpPr>
          <p:cNvPr id="286" name="OTLSHAPE_TB_00000000000000000000000000000000_MiddleTimescaleInterval10">
            <a:extLst>
              <a:ext uri="{FF2B5EF4-FFF2-40B4-BE49-F238E27FC236}">
                <a16:creationId xmlns:a16="http://schemas.microsoft.com/office/drawing/2014/main" id="{B27D1E84-0D89-4DBA-95D3-8D8879FAD4BC}"/>
              </a:ext>
            </a:extLst>
          </p:cNvPr>
          <p:cNvSpPr txBox="1"/>
          <p:nvPr>
            <p:custDataLst>
              <p:tags r:id="rId161"/>
            </p:custDataLst>
          </p:nvPr>
        </p:nvSpPr>
        <p:spPr>
          <a:xfrm>
            <a:off x="6868476" y="379682"/>
            <a:ext cx="255326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8">
                <a:solidFill>
                  <a:schemeClr val="lt1"/>
                </a:solidFill>
                <a:latin typeface="Calibri" panose="020F0502020204030204" pitchFamily="34" charset="0"/>
              </a:rPr>
              <a:t>Sep</a:t>
            </a:r>
          </a:p>
        </p:txBody>
      </p:sp>
      <p:sp>
        <p:nvSpPr>
          <p:cNvPr id="288" name="OTLSHAPE_TB_00000000000000000000000000000000_MiddleTimescaleInterval11">
            <a:extLst>
              <a:ext uri="{FF2B5EF4-FFF2-40B4-BE49-F238E27FC236}">
                <a16:creationId xmlns:a16="http://schemas.microsoft.com/office/drawing/2014/main" id="{D474E9D2-F0BB-9867-CD48-0E2F10CDA34B}"/>
              </a:ext>
            </a:extLst>
          </p:cNvPr>
          <p:cNvSpPr txBox="1"/>
          <p:nvPr>
            <p:custDataLst>
              <p:tags r:id="rId162"/>
            </p:custDataLst>
          </p:nvPr>
        </p:nvSpPr>
        <p:spPr>
          <a:xfrm>
            <a:off x="7473273" y="379682"/>
            <a:ext cx="24487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8">
                <a:solidFill>
                  <a:schemeClr val="lt1"/>
                </a:solidFill>
                <a:latin typeface="Calibri" panose="020F0502020204030204" pitchFamily="34" charset="0"/>
              </a:rPr>
              <a:t>Oct</a:t>
            </a:r>
          </a:p>
        </p:txBody>
      </p:sp>
      <p:sp>
        <p:nvSpPr>
          <p:cNvPr id="290" name="OTLSHAPE_TB_00000000000000000000000000000000_MiddleTimescaleInterval12">
            <a:extLst>
              <a:ext uri="{FF2B5EF4-FFF2-40B4-BE49-F238E27FC236}">
                <a16:creationId xmlns:a16="http://schemas.microsoft.com/office/drawing/2014/main" id="{86C3C33B-C255-0CBF-404F-CAC22CE670DC}"/>
              </a:ext>
            </a:extLst>
          </p:cNvPr>
          <p:cNvSpPr txBox="1"/>
          <p:nvPr>
            <p:custDataLst>
              <p:tags r:id="rId163"/>
            </p:custDataLst>
          </p:nvPr>
        </p:nvSpPr>
        <p:spPr>
          <a:xfrm>
            <a:off x="8098227" y="379682"/>
            <a:ext cx="27943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</a:p>
        </p:txBody>
      </p:sp>
      <p:sp>
        <p:nvSpPr>
          <p:cNvPr id="300" name="OTLSHAPE_TB_00000000000000000000000000000000_TimescaleInterval2">
            <a:extLst>
              <a:ext uri="{FF2B5EF4-FFF2-40B4-BE49-F238E27FC236}">
                <a16:creationId xmlns:a16="http://schemas.microsoft.com/office/drawing/2014/main" id="{69A9F68C-2AD3-C641-7726-C6E72BC7BC80}"/>
              </a:ext>
            </a:extLst>
          </p:cNvPr>
          <p:cNvSpPr txBox="1"/>
          <p:nvPr>
            <p:custDataLst>
              <p:tags r:id="rId164"/>
            </p:custDataLst>
          </p:nvPr>
        </p:nvSpPr>
        <p:spPr>
          <a:xfrm>
            <a:off x="1969632" y="187658"/>
            <a:ext cx="36548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6">
                <a:solidFill>
                  <a:schemeClr val="lt1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302" name="OTLSHAPE_TB_00000000000000000000000000000000_MiddleTimescaleInterval13">
            <a:extLst>
              <a:ext uri="{FF2B5EF4-FFF2-40B4-BE49-F238E27FC236}">
                <a16:creationId xmlns:a16="http://schemas.microsoft.com/office/drawing/2014/main" id="{8E402454-F79C-9D90-78F4-63C20086865D}"/>
              </a:ext>
            </a:extLst>
          </p:cNvPr>
          <p:cNvSpPr txBox="1"/>
          <p:nvPr>
            <p:custDataLst>
              <p:tags r:id="rId165"/>
            </p:custDataLst>
          </p:nvPr>
        </p:nvSpPr>
        <p:spPr>
          <a:xfrm>
            <a:off x="8703023" y="379682"/>
            <a:ext cx="264944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Dec</a:t>
            </a:r>
          </a:p>
        </p:txBody>
      </p:sp>
      <p:sp>
        <p:nvSpPr>
          <p:cNvPr id="311" name="OTLSHAPE_TB_00000000000000000000000000000000_MiddleTimescaleInterval14">
            <a:extLst>
              <a:ext uri="{FF2B5EF4-FFF2-40B4-BE49-F238E27FC236}">
                <a16:creationId xmlns:a16="http://schemas.microsoft.com/office/drawing/2014/main" id="{A6B498CA-22D7-DC42-75C4-CA274EBE179E}"/>
              </a:ext>
            </a:extLst>
          </p:cNvPr>
          <p:cNvSpPr txBox="1"/>
          <p:nvPr>
            <p:custDataLst>
              <p:tags r:id="rId166"/>
            </p:custDataLst>
          </p:nvPr>
        </p:nvSpPr>
        <p:spPr>
          <a:xfrm>
            <a:off x="9327979" y="379682"/>
            <a:ext cx="22961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2">
                <a:solidFill>
                  <a:schemeClr val="lt1"/>
                </a:solidFill>
                <a:latin typeface="Calibri" panose="020F0502020204030204" pitchFamily="34" charset="0"/>
              </a:rPr>
              <a:t>Jan</a:t>
            </a:r>
          </a:p>
        </p:txBody>
      </p:sp>
      <p:sp>
        <p:nvSpPr>
          <p:cNvPr id="313" name="OTLSHAPE_TB_00000000000000000000000000000000_MiddleTimescaleInterval15">
            <a:extLst>
              <a:ext uri="{FF2B5EF4-FFF2-40B4-BE49-F238E27FC236}">
                <a16:creationId xmlns:a16="http://schemas.microsoft.com/office/drawing/2014/main" id="{64F4C6AA-FF9B-C94E-B1D7-1981C1A48FFE}"/>
              </a:ext>
            </a:extLst>
          </p:cNvPr>
          <p:cNvSpPr txBox="1"/>
          <p:nvPr>
            <p:custDataLst>
              <p:tags r:id="rId167"/>
            </p:custDataLst>
          </p:nvPr>
        </p:nvSpPr>
        <p:spPr>
          <a:xfrm>
            <a:off x="9952934" y="379682"/>
            <a:ext cx="252698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8">
                <a:solidFill>
                  <a:schemeClr val="lt1"/>
                </a:solidFill>
                <a:latin typeface="Calibri" panose="020F0502020204030204" pitchFamily="34" charset="0"/>
              </a:rPr>
              <a:t>Feb</a:t>
            </a:r>
          </a:p>
        </p:txBody>
      </p:sp>
      <p:sp>
        <p:nvSpPr>
          <p:cNvPr id="334" name="OTLSHAPE_SLT_3ef8107866514941904e61ada6b41143_JoinedDate" hidden="1">
            <a:extLst>
              <a:ext uri="{FF2B5EF4-FFF2-40B4-BE49-F238E27FC236}">
                <a16:creationId xmlns:a16="http://schemas.microsoft.com/office/drawing/2014/main" id="{082228FA-AB36-313E-4B73-F7600D068527}"/>
              </a:ext>
            </a:extLst>
          </p:cNvPr>
          <p:cNvSpPr txBox="1"/>
          <p:nvPr>
            <p:custDataLst>
              <p:tags r:id="rId168"/>
            </p:custDataLst>
          </p:nvPr>
        </p:nvSpPr>
        <p:spPr>
          <a:xfrm>
            <a:off x="12700" y="-689580"/>
            <a:ext cx="736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Aug 1 - Aug 30</a:t>
            </a:r>
          </a:p>
        </p:txBody>
      </p:sp>
      <p:sp>
        <p:nvSpPr>
          <p:cNvPr id="335" name="OTLSHAPE_SLT_3ef8107866514941904e61ada6b41143_StartDate" hidden="1">
            <a:extLst>
              <a:ext uri="{FF2B5EF4-FFF2-40B4-BE49-F238E27FC236}">
                <a16:creationId xmlns:a16="http://schemas.microsoft.com/office/drawing/2014/main" id="{FA1E4530-A6A8-C2F3-7EA3-1F2BAC6FCE4C}"/>
              </a:ext>
            </a:extLst>
          </p:cNvPr>
          <p:cNvSpPr txBox="1"/>
          <p:nvPr>
            <p:custDataLst>
              <p:tags r:id="rId16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36" name="OTLSHAPE_SLT_3ef8107866514941904e61ada6b41143_EndDate" hidden="1">
            <a:extLst>
              <a:ext uri="{FF2B5EF4-FFF2-40B4-BE49-F238E27FC236}">
                <a16:creationId xmlns:a16="http://schemas.microsoft.com/office/drawing/2014/main" id="{E24B5679-6565-71F4-BD40-D7DAE1CA1086}"/>
              </a:ext>
            </a:extLst>
          </p:cNvPr>
          <p:cNvSpPr txBox="1"/>
          <p:nvPr>
            <p:custDataLst>
              <p:tags r:id="rId17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37" name="OTLSHAPE_SLT_3ef8107866514941904e61ada6b41143_TextPercentage" hidden="1">
            <a:extLst>
              <a:ext uri="{FF2B5EF4-FFF2-40B4-BE49-F238E27FC236}">
                <a16:creationId xmlns:a16="http://schemas.microsoft.com/office/drawing/2014/main" id="{E9852AF2-DD14-4CA4-A52F-566385F5C302}"/>
              </a:ext>
            </a:extLst>
          </p:cNvPr>
          <p:cNvSpPr txBox="1"/>
          <p:nvPr>
            <p:custDataLst>
              <p:tags r:id="rId171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 b="1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339" name="OTLSHAPE_SLT_3ef8107866514941904e61ada6b41143_Title">
            <a:extLst>
              <a:ext uri="{FF2B5EF4-FFF2-40B4-BE49-F238E27FC236}">
                <a16:creationId xmlns:a16="http://schemas.microsoft.com/office/drawing/2014/main" id="{A97A4554-0DEC-DD17-1E3D-5BB7DAB6ED37}"/>
              </a:ext>
            </a:extLst>
          </p:cNvPr>
          <p:cNvSpPr txBox="1"/>
          <p:nvPr>
            <p:custDataLst>
              <p:tags r:id="rId172"/>
            </p:custDataLst>
          </p:nvPr>
        </p:nvSpPr>
        <p:spPr>
          <a:xfrm>
            <a:off x="6202787" y="3037855"/>
            <a:ext cx="10414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LBS verifications (MA)</a:t>
            </a:r>
          </a:p>
        </p:txBody>
      </p:sp>
      <p:sp>
        <p:nvSpPr>
          <p:cNvPr id="343" name="OTLSHAPE_SLT_73609d6e8c64405eaf9a111900945daa_JoinedDate" hidden="1">
            <a:extLst>
              <a:ext uri="{FF2B5EF4-FFF2-40B4-BE49-F238E27FC236}">
                <a16:creationId xmlns:a16="http://schemas.microsoft.com/office/drawing/2014/main" id="{039BDA74-D19A-4DD1-5248-2A63088785CD}"/>
              </a:ext>
            </a:extLst>
          </p:cNvPr>
          <p:cNvSpPr txBox="1"/>
          <p:nvPr>
            <p:custDataLst>
              <p:tags r:id="rId173"/>
            </p:custDataLst>
          </p:nvPr>
        </p:nvSpPr>
        <p:spPr>
          <a:xfrm>
            <a:off x="12700" y="-689580"/>
            <a:ext cx="736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Aug 1 - Dec 31</a:t>
            </a:r>
          </a:p>
        </p:txBody>
      </p:sp>
      <p:sp>
        <p:nvSpPr>
          <p:cNvPr id="344" name="OTLSHAPE_SLT_73609d6e8c64405eaf9a111900945daa_StartDate" hidden="1">
            <a:extLst>
              <a:ext uri="{FF2B5EF4-FFF2-40B4-BE49-F238E27FC236}">
                <a16:creationId xmlns:a16="http://schemas.microsoft.com/office/drawing/2014/main" id="{D1EC4CC7-B007-51E6-CF4A-E3A6D90CAA9E}"/>
              </a:ext>
            </a:extLst>
          </p:cNvPr>
          <p:cNvSpPr txBox="1"/>
          <p:nvPr>
            <p:custDataLst>
              <p:tags r:id="rId17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45" name="OTLSHAPE_SLT_73609d6e8c64405eaf9a111900945daa_EndDate" hidden="1">
            <a:extLst>
              <a:ext uri="{FF2B5EF4-FFF2-40B4-BE49-F238E27FC236}">
                <a16:creationId xmlns:a16="http://schemas.microsoft.com/office/drawing/2014/main" id="{5CBD868D-1292-3960-C80F-EAFBF924E852}"/>
              </a:ext>
            </a:extLst>
          </p:cNvPr>
          <p:cNvSpPr txBox="1"/>
          <p:nvPr>
            <p:custDataLst>
              <p:tags r:id="rId17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46" name="OTLSHAPE_SLT_73609d6e8c64405eaf9a111900945daa_TextPercentage" hidden="1">
            <a:extLst>
              <a:ext uri="{FF2B5EF4-FFF2-40B4-BE49-F238E27FC236}">
                <a16:creationId xmlns:a16="http://schemas.microsoft.com/office/drawing/2014/main" id="{D40DEAE0-2205-543A-F8E8-236F4A6B1A6B}"/>
              </a:ext>
            </a:extLst>
          </p:cNvPr>
          <p:cNvSpPr txBox="1"/>
          <p:nvPr>
            <p:custDataLst>
              <p:tags r:id="rId176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 b="1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348" name="OTLSHAPE_SLT_73609d6e8c64405eaf9a111900945daa_Title">
            <a:extLst>
              <a:ext uri="{FF2B5EF4-FFF2-40B4-BE49-F238E27FC236}">
                <a16:creationId xmlns:a16="http://schemas.microsoft.com/office/drawing/2014/main" id="{7D50E7F6-AF81-49E8-BF62-1031B6A1D6AA}"/>
              </a:ext>
            </a:extLst>
          </p:cNvPr>
          <p:cNvSpPr txBox="1"/>
          <p:nvPr>
            <p:custDataLst>
              <p:tags r:id="rId177"/>
            </p:custDataLst>
          </p:nvPr>
        </p:nvSpPr>
        <p:spPr>
          <a:xfrm>
            <a:off x="6756422" y="3431553"/>
            <a:ext cx="1968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6">
                <a:solidFill>
                  <a:schemeClr val="dk1"/>
                </a:solidFill>
                <a:latin typeface="Calibri" panose="020F0502020204030204" pitchFamily="34" charset="0"/>
              </a:rPr>
              <a:t>4  FE sites (1 small SP, STC, Batelco, Zain, )</a:t>
            </a:r>
          </a:p>
        </p:txBody>
      </p:sp>
      <p:sp>
        <p:nvSpPr>
          <p:cNvPr id="393" name="OTLSHAPE_TB_00000000000000000000000000000000_TimescaleInterval3">
            <a:extLst>
              <a:ext uri="{FF2B5EF4-FFF2-40B4-BE49-F238E27FC236}">
                <a16:creationId xmlns:a16="http://schemas.microsoft.com/office/drawing/2014/main" id="{D758BBB9-6759-DF86-4C81-BAAECFACAF08}"/>
              </a:ext>
            </a:extLst>
          </p:cNvPr>
          <p:cNvSpPr txBox="1"/>
          <p:nvPr>
            <p:custDataLst>
              <p:tags r:id="rId178"/>
            </p:custDataLst>
          </p:nvPr>
        </p:nvSpPr>
        <p:spPr>
          <a:xfrm>
            <a:off x="9327979" y="187658"/>
            <a:ext cx="36548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6">
                <a:solidFill>
                  <a:schemeClr val="lt1"/>
                </a:solidFill>
                <a:latin typeface="Calibri" panose="020F0502020204030204" pitchFamily="34" charset="0"/>
              </a:rPr>
              <a:t>2027</a:t>
            </a:r>
          </a:p>
        </p:txBody>
      </p:sp>
      <p:sp>
        <p:nvSpPr>
          <p:cNvPr id="486" name="OTLSHAPE_SLT_154c9ec80d514ce0ac519c8a0c251577_Duration" hidden="1">
            <a:extLst>
              <a:ext uri="{FF2B5EF4-FFF2-40B4-BE49-F238E27FC236}">
                <a16:creationId xmlns:a16="http://schemas.microsoft.com/office/drawing/2014/main" id="{9F514EB6-1BBE-8A36-C1B5-1445536C5943}"/>
              </a:ext>
            </a:extLst>
          </p:cNvPr>
          <p:cNvSpPr txBox="1"/>
          <p:nvPr>
            <p:custDataLst>
              <p:tags r:id="rId179"/>
            </p:custDataLst>
          </p:nvPr>
        </p:nvSpPr>
        <p:spPr>
          <a:xfrm>
            <a:off x="12700" y="-381804"/>
            <a:ext cx="457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30.4 wks</a:t>
            </a:r>
          </a:p>
        </p:txBody>
      </p:sp>
      <p:sp>
        <p:nvSpPr>
          <p:cNvPr id="487" name="OTLSHAPE_SLT_154c9ec80d514ce0ac519c8a0c251577_TextPercentage" hidden="1">
            <a:extLst>
              <a:ext uri="{FF2B5EF4-FFF2-40B4-BE49-F238E27FC236}">
                <a16:creationId xmlns:a16="http://schemas.microsoft.com/office/drawing/2014/main" id="{D5DDD248-751B-1A3B-FE1C-7A5D1D213B41}"/>
              </a:ext>
            </a:extLst>
          </p:cNvPr>
          <p:cNvSpPr txBox="1"/>
          <p:nvPr>
            <p:custDataLst>
              <p:tags r:id="rId180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488" name="OTLSHAPE_SLT_154c9ec80d514ce0ac519c8a0c251577_StartDate" hidden="1">
            <a:extLst>
              <a:ext uri="{FF2B5EF4-FFF2-40B4-BE49-F238E27FC236}">
                <a16:creationId xmlns:a16="http://schemas.microsoft.com/office/drawing/2014/main" id="{2BA3A235-B547-1EE3-8A24-E8ABEC335A07}"/>
              </a:ext>
            </a:extLst>
          </p:cNvPr>
          <p:cNvSpPr txBox="1"/>
          <p:nvPr>
            <p:custDataLst>
              <p:tags r:id="rId18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89" name="OTLSHAPE_SLT_154c9ec80d514ce0ac519c8a0c251577_EndDate" hidden="1">
            <a:extLst>
              <a:ext uri="{FF2B5EF4-FFF2-40B4-BE49-F238E27FC236}">
                <a16:creationId xmlns:a16="http://schemas.microsoft.com/office/drawing/2014/main" id="{FC9B92BB-F7C7-54A9-2795-FB620335BCB7}"/>
              </a:ext>
            </a:extLst>
          </p:cNvPr>
          <p:cNvSpPr txBox="1"/>
          <p:nvPr>
            <p:custDataLst>
              <p:tags r:id="rId18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90" name="OTLSHAPE_SLT_154c9ec80d514ce0ac519c8a0c251577_Title">
            <a:extLst>
              <a:ext uri="{FF2B5EF4-FFF2-40B4-BE49-F238E27FC236}">
                <a16:creationId xmlns:a16="http://schemas.microsoft.com/office/drawing/2014/main" id="{DFB052FD-A6CB-0340-3960-CEBA6C9E1879}"/>
              </a:ext>
            </a:extLst>
          </p:cNvPr>
          <p:cNvSpPr txBox="1"/>
          <p:nvPr>
            <p:custDataLst>
              <p:tags r:id="rId183"/>
            </p:custDataLst>
          </p:nvPr>
        </p:nvSpPr>
        <p:spPr>
          <a:xfrm>
            <a:off x="11142352" y="4098049"/>
            <a:ext cx="9144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4">
                <a:solidFill>
                  <a:srgbClr val="FF1E99"/>
                </a:solidFill>
                <a:latin typeface="Calibri" panose="020F0502020204030204" pitchFamily="34" charset="0"/>
              </a:rPr>
              <a:t>System Acceptance</a:t>
            </a:r>
          </a:p>
        </p:txBody>
      </p:sp>
      <p:sp>
        <p:nvSpPr>
          <p:cNvPr id="493" name="OTLSHAPE_SLM_4e9a3727d0604e7e816f8174a5018ce4_Title">
            <a:extLst>
              <a:ext uri="{FF2B5EF4-FFF2-40B4-BE49-F238E27FC236}">
                <a16:creationId xmlns:a16="http://schemas.microsoft.com/office/drawing/2014/main" id="{CDDD99DE-B4DF-9E49-EFAA-E6E205A84D7E}"/>
              </a:ext>
            </a:extLst>
          </p:cNvPr>
          <p:cNvSpPr txBox="1"/>
          <p:nvPr>
            <p:custDataLst>
              <p:tags r:id="rId184"/>
            </p:custDataLst>
          </p:nvPr>
        </p:nvSpPr>
        <p:spPr>
          <a:xfrm>
            <a:off x="10535821" y="4491495"/>
            <a:ext cx="10287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6">
                <a:solidFill>
                  <a:schemeClr val="dk1"/>
                </a:solidFill>
                <a:latin typeface="Calibri" panose="020F0502020204030204" pitchFamily="34" charset="0"/>
              </a:rPr>
              <a:t>Strat Of Subscriprsion</a:t>
            </a:r>
          </a:p>
        </p:txBody>
      </p:sp>
      <p:sp>
        <p:nvSpPr>
          <p:cNvPr id="494" name="OTLSHAPE_SLM_4e9a3727d0604e7e816f8174a5018ce4_Date" hidden="1">
            <a:extLst>
              <a:ext uri="{FF2B5EF4-FFF2-40B4-BE49-F238E27FC236}">
                <a16:creationId xmlns:a16="http://schemas.microsoft.com/office/drawing/2014/main" id="{ACC27277-738C-FC84-4937-951B49D016ED}"/>
              </a:ext>
            </a:extLst>
          </p:cNvPr>
          <p:cNvSpPr txBox="1"/>
          <p:nvPr>
            <p:custDataLst>
              <p:tags r:id="rId185"/>
            </p:custDataLst>
          </p:nvPr>
        </p:nvSpPr>
        <p:spPr>
          <a:xfrm>
            <a:off x="12700" y="-54129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>
                <a:solidFill>
                  <a:srgbClr val="44546A"/>
                </a:solidFill>
                <a:latin typeface="Calibri" panose="020F0502020204030204" pitchFamily="34" charset="0"/>
              </a:rPr>
              <a:t>Apr 30</a:t>
            </a:r>
          </a:p>
        </p:txBody>
      </p:sp>
      <p:sp>
        <p:nvSpPr>
          <p:cNvPr id="498" name="OTLSHAPE_SLT_25fbb1fddd8a4f46a9d45332861d3822_Duration" hidden="1">
            <a:extLst>
              <a:ext uri="{FF2B5EF4-FFF2-40B4-BE49-F238E27FC236}">
                <a16:creationId xmlns:a16="http://schemas.microsoft.com/office/drawing/2014/main" id="{FBDEC5A2-CBF6-6756-77F9-594EAEA99A8B}"/>
              </a:ext>
            </a:extLst>
          </p:cNvPr>
          <p:cNvSpPr txBox="1"/>
          <p:nvPr>
            <p:custDataLst>
              <p:tags r:id="rId186"/>
            </p:custDataLst>
          </p:nvPr>
        </p:nvSpPr>
        <p:spPr>
          <a:xfrm>
            <a:off x="12700" y="-304859"/>
            <a:ext cx="457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30.4 wks</a:t>
            </a:r>
          </a:p>
        </p:txBody>
      </p:sp>
      <p:sp>
        <p:nvSpPr>
          <p:cNvPr id="499" name="OTLSHAPE_SLT_25fbb1fddd8a4f46a9d45332861d3822_TextPercentage" hidden="1">
            <a:extLst>
              <a:ext uri="{FF2B5EF4-FFF2-40B4-BE49-F238E27FC236}">
                <a16:creationId xmlns:a16="http://schemas.microsoft.com/office/drawing/2014/main" id="{3106C347-10EE-B6A8-14CB-8C63816FE956}"/>
              </a:ext>
            </a:extLst>
          </p:cNvPr>
          <p:cNvSpPr txBox="1"/>
          <p:nvPr>
            <p:custDataLst>
              <p:tags r:id="rId187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500" name="OTLSHAPE_SLT_25fbb1fddd8a4f46a9d45332861d3822_StartDate" hidden="1">
            <a:extLst>
              <a:ext uri="{FF2B5EF4-FFF2-40B4-BE49-F238E27FC236}">
                <a16:creationId xmlns:a16="http://schemas.microsoft.com/office/drawing/2014/main" id="{E4819095-98A1-E665-3D53-48EBD3D7895A}"/>
              </a:ext>
            </a:extLst>
          </p:cNvPr>
          <p:cNvSpPr txBox="1"/>
          <p:nvPr>
            <p:custDataLst>
              <p:tags r:id="rId18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01" name="OTLSHAPE_SLT_25fbb1fddd8a4f46a9d45332861d3822_EndDate" hidden="1">
            <a:extLst>
              <a:ext uri="{FF2B5EF4-FFF2-40B4-BE49-F238E27FC236}">
                <a16:creationId xmlns:a16="http://schemas.microsoft.com/office/drawing/2014/main" id="{D07DD8DE-D56D-1D3B-3B97-EFFFE8C23B79}"/>
              </a:ext>
            </a:extLst>
          </p:cNvPr>
          <p:cNvSpPr txBox="1"/>
          <p:nvPr>
            <p:custDataLst>
              <p:tags r:id="rId18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02" name="OTLSHAPE_SLT_25fbb1fddd8a4f46a9d45332861d3822_Title">
            <a:extLst>
              <a:ext uri="{FF2B5EF4-FFF2-40B4-BE49-F238E27FC236}">
                <a16:creationId xmlns:a16="http://schemas.microsoft.com/office/drawing/2014/main" id="{B45811CB-FA36-2A2A-7B52-4C5F3F9F30B6}"/>
              </a:ext>
            </a:extLst>
          </p:cNvPr>
          <p:cNvSpPr txBox="1"/>
          <p:nvPr>
            <p:custDataLst>
              <p:tags r:id="rId190"/>
            </p:custDataLst>
          </p:nvPr>
        </p:nvSpPr>
        <p:spPr>
          <a:xfrm>
            <a:off x="8470046" y="4288379"/>
            <a:ext cx="9779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Dual Delivery Period</a:t>
            </a:r>
          </a:p>
        </p:txBody>
      </p:sp>
      <p:sp>
        <p:nvSpPr>
          <p:cNvPr id="508" name="OTLSHAPE_SLT_b129fec362424c46a2196de32a8ae2ce_TextPercentage" hidden="1">
            <a:extLst>
              <a:ext uri="{FF2B5EF4-FFF2-40B4-BE49-F238E27FC236}">
                <a16:creationId xmlns:a16="http://schemas.microsoft.com/office/drawing/2014/main" id="{247D33EC-B02A-8A4A-945B-CAE366BDE796}"/>
              </a:ext>
            </a:extLst>
          </p:cNvPr>
          <p:cNvSpPr txBox="1"/>
          <p:nvPr>
            <p:custDataLst>
              <p:tags r:id="rId191"/>
            </p:custDataLst>
          </p:nvPr>
        </p:nvSpPr>
        <p:spPr>
          <a:xfrm>
            <a:off x="12700" y="-79633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 b="1">
              <a:solidFill>
                <a:srgbClr val="385723"/>
              </a:solidFill>
              <a:latin typeface="Calibri" panose="020F0502020204030204" pitchFamily="34" charset="0"/>
            </a:endParaRPr>
          </a:p>
        </p:txBody>
      </p:sp>
      <p:sp>
        <p:nvSpPr>
          <p:cNvPr id="509" name="OTLSHAPE_SLT_b129fec362424c46a2196de32a8ae2ce_StartDate" hidden="1">
            <a:extLst>
              <a:ext uri="{FF2B5EF4-FFF2-40B4-BE49-F238E27FC236}">
                <a16:creationId xmlns:a16="http://schemas.microsoft.com/office/drawing/2014/main" id="{FB6E2118-D95B-F9CA-737D-3D763B1CF26F}"/>
              </a:ext>
            </a:extLst>
          </p:cNvPr>
          <p:cNvSpPr txBox="1"/>
          <p:nvPr>
            <p:custDataLst>
              <p:tags r:id="rId19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10" name="OTLSHAPE_SLT_b129fec362424c46a2196de32a8ae2ce_EndDate" hidden="1">
            <a:extLst>
              <a:ext uri="{FF2B5EF4-FFF2-40B4-BE49-F238E27FC236}">
                <a16:creationId xmlns:a16="http://schemas.microsoft.com/office/drawing/2014/main" id="{02EDD81C-E732-413B-5E0F-EB3E682FF267}"/>
              </a:ext>
            </a:extLst>
          </p:cNvPr>
          <p:cNvSpPr txBox="1"/>
          <p:nvPr>
            <p:custDataLst>
              <p:tags r:id="rId19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11" name="OTLSHAPE_SLT_b129fec362424c46a2196de32a8ae2ce_Title">
            <a:extLst>
              <a:ext uri="{FF2B5EF4-FFF2-40B4-BE49-F238E27FC236}">
                <a16:creationId xmlns:a16="http://schemas.microsoft.com/office/drawing/2014/main" id="{546BFAF7-6572-F071-90A7-DBDFA6F68F0C}"/>
              </a:ext>
            </a:extLst>
          </p:cNvPr>
          <p:cNvSpPr txBox="1"/>
          <p:nvPr>
            <p:custDataLst>
              <p:tags r:id="rId194"/>
            </p:custDataLst>
          </p:nvPr>
        </p:nvSpPr>
        <p:spPr>
          <a:xfrm>
            <a:off x="9922280" y="3856918"/>
            <a:ext cx="12827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5 FE Sites (small operators)</a:t>
            </a:r>
          </a:p>
        </p:txBody>
      </p:sp>
      <p:sp>
        <p:nvSpPr>
          <p:cNvPr id="523" name="OTLSHAPE_SLM_7be5667765e34eb4b386a61d45f7bf6d_Title">
            <a:extLst>
              <a:ext uri="{FF2B5EF4-FFF2-40B4-BE49-F238E27FC236}">
                <a16:creationId xmlns:a16="http://schemas.microsoft.com/office/drawing/2014/main" id="{1E66CC70-0FF6-35F4-8B3E-C44546BD287A}"/>
              </a:ext>
            </a:extLst>
          </p:cNvPr>
          <p:cNvSpPr txBox="1"/>
          <p:nvPr>
            <p:custDataLst>
              <p:tags r:id="rId195"/>
            </p:custDataLst>
          </p:nvPr>
        </p:nvSpPr>
        <p:spPr>
          <a:xfrm>
            <a:off x="11121419" y="4707395"/>
            <a:ext cx="444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Cut Over </a:t>
            </a:r>
          </a:p>
        </p:txBody>
      </p:sp>
      <p:sp>
        <p:nvSpPr>
          <p:cNvPr id="524" name="OTLSHAPE_SLM_7be5667765e34eb4b386a61d45f7bf6d_Date" hidden="1">
            <a:extLst>
              <a:ext uri="{FF2B5EF4-FFF2-40B4-BE49-F238E27FC236}">
                <a16:creationId xmlns:a16="http://schemas.microsoft.com/office/drawing/2014/main" id="{400B38F2-BCF4-185A-A13B-65D6DCE22555}"/>
              </a:ext>
            </a:extLst>
          </p:cNvPr>
          <p:cNvSpPr txBox="1"/>
          <p:nvPr>
            <p:custDataLst>
              <p:tags r:id="rId196"/>
            </p:custDataLst>
          </p:nvPr>
        </p:nvSpPr>
        <p:spPr>
          <a:xfrm>
            <a:off x="12700" y="-54129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>
                <a:solidFill>
                  <a:srgbClr val="44546A"/>
                </a:solidFill>
                <a:latin typeface="Calibri" panose="020F0502020204030204" pitchFamily="34" charset="0"/>
              </a:rPr>
              <a:t>Apr 30</a:t>
            </a:r>
          </a:p>
        </p:txBody>
      </p:sp>
      <p:sp>
        <p:nvSpPr>
          <p:cNvPr id="531" name="OTLSHAPE_SLT_71feb0897c2b47d28678366d0661913b_Duration" hidden="1">
            <a:extLst>
              <a:ext uri="{FF2B5EF4-FFF2-40B4-BE49-F238E27FC236}">
                <a16:creationId xmlns:a16="http://schemas.microsoft.com/office/drawing/2014/main" id="{B9BE1B9D-92EB-9BAC-36F9-9E0E436D5AF8}"/>
              </a:ext>
            </a:extLst>
          </p:cNvPr>
          <p:cNvSpPr txBox="1"/>
          <p:nvPr>
            <p:custDataLst>
              <p:tags r:id="rId197"/>
            </p:custDataLst>
          </p:nvPr>
        </p:nvSpPr>
        <p:spPr>
          <a:xfrm>
            <a:off x="12700" y="-381804"/>
            <a:ext cx="406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>
                <a:solidFill>
                  <a:srgbClr val="385723"/>
                </a:solidFill>
                <a:latin typeface="Calibri" panose="020F0502020204030204" pitchFamily="34" charset="0"/>
              </a:rPr>
              <a:t>8.5 wks</a:t>
            </a:r>
          </a:p>
        </p:txBody>
      </p:sp>
      <p:sp>
        <p:nvSpPr>
          <p:cNvPr id="586" name="OTLSHAPE_SLT_3ef8107866514941904e61ada6b41143_Duration" hidden="1">
            <a:extLst>
              <a:ext uri="{FF2B5EF4-FFF2-40B4-BE49-F238E27FC236}">
                <a16:creationId xmlns:a16="http://schemas.microsoft.com/office/drawing/2014/main" id="{BDDB0D44-DC2C-8A35-C062-B4E556C14402}"/>
              </a:ext>
            </a:extLst>
          </p:cNvPr>
          <p:cNvSpPr txBox="1"/>
          <p:nvPr>
            <p:custDataLst>
              <p:tags r:id="rId198"/>
            </p:custDataLst>
          </p:nvPr>
        </p:nvSpPr>
        <p:spPr>
          <a:xfrm>
            <a:off x="12700" y="-381804"/>
            <a:ext cx="304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>
                <a:solidFill>
                  <a:srgbClr val="385723"/>
                </a:solidFill>
                <a:latin typeface="Calibri" panose="020F0502020204030204" pitchFamily="34" charset="0"/>
              </a:rPr>
              <a:t>4 wks</a:t>
            </a:r>
          </a:p>
        </p:txBody>
      </p:sp>
      <p:sp>
        <p:nvSpPr>
          <p:cNvPr id="587" name="OTLSHAPE_SLT_73609d6e8c64405eaf9a111900945daa_Duration" hidden="1">
            <a:extLst>
              <a:ext uri="{FF2B5EF4-FFF2-40B4-BE49-F238E27FC236}">
                <a16:creationId xmlns:a16="http://schemas.microsoft.com/office/drawing/2014/main" id="{2499793A-3961-097C-5B55-4867965DFBAB}"/>
              </a:ext>
            </a:extLst>
          </p:cNvPr>
          <p:cNvSpPr txBox="1"/>
          <p:nvPr>
            <p:custDataLst>
              <p:tags r:id="rId199"/>
            </p:custDataLst>
          </p:nvPr>
        </p:nvSpPr>
        <p:spPr>
          <a:xfrm>
            <a:off x="12700" y="-381804"/>
            <a:ext cx="4699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>
                <a:solidFill>
                  <a:srgbClr val="385723"/>
                </a:solidFill>
                <a:latin typeface="Calibri" panose="020F0502020204030204" pitchFamily="34" charset="0"/>
              </a:rPr>
              <a:t>21.7 wks</a:t>
            </a:r>
          </a:p>
        </p:txBody>
      </p:sp>
      <p:sp>
        <p:nvSpPr>
          <p:cNvPr id="588" name="OTLSHAPE_SLT_154c9ec80d514ce0ac519c8a0c251577_JoinedDate" hidden="1">
            <a:extLst>
              <a:ext uri="{FF2B5EF4-FFF2-40B4-BE49-F238E27FC236}">
                <a16:creationId xmlns:a16="http://schemas.microsoft.com/office/drawing/2014/main" id="{4FA8343F-C665-FC42-89A5-D750F34FF79D}"/>
              </a:ext>
            </a:extLst>
          </p:cNvPr>
          <p:cNvSpPr txBox="1"/>
          <p:nvPr>
            <p:custDataLst>
              <p:tags r:id="rId200"/>
            </p:custDataLst>
          </p:nvPr>
        </p:nvSpPr>
        <p:spPr>
          <a:xfrm>
            <a:off x="12700" y="-612636"/>
            <a:ext cx="762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Sep 1 - Mar 31</a:t>
            </a:r>
          </a:p>
        </p:txBody>
      </p:sp>
      <p:sp>
        <p:nvSpPr>
          <p:cNvPr id="589" name="OTLSHAPE_SLT_25fbb1fddd8a4f46a9d45332861d3822_JoinedDate" hidden="1">
            <a:extLst>
              <a:ext uri="{FF2B5EF4-FFF2-40B4-BE49-F238E27FC236}">
                <a16:creationId xmlns:a16="http://schemas.microsoft.com/office/drawing/2014/main" id="{FA9B3749-397B-05D6-6F98-A39AAFFA694C}"/>
              </a:ext>
            </a:extLst>
          </p:cNvPr>
          <p:cNvSpPr txBox="1"/>
          <p:nvPr>
            <p:custDataLst>
              <p:tags r:id="rId201"/>
            </p:custDataLst>
          </p:nvPr>
        </p:nvSpPr>
        <p:spPr>
          <a:xfrm>
            <a:off x="12700" y="-689580"/>
            <a:ext cx="749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Sep 1 - Mar 31</a:t>
            </a:r>
          </a:p>
        </p:txBody>
      </p:sp>
      <p:sp>
        <p:nvSpPr>
          <p:cNvPr id="590" name="OTLSHAPE_SLT_b129fec362424c46a2196de32a8ae2ce_JoinedDate" hidden="1">
            <a:extLst>
              <a:ext uri="{FF2B5EF4-FFF2-40B4-BE49-F238E27FC236}">
                <a16:creationId xmlns:a16="http://schemas.microsoft.com/office/drawing/2014/main" id="{669479AE-CE4B-B6D0-A6B2-C635DF60C7AF}"/>
              </a:ext>
            </a:extLst>
          </p:cNvPr>
          <p:cNvSpPr txBox="1"/>
          <p:nvPr>
            <p:custDataLst>
              <p:tags r:id="rId202"/>
            </p:custDataLst>
          </p:nvPr>
        </p:nvSpPr>
        <p:spPr>
          <a:xfrm>
            <a:off x="12700" y="-689580"/>
            <a:ext cx="749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Feb 1 - Mar 31</a:t>
            </a:r>
          </a:p>
        </p:txBody>
      </p:sp>
      <p:sp>
        <p:nvSpPr>
          <p:cNvPr id="14" name="OTLSHAPE_SLT_602a105a640d41c3ab2db0d2e2df6b37_Duration" hidden="1">
            <a:extLst>
              <a:ext uri="{FF2B5EF4-FFF2-40B4-BE49-F238E27FC236}">
                <a16:creationId xmlns:a16="http://schemas.microsoft.com/office/drawing/2014/main" id="{235718BC-1DD7-F10A-A16F-76D847AC0071}"/>
              </a:ext>
            </a:extLst>
          </p:cNvPr>
          <p:cNvSpPr txBox="1"/>
          <p:nvPr>
            <p:custDataLst>
              <p:tags r:id="rId203"/>
            </p:custDataLst>
          </p:nvPr>
        </p:nvSpPr>
        <p:spPr>
          <a:xfrm>
            <a:off x="12700" y="-458748"/>
            <a:ext cx="4953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56.5 days</a:t>
            </a:r>
          </a:p>
        </p:txBody>
      </p:sp>
      <p:sp>
        <p:nvSpPr>
          <p:cNvPr id="15" name="OTLSHAPE_SLT_602a105a640d41c3ab2db0d2e2df6b37_JoinedDate" hidden="1">
            <a:extLst>
              <a:ext uri="{FF2B5EF4-FFF2-40B4-BE49-F238E27FC236}">
                <a16:creationId xmlns:a16="http://schemas.microsoft.com/office/drawing/2014/main" id="{B924AB0E-D87A-D6F0-379E-1371ACF1A9B0}"/>
              </a:ext>
            </a:extLst>
          </p:cNvPr>
          <p:cNvSpPr txBox="1"/>
          <p:nvPr>
            <p:custDataLst>
              <p:tags r:id="rId204"/>
            </p:custDataLst>
          </p:nvPr>
        </p:nvSpPr>
        <p:spPr>
          <a:xfrm>
            <a:off x="12700" y="-689580"/>
            <a:ext cx="787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Feb 11 - Apr 30</a:t>
            </a:r>
          </a:p>
        </p:txBody>
      </p:sp>
      <p:sp>
        <p:nvSpPr>
          <p:cNvPr id="16" name="OTLSHAPE_SLT_602a105a640d41c3ab2db0d2e2df6b37_StartDate" hidden="1">
            <a:extLst>
              <a:ext uri="{FF2B5EF4-FFF2-40B4-BE49-F238E27FC236}">
                <a16:creationId xmlns:a16="http://schemas.microsoft.com/office/drawing/2014/main" id="{A7D6DDBE-BE06-E860-A46D-674EE19C07C8}"/>
              </a:ext>
            </a:extLst>
          </p:cNvPr>
          <p:cNvSpPr txBox="1"/>
          <p:nvPr>
            <p:custDataLst>
              <p:tags r:id="rId20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OTLSHAPE_SLT_602a105a640d41c3ab2db0d2e2df6b37_EndDate" hidden="1">
            <a:extLst>
              <a:ext uri="{FF2B5EF4-FFF2-40B4-BE49-F238E27FC236}">
                <a16:creationId xmlns:a16="http://schemas.microsoft.com/office/drawing/2014/main" id="{AD8C7A49-69B7-E86E-A796-02499534E441}"/>
              </a:ext>
            </a:extLst>
          </p:cNvPr>
          <p:cNvSpPr txBox="1"/>
          <p:nvPr>
            <p:custDataLst>
              <p:tags r:id="rId20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OTLSHAPE_SLT_602a105a640d41c3ab2db0d2e2df6b37_TextPercentage" hidden="1">
            <a:extLst>
              <a:ext uri="{FF2B5EF4-FFF2-40B4-BE49-F238E27FC236}">
                <a16:creationId xmlns:a16="http://schemas.microsoft.com/office/drawing/2014/main" id="{655308B3-18DE-BED1-033E-22540C3D168E}"/>
              </a:ext>
            </a:extLst>
          </p:cNvPr>
          <p:cNvSpPr txBox="1"/>
          <p:nvPr>
            <p:custDataLst>
              <p:tags r:id="rId207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b="1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OTLSHAPE_SLT_602a105a640d41c3ab2db0d2e2df6b37_Title">
            <a:extLst>
              <a:ext uri="{FF2B5EF4-FFF2-40B4-BE49-F238E27FC236}">
                <a16:creationId xmlns:a16="http://schemas.microsoft.com/office/drawing/2014/main" id="{A9D61CE7-B28E-708C-E29D-1175A92F575B}"/>
              </a:ext>
            </a:extLst>
          </p:cNvPr>
          <p:cNvSpPr txBox="1"/>
          <p:nvPr>
            <p:custDataLst>
              <p:tags r:id="rId208"/>
            </p:custDataLst>
          </p:nvPr>
        </p:nvSpPr>
        <p:spPr>
          <a:xfrm>
            <a:off x="2871871" y="1674638"/>
            <a:ext cx="1333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CFE Procurement &amp; none-FE</a:t>
            </a:r>
            <a:endParaRPr lang="en-US" sz="900" b="1" spc="-2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OTLSHAPE_TB_00000000000000000000000000000000_MiddleTimescaleInterval1">
            <a:extLst>
              <a:ext uri="{FF2B5EF4-FFF2-40B4-BE49-F238E27FC236}">
                <a16:creationId xmlns:a16="http://schemas.microsoft.com/office/drawing/2014/main" id="{CDFDAB2E-FA1C-C856-7845-195C06871AED}"/>
              </a:ext>
            </a:extLst>
          </p:cNvPr>
          <p:cNvSpPr txBox="1"/>
          <p:nvPr>
            <p:custDataLst>
              <p:tags r:id="rId209"/>
            </p:custDataLst>
          </p:nvPr>
        </p:nvSpPr>
        <p:spPr>
          <a:xfrm>
            <a:off x="1344676" y="379682"/>
            <a:ext cx="264944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Dec</a:t>
            </a:r>
          </a:p>
        </p:txBody>
      </p:sp>
      <p:sp>
        <p:nvSpPr>
          <p:cNvPr id="448" name="OTLSHAPE_SLM_f45e037ac3b74478ac06e180e63dfaf0_Title">
            <a:extLst>
              <a:ext uri="{FF2B5EF4-FFF2-40B4-BE49-F238E27FC236}">
                <a16:creationId xmlns:a16="http://schemas.microsoft.com/office/drawing/2014/main" id="{163E6B51-B062-5270-B597-09DF0AF61683}"/>
              </a:ext>
            </a:extLst>
          </p:cNvPr>
          <p:cNvSpPr txBox="1"/>
          <p:nvPr>
            <p:custDataLst>
              <p:tags r:id="rId210"/>
            </p:custDataLst>
          </p:nvPr>
        </p:nvSpPr>
        <p:spPr>
          <a:xfrm>
            <a:off x="1462850" y="5018545"/>
            <a:ext cx="1397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>
                <a:solidFill>
                  <a:schemeClr val="dk1"/>
                </a:solidFill>
                <a:latin typeface="Calibri" panose="020F0502020204030204" pitchFamily="34" charset="0"/>
              </a:rPr>
              <a:t>PO</a:t>
            </a:r>
          </a:p>
        </p:txBody>
      </p:sp>
      <p:sp>
        <p:nvSpPr>
          <p:cNvPr id="449" name="OTLSHAPE_SLM_f45e037ac3b74478ac06e180e63dfaf0_Date" hidden="1">
            <a:extLst>
              <a:ext uri="{FF2B5EF4-FFF2-40B4-BE49-F238E27FC236}">
                <a16:creationId xmlns:a16="http://schemas.microsoft.com/office/drawing/2014/main" id="{9A58D206-0EB1-3E6B-F3AE-E9B475193BF7}"/>
              </a:ext>
            </a:extLst>
          </p:cNvPr>
          <p:cNvSpPr txBox="1"/>
          <p:nvPr>
            <p:custDataLst>
              <p:tags r:id="rId211"/>
            </p:custDataLst>
          </p:nvPr>
        </p:nvSpPr>
        <p:spPr>
          <a:xfrm>
            <a:off x="12700" y="-402798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>
                <a:solidFill>
                  <a:srgbClr val="44546A"/>
                </a:solidFill>
                <a:latin typeface="Calibri" panose="020F0502020204030204" pitchFamily="34" charset="0"/>
              </a:rPr>
              <a:t>Dec 1</a:t>
            </a:r>
          </a:p>
        </p:txBody>
      </p:sp>
      <p:sp>
        <p:nvSpPr>
          <p:cNvPr id="451" name="OTLSHAPE_SLM_636f5307e2d64c40b21c00e4b9513b6a_Title">
            <a:extLst>
              <a:ext uri="{FF2B5EF4-FFF2-40B4-BE49-F238E27FC236}">
                <a16:creationId xmlns:a16="http://schemas.microsoft.com/office/drawing/2014/main" id="{235638EF-23AE-415B-815C-E175DA685946}"/>
              </a:ext>
            </a:extLst>
          </p:cNvPr>
          <p:cNvSpPr txBox="1"/>
          <p:nvPr>
            <p:custDataLst>
              <p:tags r:id="rId212"/>
            </p:custDataLst>
          </p:nvPr>
        </p:nvSpPr>
        <p:spPr>
          <a:xfrm>
            <a:off x="1240279" y="5513675"/>
            <a:ext cx="2032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>
                <a:solidFill>
                  <a:schemeClr val="dk1"/>
                </a:solidFill>
                <a:latin typeface="Calibri" panose="020F0502020204030204" pitchFamily="34" charset="0"/>
              </a:rPr>
              <a:t>EUC</a:t>
            </a:r>
          </a:p>
        </p:txBody>
      </p:sp>
      <p:sp>
        <p:nvSpPr>
          <p:cNvPr id="452" name="OTLSHAPE_SLM_636f5307e2d64c40b21c00e4b9513b6a_Date" hidden="1">
            <a:extLst>
              <a:ext uri="{FF2B5EF4-FFF2-40B4-BE49-F238E27FC236}">
                <a16:creationId xmlns:a16="http://schemas.microsoft.com/office/drawing/2014/main" id="{E67C3308-C5A7-219A-2EEF-01AD64492F83}"/>
              </a:ext>
            </a:extLst>
          </p:cNvPr>
          <p:cNvSpPr txBox="1"/>
          <p:nvPr>
            <p:custDataLst>
              <p:tags r:id="rId213"/>
            </p:custDataLst>
          </p:nvPr>
        </p:nvSpPr>
        <p:spPr>
          <a:xfrm>
            <a:off x="12700" y="-47204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>
                <a:solidFill>
                  <a:srgbClr val="44546A"/>
                </a:solidFill>
                <a:latin typeface="Calibri" panose="020F0502020204030204" pitchFamily="34" charset="0"/>
              </a:rPr>
              <a:t>Dec 15</a:t>
            </a:r>
          </a:p>
        </p:txBody>
      </p:sp>
      <p:sp>
        <p:nvSpPr>
          <p:cNvPr id="463" name="OTLSHAPE_SLM_59752d9cf5ac4fbba53cc3795677de8b_Title">
            <a:extLst>
              <a:ext uri="{FF2B5EF4-FFF2-40B4-BE49-F238E27FC236}">
                <a16:creationId xmlns:a16="http://schemas.microsoft.com/office/drawing/2014/main" id="{69B3BD29-DDD5-6303-D529-87BC71358AE4}"/>
              </a:ext>
            </a:extLst>
          </p:cNvPr>
          <p:cNvSpPr txBox="1"/>
          <p:nvPr>
            <p:custDataLst>
              <p:tags r:id="rId214"/>
            </p:custDataLst>
          </p:nvPr>
        </p:nvSpPr>
        <p:spPr>
          <a:xfrm>
            <a:off x="5519663" y="6451982"/>
            <a:ext cx="8509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6">
                <a:solidFill>
                  <a:schemeClr val="dk1"/>
                </a:solidFill>
                <a:latin typeface="Calibri" panose="020F0502020204030204" pitchFamily="34" charset="0"/>
              </a:rPr>
              <a:t>Start Of Warranty</a:t>
            </a:r>
          </a:p>
        </p:txBody>
      </p:sp>
      <p:sp>
        <p:nvSpPr>
          <p:cNvPr id="464" name="OTLSHAPE_SLM_59752d9cf5ac4fbba53cc3795677de8b_Date" hidden="1">
            <a:extLst>
              <a:ext uri="{FF2B5EF4-FFF2-40B4-BE49-F238E27FC236}">
                <a16:creationId xmlns:a16="http://schemas.microsoft.com/office/drawing/2014/main" id="{439E428D-08E9-5866-FB6E-B1AE17BBB69C}"/>
              </a:ext>
            </a:extLst>
          </p:cNvPr>
          <p:cNvSpPr txBox="1"/>
          <p:nvPr>
            <p:custDataLst>
              <p:tags r:id="rId215"/>
            </p:custDataLst>
          </p:nvPr>
        </p:nvSpPr>
        <p:spPr>
          <a:xfrm>
            <a:off x="12700" y="-47204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>
                <a:solidFill>
                  <a:srgbClr val="44546A"/>
                </a:solidFill>
                <a:latin typeface="Calibri" panose="020F0502020204030204" pitchFamily="34" charset="0"/>
              </a:rPr>
              <a:t>Jun 21</a:t>
            </a:r>
          </a:p>
        </p:txBody>
      </p:sp>
      <p:sp>
        <p:nvSpPr>
          <p:cNvPr id="470" name="OTLSHAPE_SLT_3c1978aa1f26440b90b182da90fd9770_Duration" hidden="1">
            <a:extLst>
              <a:ext uri="{FF2B5EF4-FFF2-40B4-BE49-F238E27FC236}">
                <a16:creationId xmlns:a16="http://schemas.microsoft.com/office/drawing/2014/main" id="{00749A27-73C8-1D9F-A466-209A4B38ED62}"/>
              </a:ext>
            </a:extLst>
          </p:cNvPr>
          <p:cNvSpPr txBox="1"/>
          <p:nvPr>
            <p:custDataLst>
              <p:tags r:id="rId216"/>
            </p:custDataLst>
          </p:nvPr>
        </p:nvSpPr>
        <p:spPr>
          <a:xfrm>
            <a:off x="12700" y="-304860"/>
            <a:ext cx="2921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2 wks</a:t>
            </a:r>
          </a:p>
        </p:txBody>
      </p:sp>
      <p:sp>
        <p:nvSpPr>
          <p:cNvPr id="471" name="OTLSHAPE_SLT_3c1978aa1f26440b90b182da90fd9770_TextPercentage" hidden="1">
            <a:extLst>
              <a:ext uri="{FF2B5EF4-FFF2-40B4-BE49-F238E27FC236}">
                <a16:creationId xmlns:a16="http://schemas.microsoft.com/office/drawing/2014/main" id="{5EDFABB1-6BB9-1AA2-9036-1C62A8E44DFA}"/>
              </a:ext>
            </a:extLst>
          </p:cNvPr>
          <p:cNvSpPr txBox="1"/>
          <p:nvPr>
            <p:custDataLst>
              <p:tags r:id="rId21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EEECE1"/>
              </a:solidFill>
              <a:latin typeface="Calibri" panose="020F0502020204030204" pitchFamily="34" charset="0"/>
            </a:endParaRPr>
          </a:p>
        </p:txBody>
      </p:sp>
      <p:sp>
        <p:nvSpPr>
          <p:cNvPr id="472" name="OTLSHAPE_SLT_3c1978aa1f26440b90b182da90fd9770_StartDate" hidden="1">
            <a:extLst>
              <a:ext uri="{FF2B5EF4-FFF2-40B4-BE49-F238E27FC236}">
                <a16:creationId xmlns:a16="http://schemas.microsoft.com/office/drawing/2014/main" id="{E7100D32-F210-C29A-8BB2-727F02B46B8C}"/>
              </a:ext>
            </a:extLst>
          </p:cNvPr>
          <p:cNvSpPr txBox="1"/>
          <p:nvPr>
            <p:custDataLst>
              <p:tags r:id="rId21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73" name="OTLSHAPE_SLT_3c1978aa1f26440b90b182da90fd9770_EndDate" hidden="1">
            <a:extLst>
              <a:ext uri="{FF2B5EF4-FFF2-40B4-BE49-F238E27FC236}">
                <a16:creationId xmlns:a16="http://schemas.microsoft.com/office/drawing/2014/main" id="{768F813B-17D9-8985-E1D0-1CEF404027F0}"/>
              </a:ext>
            </a:extLst>
          </p:cNvPr>
          <p:cNvSpPr txBox="1"/>
          <p:nvPr>
            <p:custDataLst>
              <p:tags r:id="rId21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74" name="OTLSHAPE_SLT_3c1978aa1f26440b90b182da90fd9770_Title">
            <a:extLst>
              <a:ext uri="{FF2B5EF4-FFF2-40B4-BE49-F238E27FC236}">
                <a16:creationId xmlns:a16="http://schemas.microsoft.com/office/drawing/2014/main" id="{86BCA3DE-3280-78B3-031D-698C01CDEDB7}"/>
              </a:ext>
            </a:extLst>
          </p:cNvPr>
          <p:cNvSpPr txBox="1"/>
          <p:nvPr>
            <p:custDataLst>
              <p:tags r:id="rId220"/>
            </p:custDataLst>
          </p:nvPr>
        </p:nvSpPr>
        <p:spPr>
          <a:xfrm>
            <a:off x="3613513" y="5278810"/>
            <a:ext cx="5969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>
                <a:solidFill>
                  <a:schemeClr val="dk1"/>
                </a:solidFill>
                <a:latin typeface="Calibri" panose="020F0502020204030204" pitchFamily="34" charset="0"/>
              </a:rPr>
              <a:t>HW Delivery</a:t>
            </a:r>
          </a:p>
        </p:txBody>
      </p:sp>
      <p:sp>
        <p:nvSpPr>
          <p:cNvPr id="479" name="OTLSHAPE_SLT_76fd4cce41554645bae9688512927ba8_Duration" hidden="1">
            <a:extLst>
              <a:ext uri="{FF2B5EF4-FFF2-40B4-BE49-F238E27FC236}">
                <a16:creationId xmlns:a16="http://schemas.microsoft.com/office/drawing/2014/main" id="{92BCEB60-F96C-BFE0-2A2C-FEEE0766CB7A}"/>
              </a:ext>
            </a:extLst>
          </p:cNvPr>
          <p:cNvSpPr txBox="1"/>
          <p:nvPr>
            <p:custDataLst>
              <p:tags r:id="rId221"/>
            </p:custDataLst>
          </p:nvPr>
        </p:nvSpPr>
        <p:spPr>
          <a:xfrm>
            <a:off x="12700" y="-156577"/>
            <a:ext cx="292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3 wks</a:t>
            </a:r>
          </a:p>
        </p:txBody>
      </p:sp>
      <p:sp>
        <p:nvSpPr>
          <p:cNvPr id="480" name="OTLSHAPE_SLT_76fd4cce41554645bae9688512927ba8_TextPercentage" hidden="1">
            <a:extLst>
              <a:ext uri="{FF2B5EF4-FFF2-40B4-BE49-F238E27FC236}">
                <a16:creationId xmlns:a16="http://schemas.microsoft.com/office/drawing/2014/main" id="{BEE4543F-C5BC-6E51-AB98-DB4F3B7F0D83}"/>
              </a:ext>
            </a:extLst>
          </p:cNvPr>
          <p:cNvSpPr txBox="1"/>
          <p:nvPr>
            <p:custDataLst>
              <p:tags r:id="rId22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EEECE1"/>
              </a:solidFill>
              <a:latin typeface="Calibri" panose="020F0502020204030204" pitchFamily="34" charset="0"/>
            </a:endParaRPr>
          </a:p>
        </p:txBody>
      </p:sp>
      <p:sp>
        <p:nvSpPr>
          <p:cNvPr id="481" name="OTLSHAPE_SLT_76fd4cce41554645bae9688512927ba8_StartDate" hidden="1">
            <a:extLst>
              <a:ext uri="{FF2B5EF4-FFF2-40B4-BE49-F238E27FC236}">
                <a16:creationId xmlns:a16="http://schemas.microsoft.com/office/drawing/2014/main" id="{17EF57F4-3746-B30D-4B22-890E2D560B7A}"/>
              </a:ext>
            </a:extLst>
          </p:cNvPr>
          <p:cNvSpPr txBox="1"/>
          <p:nvPr>
            <p:custDataLst>
              <p:tags r:id="rId22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82" name="OTLSHAPE_SLT_76fd4cce41554645bae9688512927ba8_EndDate" hidden="1">
            <a:extLst>
              <a:ext uri="{FF2B5EF4-FFF2-40B4-BE49-F238E27FC236}">
                <a16:creationId xmlns:a16="http://schemas.microsoft.com/office/drawing/2014/main" id="{CD56E94A-C386-35FD-4901-1C0D0601F9CB}"/>
              </a:ext>
            </a:extLst>
          </p:cNvPr>
          <p:cNvSpPr txBox="1"/>
          <p:nvPr>
            <p:custDataLst>
              <p:tags r:id="rId22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91" name="OTLSHAPE_SLT_76fd4cce41554645bae9688512927ba8_Title">
            <a:extLst>
              <a:ext uri="{FF2B5EF4-FFF2-40B4-BE49-F238E27FC236}">
                <a16:creationId xmlns:a16="http://schemas.microsoft.com/office/drawing/2014/main" id="{168D593C-8F70-AE11-7EDA-B4CE18DE74FE}"/>
              </a:ext>
            </a:extLst>
          </p:cNvPr>
          <p:cNvSpPr txBox="1"/>
          <p:nvPr>
            <p:custDataLst>
              <p:tags r:id="rId225"/>
            </p:custDataLst>
          </p:nvPr>
        </p:nvSpPr>
        <p:spPr>
          <a:xfrm>
            <a:off x="3876237" y="6091441"/>
            <a:ext cx="9017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6" dirty="0">
                <a:solidFill>
                  <a:schemeClr val="dk1"/>
                </a:solidFill>
                <a:latin typeface="Calibri" panose="020F0502020204030204" pitchFamily="34" charset="0"/>
              </a:rPr>
              <a:t>System Installation </a:t>
            </a:r>
          </a:p>
        </p:txBody>
      </p:sp>
      <p:sp>
        <p:nvSpPr>
          <p:cNvPr id="77" name="OTLSHAPE_SLT_86f75bc7f0ad4039913d0b0e664d3f52_Duration" hidden="1">
            <a:extLst>
              <a:ext uri="{FF2B5EF4-FFF2-40B4-BE49-F238E27FC236}">
                <a16:creationId xmlns:a16="http://schemas.microsoft.com/office/drawing/2014/main" id="{492CC14B-A3A4-A350-8728-5A28627BF187}"/>
              </a:ext>
            </a:extLst>
          </p:cNvPr>
          <p:cNvSpPr txBox="1"/>
          <p:nvPr>
            <p:custDataLst>
              <p:tags r:id="rId226"/>
            </p:custDataLst>
          </p:nvPr>
        </p:nvSpPr>
        <p:spPr>
          <a:xfrm>
            <a:off x="12700" y="-79633"/>
            <a:ext cx="254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1 wk</a:t>
            </a:r>
          </a:p>
        </p:txBody>
      </p:sp>
      <p:sp>
        <p:nvSpPr>
          <p:cNvPr id="78" name="OTLSHAPE_SLT_86f75bc7f0ad4039913d0b0e664d3f52_TextPercentage" hidden="1">
            <a:extLst>
              <a:ext uri="{FF2B5EF4-FFF2-40B4-BE49-F238E27FC236}">
                <a16:creationId xmlns:a16="http://schemas.microsoft.com/office/drawing/2014/main" id="{4B4BA0B6-0B0F-178F-7D68-296D19135F9B}"/>
              </a:ext>
            </a:extLst>
          </p:cNvPr>
          <p:cNvSpPr txBox="1"/>
          <p:nvPr>
            <p:custDataLst>
              <p:tags r:id="rId22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EEECE1"/>
              </a:solidFill>
              <a:latin typeface="Calibri" panose="020F0502020204030204" pitchFamily="34" charset="0"/>
            </a:endParaRPr>
          </a:p>
        </p:txBody>
      </p:sp>
      <p:sp>
        <p:nvSpPr>
          <p:cNvPr id="79" name="OTLSHAPE_SLT_86f75bc7f0ad4039913d0b0e664d3f52_StartDate" hidden="1">
            <a:extLst>
              <a:ext uri="{FF2B5EF4-FFF2-40B4-BE49-F238E27FC236}">
                <a16:creationId xmlns:a16="http://schemas.microsoft.com/office/drawing/2014/main" id="{0E689057-9607-CA09-40A2-0ADDD35DCA8B}"/>
              </a:ext>
            </a:extLst>
          </p:cNvPr>
          <p:cNvSpPr txBox="1"/>
          <p:nvPr>
            <p:custDataLst>
              <p:tags r:id="rId22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80" name="OTLSHAPE_SLT_86f75bc7f0ad4039913d0b0e664d3f52_EndDate" hidden="1">
            <a:extLst>
              <a:ext uri="{FF2B5EF4-FFF2-40B4-BE49-F238E27FC236}">
                <a16:creationId xmlns:a16="http://schemas.microsoft.com/office/drawing/2014/main" id="{C26E1AF1-65D3-0E64-FCF3-90632A9D9165}"/>
              </a:ext>
            </a:extLst>
          </p:cNvPr>
          <p:cNvSpPr txBox="1"/>
          <p:nvPr>
            <p:custDataLst>
              <p:tags r:id="rId22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81" name="OTLSHAPE_SLT_86f75bc7f0ad4039913d0b0e664d3f52_Title">
            <a:extLst>
              <a:ext uri="{FF2B5EF4-FFF2-40B4-BE49-F238E27FC236}">
                <a16:creationId xmlns:a16="http://schemas.microsoft.com/office/drawing/2014/main" id="{4439E060-8AFC-8ABB-F255-13DA1B56AB59}"/>
              </a:ext>
            </a:extLst>
          </p:cNvPr>
          <p:cNvSpPr txBox="1"/>
          <p:nvPr>
            <p:custDataLst>
              <p:tags r:id="rId230"/>
            </p:custDataLst>
          </p:nvPr>
        </p:nvSpPr>
        <p:spPr>
          <a:xfrm>
            <a:off x="4999025" y="6269071"/>
            <a:ext cx="2032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18">
                <a:solidFill>
                  <a:schemeClr val="dk1"/>
                </a:solidFill>
                <a:latin typeface="Calibri" panose="020F0502020204030204" pitchFamily="34" charset="0"/>
              </a:rPr>
              <a:t>SAT </a:t>
            </a:r>
          </a:p>
        </p:txBody>
      </p:sp>
      <p:sp>
        <p:nvSpPr>
          <p:cNvPr id="96" name="OTLSHAPE_SLM_f260f70f567340dabe6bcf0d64439569_Title">
            <a:extLst>
              <a:ext uri="{FF2B5EF4-FFF2-40B4-BE49-F238E27FC236}">
                <a16:creationId xmlns:a16="http://schemas.microsoft.com/office/drawing/2014/main" id="{27584938-BBDE-FB12-5FEA-A18FD9EBD36E}"/>
              </a:ext>
            </a:extLst>
          </p:cNvPr>
          <p:cNvSpPr txBox="1"/>
          <p:nvPr>
            <p:custDataLst>
              <p:tags r:id="rId231"/>
            </p:custDataLst>
          </p:nvPr>
        </p:nvSpPr>
        <p:spPr>
          <a:xfrm>
            <a:off x="3598359" y="5831175"/>
            <a:ext cx="7874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Custom Release </a:t>
            </a:r>
          </a:p>
        </p:txBody>
      </p:sp>
      <p:sp>
        <p:nvSpPr>
          <p:cNvPr id="97" name="OTLSHAPE_SLM_f260f70f567340dabe6bcf0d64439569_Date" hidden="1">
            <a:extLst>
              <a:ext uri="{FF2B5EF4-FFF2-40B4-BE49-F238E27FC236}">
                <a16:creationId xmlns:a16="http://schemas.microsoft.com/office/drawing/2014/main" id="{DCEF005B-A269-6A67-5268-7B7D83638CF3}"/>
              </a:ext>
            </a:extLst>
          </p:cNvPr>
          <p:cNvSpPr txBox="1"/>
          <p:nvPr>
            <p:custDataLst>
              <p:tags r:id="rId232"/>
            </p:custDataLst>
          </p:nvPr>
        </p:nvSpPr>
        <p:spPr>
          <a:xfrm>
            <a:off x="12700" y="-19504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>
                <a:solidFill>
                  <a:srgbClr val="44546A"/>
                </a:solidFill>
                <a:latin typeface="Calibri" panose="020F0502020204030204" pitchFamily="34" charset="0"/>
              </a:rPr>
              <a:t>May 10</a:t>
            </a:r>
          </a:p>
        </p:txBody>
      </p:sp>
      <p:sp>
        <p:nvSpPr>
          <p:cNvPr id="112" name="OTLSHAPE_SLT_3c1978aa1f26440b90b182da90fd9770_JoinedDate" hidden="1">
            <a:extLst>
              <a:ext uri="{FF2B5EF4-FFF2-40B4-BE49-F238E27FC236}">
                <a16:creationId xmlns:a16="http://schemas.microsoft.com/office/drawing/2014/main" id="{FE24428F-8447-518A-4C43-61A26E1BDC1F}"/>
              </a:ext>
            </a:extLst>
          </p:cNvPr>
          <p:cNvSpPr txBox="1"/>
          <p:nvPr>
            <p:custDataLst>
              <p:tags r:id="rId233"/>
            </p:custDataLst>
          </p:nvPr>
        </p:nvSpPr>
        <p:spPr>
          <a:xfrm>
            <a:off x="12700" y="-695186"/>
            <a:ext cx="8255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Apr 26 - May 10</a:t>
            </a:r>
          </a:p>
        </p:txBody>
      </p:sp>
      <p:sp>
        <p:nvSpPr>
          <p:cNvPr id="113" name="OTLSHAPE_SLT_76fd4cce41554645bae9688512927ba8_JoinedDate" hidden="1">
            <a:extLst>
              <a:ext uri="{FF2B5EF4-FFF2-40B4-BE49-F238E27FC236}">
                <a16:creationId xmlns:a16="http://schemas.microsoft.com/office/drawing/2014/main" id="{0D6BC7F7-CB71-737B-A370-4D97778E020D}"/>
              </a:ext>
            </a:extLst>
          </p:cNvPr>
          <p:cNvSpPr txBox="1"/>
          <p:nvPr>
            <p:custDataLst>
              <p:tags r:id="rId234"/>
            </p:custDataLst>
          </p:nvPr>
        </p:nvSpPr>
        <p:spPr>
          <a:xfrm>
            <a:off x="12700" y="-695186"/>
            <a:ext cx="812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May 24 - Jun 14</a:t>
            </a:r>
          </a:p>
        </p:txBody>
      </p:sp>
      <p:sp>
        <p:nvSpPr>
          <p:cNvPr id="114" name="OTLSHAPE_SLT_86f75bc7f0ad4039913d0b0e664d3f52_JoinedDate" hidden="1">
            <a:extLst>
              <a:ext uri="{FF2B5EF4-FFF2-40B4-BE49-F238E27FC236}">
                <a16:creationId xmlns:a16="http://schemas.microsoft.com/office/drawing/2014/main" id="{BA463A71-96BA-F664-D57A-5B91E373FD5F}"/>
              </a:ext>
            </a:extLst>
          </p:cNvPr>
          <p:cNvSpPr txBox="1"/>
          <p:nvPr>
            <p:custDataLst>
              <p:tags r:id="rId235"/>
            </p:custDataLst>
          </p:nvPr>
        </p:nvSpPr>
        <p:spPr>
          <a:xfrm>
            <a:off x="12700" y="-695186"/>
            <a:ext cx="762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Jun 14 - Jun 21</a:t>
            </a:r>
          </a:p>
        </p:txBody>
      </p:sp>
      <p:sp>
        <p:nvSpPr>
          <p:cNvPr id="10" name="OTLSHAPE_SLM_dcdad448dce5491991f59ec09393e031_Date" hidden="1">
            <a:extLst>
              <a:ext uri="{FF2B5EF4-FFF2-40B4-BE49-F238E27FC236}">
                <a16:creationId xmlns:a16="http://schemas.microsoft.com/office/drawing/2014/main" id="{253CDD84-9908-6BA2-AEDB-0740A07D0983}"/>
              </a:ext>
            </a:extLst>
          </p:cNvPr>
          <p:cNvSpPr txBox="1"/>
          <p:nvPr>
            <p:custDataLst>
              <p:tags r:id="rId236"/>
            </p:custDataLst>
          </p:nvPr>
        </p:nvSpPr>
        <p:spPr>
          <a:xfrm>
            <a:off x="12700" y="-12579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>
                <a:solidFill>
                  <a:srgbClr val="44546A"/>
                </a:solidFill>
                <a:latin typeface="Calibri" panose="020F0502020204030204" pitchFamily="34" charset="0"/>
              </a:rPr>
              <a:t>Jan 7</a:t>
            </a:r>
          </a:p>
        </p:txBody>
      </p:sp>
      <p:sp>
        <p:nvSpPr>
          <p:cNvPr id="24" name="OTLSHAPE_SLM_dcdad448dce5491991f59ec09393e031_Title">
            <a:extLst>
              <a:ext uri="{FF2B5EF4-FFF2-40B4-BE49-F238E27FC236}">
                <a16:creationId xmlns:a16="http://schemas.microsoft.com/office/drawing/2014/main" id="{16359FEF-C45F-EA68-B1DB-FB886784FC2D}"/>
              </a:ext>
            </a:extLst>
          </p:cNvPr>
          <p:cNvSpPr txBox="1"/>
          <p:nvPr>
            <p:custDataLst>
              <p:tags r:id="rId237"/>
            </p:custDataLst>
          </p:nvPr>
        </p:nvSpPr>
        <p:spPr>
          <a:xfrm>
            <a:off x="2225036" y="747623"/>
            <a:ext cx="165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>
                <a:solidFill>
                  <a:schemeClr val="dk1"/>
                </a:solidFill>
                <a:latin typeface="Calibri" panose="020F0502020204030204" pitchFamily="34" charset="0"/>
              </a:rPr>
              <a:t>PO </a:t>
            </a:r>
          </a:p>
        </p:txBody>
      </p:sp>
      <p:sp>
        <p:nvSpPr>
          <p:cNvPr id="453" name="OTLSHAPE_TB_00000000000000000000000000000000_MiddleTimescaleInterval16">
            <a:extLst>
              <a:ext uri="{FF2B5EF4-FFF2-40B4-BE49-F238E27FC236}">
                <a16:creationId xmlns:a16="http://schemas.microsoft.com/office/drawing/2014/main" id="{55629C56-6263-6A67-A1A5-18B936D8E33F}"/>
              </a:ext>
            </a:extLst>
          </p:cNvPr>
          <p:cNvSpPr txBox="1"/>
          <p:nvPr>
            <p:custDataLst>
              <p:tags r:id="rId238"/>
            </p:custDataLst>
          </p:nvPr>
        </p:nvSpPr>
        <p:spPr>
          <a:xfrm>
            <a:off x="10517411" y="379682"/>
            <a:ext cx="302968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Mar</a:t>
            </a:r>
          </a:p>
        </p:txBody>
      </p:sp>
      <p:sp>
        <p:nvSpPr>
          <p:cNvPr id="458" name="OTLSHAPE_SLT_04ba4b80366a4ad9acd058ae51a09f96_Duration" hidden="1">
            <a:extLst>
              <a:ext uri="{FF2B5EF4-FFF2-40B4-BE49-F238E27FC236}">
                <a16:creationId xmlns:a16="http://schemas.microsoft.com/office/drawing/2014/main" id="{95009015-5654-908A-7E98-60B9C4F1C838}"/>
              </a:ext>
            </a:extLst>
          </p:cNvPr>
          <p:cNvSpPr txBox="1"/>
          <p:nvPr>
            <p:custDataLst>
              <p:tags r:id="rId239"/>
            </p:custDataLst>
          </p:nvPr>
        </p:nvSpPr>
        <p:spPr>
          <a:xfrm>
            <a:off x="12700" y="-387410"/>
            <a:ext cx="431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5.5 days</a:t>
            </a:r>
          </a:p>
        </p:txBody>
      </p:sp>
      <p:sp>
        <p:nvSpPr>
          <p:cNvPr id="459" name="OTLSHAPE_SLT_04ba4b80366a4ad9acd058ae51a09f96_JoinedDate" hidden="1">
            <a:extLst>
              <a:ext uri="{FF2B5EF4-FFF2-40B4-BE49-F238E27FC236}">
                <a16:creationId xmlns:a16="http://schemas.microsoft.com/office/drawing/2014/main" id="{AD3BFAE6-F67E-2E95-75AA-490C23B0102F}"/>
              </a:ext>
            </a:extLst>
          </p:cNvPr>
          <p:cNvSpPr txBox="1"/>
          <p:nvPr>
            <p:custDataLst>
              <p:tags r:id="rId240"/>
            </p:custDataLst>
          </p:nvPr>
        </p:nvSpPr>
        <p:spPr>
          <a:xfrm>
            <a:off x="12700" y="-618242"/>
            <a:ext cx="762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Apr 30 - May 7</a:t>
            </a:r>
          </a:p>
        </p:txBody>
      </p:sp>
      <p:sp>
        <p:nvSpPr>
          <p:cNvPr id="460" name="OTLSHAPE_SLT_04ba4b80366a4ad9acd058ae51a09f96_StartDate" hidden="1">
            <a:extLst>
              <a:ext uri="{FF2B5EF4-FFF2-40B4-BE49-F238E27FC236}">
                <a16:creationId xmlns:a16="http://schemas.microsoft.com/office/drawing/2014/main" id="{ABE78563-F2E4-56DA-B5FE-79831DBFDFA1}"/>
              </a:ext>
            </a:extLst>
          </p:cNvPr>
          <p:cNvSpPr txBox="1"/>
          <p:nvPr>
            <p:custDataLst>
              <p:tags r:id="rId24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61" name="OTLSHAPE_SLT_04ba4b80366a4ad9acd058ae51a09f96_EndDate" hidden="1">
            <a:extLst>
              <a:ext uri="{FF2B5EF4-FFF2-40B4-BE49-F238E27FC236}">
                <a16:creationId xmlns:a16="http://schemas.microsoft.com/office/drawing/2014/main" id="{492691DC-5358-FDB2-2D2A-77069E2CD6BC}"/>
              </a:ext>
            </a:extLst>
          </p:cNvPr>
          <p:cNvSpPr txBox="1"/>
          <p:nvPr>
            <p:custDataLst>
              <p:tags r:id="rId24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65" name="OTLSHAPE_SLT_04ba4b80366a4ad9acd058ae51a09f96_Title">
            <a:extLst>
              <a:ext uri="{FF2B5EF4-FFF2-40B4-BE49-F238E27FC236}">
                <a16:creationId xmlns:a16="http://schemas.microsoft.com/office/drawing/2014/main" id="{C4D8A489-164E-A0B7-CEA6-301D12F6AB0F}"/>
              </a:ext>
            </a:extLst>
          </p:cNvPr>
          <p:cNvSpPr txBox="1"/>
          <p:nvPr>
            <p:custDataLst>
              <p:tags r:id="rId243"/>
            </p:custDataLst>
          </p:nvPr>
        </p:nvSpPr>
        <p:spPr>
          <a:xfrm>
            <a:off x="3768791" y="1883257"/>
            <a:ext cx="5080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Site ready </a:t>
            </a:r>
          </a:p>
        </p:txBody>
      </p:sp>
      <p:sp>
        <p:nvSpPr>
          <p:cNvPr id="466" name="OTLSHAPE_SLT_04ba4b80366a4ad9acd058ae51a09f96_TextPercentage" hidden="1">
            <a:extLst>
              <a:ext uri="{FF2B5EF4-FFF2-40B4-BE49-F238E27FC236}">
                <a16:creationId xmlns:a16="http://schemas.microsoft.com/office/drawing/2014/main" id="{6211C3DA-3E38-95F9-DEC3-E1E28AC0C962}"/>
              </a:ext>
            </a:extLst>
          </p:cNvPr>
          <p:cNvSpPr txBox="1"/>
          <p:nvPr>
            <p:custDataLst>
              <p:tags r:id="rId24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b="1">
              <a:solidFill>
                <a:srgbClr val="7F6000"/>
              </a:solidFill>
              <a:latin typeface="Calibri" panose="020F0502020204030204" pitchFamily="34" charset="0"/>
            </a:endParaRPr>
          </a:p>
        </p:txBody>
      </p:sp>
      <p:sp>
        <p:nvSpPr>
          <p:cNvPr id="83" name="OTLSHAPE_SLT_3de880a068c8477688aba1bad8676146_Duration" hidden="1">
            <a:extLst>
              <a:ext uri="{FF2B5EF4-FFF2-40B4-BE49-F238E27FC236}">
                <a16:creationId xmlns:a16="http://schemas.microsoft.com/office/drawing/2014/main" id="{5331D90B-D6DE-D6A2-8E5A-6EFC43DF07C4}"/>
              </a:ext>
            </a:extLst>
          </p:cNvPr>
          <p:cNvSpPr txBox="1"/>
          <p:nvPr>
            <p:custDataLst>
              <p:tags r:id="rId245"/>
            </p:custDataLst>
          </p:nvPr>
        </p:nvSpPr>
        <p:spPr>
          <a:xfrm>
            <a:off x="12700" y="-387410"/>
            <a:ext cx="431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2.5 days</a:t>
            </a:r>
          </a:p>
        </p:txBody>
      </p:sp>
      <p:sp>
        <p:nvSpPr>
          <p:cNvPr id="84" name="OTLSHAPE_SLT_3de880a068c8477688aba1bad8676146_JoinedDate" hidden="1">
            <a:extLst>
              <a:ext uri="{FF2B5EF4-FFF2-40B4-BE49-F238E27FC236}">
                <a16:creationId xmlns:a16="http://schemas.microsoft.com/office/drawing/2014/main" id="{FD85E056-BF48-7F32-151B-954A3BA2673C}"/>
              </a:ext>
            </a:extLst>
          </p:cNvPr>
          <p:cNvSpPr txBox="1"/>
          <p:nvPr>
            <p:custDataLst>
              <p:tags r:id="rId246"/>
            </p:custDataLst>
          </p:nvPr>
        </p:nvSpPr>
        <p:spPr>
          <a:xfrm>
            <a:off x="12700" y="-695186"/>
            <a:ext cx="787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Feb 15 - Feb 18</a:t>
            </a:r>
          </a:p>
        </p:txBody>
      </p:sp>
      <p:sp>
        <p:nvSpPr>
          <p:cNvPr id="85" name="OTLSHAPE_SLT_3de880a068c8477688aba1bad8676146_StartDate" hidden="1">
            <a:extLst>
              <a:ext uri="{FF2B5EF4-FFF2-40B4-BE49-F238E27FC236}">
                <a16:creationId xmlns:a16="http://schemas.microsoft.com/office/drawing/2014/main" id="{0D0548C4-0567-117D-1352-D74530B681A0}"/>
              </a:ext>
            </a:extLst>
          </p:cNvPr>
          <p:cNvSpPr txBox="1"/>
          <p:nvPr>
            <p:custDataLst>
              <p:tags r:id="rId24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98" name="OTLSHAPE_SLT_3de880a068c8477688aba1bad8676146_EndDate" hidden="1">
            <a:extLst>
              <a:ext uri="{FF2B5EF4-FFF2-40B4-BE49-F238E27FC236}">
                <a16:creationId xmlns:a16="http://schemas.microsoft.com/office/drawing/2014/main" id="{F4D2508F-95F0-CB95-C7EB-9E19366DEFBC}"/>
              </a:ext>
            </a:extLst>
          </p:cNvPr>
          <p:cNvSpPr txBox="1"/>
          <p:nvPr>
            <p:custDataLst>
              <p:tags r:id="rId24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99" name="OTLSHAPE_SLT_3de880a068c8477688aba1bad8676146_Title">
            <a:extLst>
              <a:ext uri="{FF2B5EF4-FFF2-40B4-BE49-F238E27FC236}">
                <a16:creationId xmlns:a16="http://schemas.microsoft.com/office/drawing/2014/main" id="{C462F4D6-50FF-E486-C510-69E0EC29F0C8}"/>
              </a:ext>
            </a:extLst>
          </p:cNvPr>
          <p:cNvSpPr txBox="1"/>
          <p:nvPr>
            <p:custDataLst>
              <p:tags r:id="rId249"/>
            </p:custDataLst>
          </p:nvPr>
        </p:nvSpPr>
        <p:spPr>
          <a:xfrm>
            <a:off x="1604581" y="1466019"/>
            <a:ext cx="1181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V22  EU Demo &amp; Taining </a:t>
            </a:r>
          </a:p>
        </p:txBody>
      </p:sp>
      <p:sp>
        <p:nvSpPr>
          <p:cNvPr id="100" name="OTLSHAPE_SLT_3de880a068c8477688aba1bad8676146_TextPercentage" hidden="1">
            <a:extLst>
              <a:ext uri="{FF2B5EF4-FFF2-40B4-BE49-F238E27FC236}">
                <a16:creationId xmlns:a16="http://schemas.microsoft.com/office/drawing/2014/main" id="{E24C545B-9295-450B-749B-1D0939589CE0}"/>
              </a:ext>
            </a:extLst>
          </p:cNvPr>
          <p:cNvSpPr txBox="1"/>
          <p:nvPr>
            <p:custDataLst>
              <p:tags r:id="rId25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b="1">
              <a:solidFill>
                <a:srgbClr val="7F6000"/>
              </a:solidFill>
              <a:latin typeface="Calibri" panose="020F0502020204030204" pitchFamily="34" charset="0"/>
            </a:endParaRPr>
          </a:p>
        </p:txBody>
      </p:sp>
      <p:sp>
        <p:nvSpPr>
          <p:cNvPr id="106" name="OTLSHAPE_TB_00000000000000000000000000000000_MiddleTimescaleInterval17">
            <a:extLst>
              <a:ext uri="{FF2B5EF4-FFF2-40B4-BE49-F238E27FC236}">
                <a16:creationId xmlns:a16="http://schemas.microsoft.com/office/drawing/2014/main" id="{8516D3D8-E2B7-AF9E-564A-79C51C94A3B0}"/>
              </a:ext>
            </a:extLst>
          </p:cNvPr>
          <p:cNvSpPr txBox="1"/>
          <p:nvPr>
            <p:custDataLst>
              <p:tags r:id="rId251"/>
            </p:custDataLst>
          </p:nvPr>
        </p:nvSpPr>
        <p:spPr>
          <a:xfrm>
            <a:off x="11142366" y="379682"/>
            <a:ext cx="250518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</a:p>
        </p:txBody>
      </p:sp>
      <p:cxnSp>
        <p:nvCxnSpPr>
          <p:cNvPr id="269" name="OTLSHAPE_TB_00000000000000000000000000000000_MiddleSeparator1">
            <a:extLst>
              <a:ext uri="{FF2B5EF4-FFF2-40B4-BE49-F238E27FC236}">
                <a16:creationId xmlns:a16="http://schemas.microsoft.com/office/drawing/2014/main" id="{00A23E63-C310-3430-341B-7B8F0EE851B3}"/>
              </a:ext>
            </a:extLst>
          </p:cNvPr>
          <p:cNvCxnSpPr/>
          <p:nvPr>
            <p:custDataLst>
              <p:tags r:id="rId252"/>
            </p:custDataLst>
          </p:nvPr>
        </p:nvCxnSpPr>
        <p:spPr>
          <a:xfrm>
            <a:off x="1918831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OTLSHAPE_TB_00000000000000000000000000000000_MiddleSeparator2">
            <a:extLst>
              <a:ext uri="{FF2B5EF4-FFF2-40B4-BE49-F238E27FC236}">
                <a16:creationId xmlns:a16="http://schemas.microsoft.com/office/drawing/2014/main" id="{5DF983C0-B9D5-3E8F-86FF-AC977808C93A}"/>
              </a:ext>
            </a:extLst>
          </p:cNvPr>
          <p:cNvCxnSpPr/>
          <p:nvPr>
            <p:custDataLst>
              <p:tags r:id="rId253"/>
            </p:custDataLst>
          </p:nvPr>
        </p:nvCxnSpPr>
        <p:spPr>
          <a:xfrm>
            <a:off x="2543787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OTLSHAPE_TB_00000000000000000000000000000000_MiddleSeparator3">
            <a:extLst>
              <a:ext uri="{FF2B5EF4-FFF2-40B4-BE49-F238E27FC236}">
                <a16:creationId xmlns:a16="http://schemas.microsoft.com/office/drawing/2014/main" id="{E145D966-CD78-C18B-9B6C-EFCEC793E572}"/>
              </a:ext>
            </a:extLst>
          </p:cNvPr>
          <p:cNvCxnSpPr/>
          <p:nvPr>
            <p:custDataLst>
              <p:tags r:id="rId254"/>
            </p:custDataLst>
          </p:nvPr>
        </p:nvCxnSpPr>
        <p:spPr>
          <a:xfrm>
            <a:off x="3108263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OTLSHAPE_TB_00000000000000000000000000000000_MiddleSeparator4">
            <a:extLst>
              <a:ext uri="{FF2B5EF4-FFF2-40B4-BE49-F238E27FC236}">
                <a16:creationId xmlns:a16="http://schemas.microsoft.com/office/drawing/2014/main" id="{33E20D20-CBB6-2E51-E395-D21E47CF39BE}"/>
              </a:ext>
            </a:extLst>
          </p:cNvPr>
          <p:cNvCxnSpPr/>
          <p:nvPr>
            <p:custDataLst>
              <p:tags r:id="rId255"/>
            </p:custDataLst>
          </p:nvPr>
        </p:nvCxnSpPr>
        <p:spPr>
          <a:xfrm>
            <a:off x="3733218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OTLSHAPE_TB_00000000000000000000000000000000_MiddleSeparator5">
            <a:extLst>
              <a:ext uri="{FF2B5EF4-FFF2-40B4-BE49-F238E27FC236}">
                <a16:creationId xmlns:a16="http://schemas.microsoft.com/office/drawing/2014/main" id="{61051DC7-B9B7-49DB-5797-2C2A408B3056}"/>
              </a:ext>
            </a:extLst>
          </p:cNvPr>
          <p:cNvCxnSpPr/>
          <p:nvPr>
            <p:custDataLst>
              <p:tags r:id="rId256"/>
            </p:custDataLst>
          </p:nvPr>
        </p:nvCxnSpPr>
        <p:spPr>
          <a:xfrm>
            <a:off x="4338014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OTLSHAPE_TB_00000000000000000000000000000000_MiddleSeparator6">
            <a:extLst>
              <a:ext uri="{FF2B5EF4-FFF2-40B4-BE49-F238E27FC236}">
                <a16:creationId xmlns:a16="http://schemas.microsoft.com/office/drawing/2014/main" id="{270AC720-D4D0-400F-51DF-B78F76E59B0B}"/>
              </a:ext>
            </a:extLst>
          </p:cNvPr>
          <p:cNvCxnSpPr/>
          <p:nvPr>
            <p:custDataLst>
              <p:tags r:id="rId257"/>
            </p:custDataLst>
          </p:nvPr>
        </p:nvCxnSpPr>
        <p:spPr>
          <a:xfrm>
            <a:off x="4962970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OTLSHAPE_TB_00000000000000000000000000000000_MiddleSeparator7">
            <a:extLst>
              <a:ext uri="{FF2B5EF4-FFF2-40B4-BE49-F238E27FC236}">
                <a16:creationId xmlns:a16="http://schemas.microsoft.com/office/drawing/2014/main" id="{FD1B4C08-A955-F068-1DE5-48D06815A315}"/>
              </a:ext>
            </a:extLst>
          </p:cNvPr>
          <p:cNvCxnSpPr/>
          <p:nvPr>
            <p:custDataLst>
              <p:tags r:id="rId258"/>
            </p:custDataLst>
          </p:nvPr>
        </p:nvCxnSpPr>
        <p:spPr>
          <a:xfrm>
            <a:off x="5567765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OTLSHAPE_TB_00000000000000000000000000000000_MiddleSeparator8">
            <a:extLst>
              <a:ext uri="{FF2B5EF4-FFF2-40B4-BE49-F238E27FC236}">
                <a16:creationId xmlns:a16="http://schemas.microsoft.com/office/drawing/2014/main" id="{B959CBBD-BFF2-CC6D-3999-1C20E8EFB09C}"/>
              </a:ext>
            </a:extLst>
          </p:cNvPr>
          <p:cNvCxnSpPr/>
          <p:nvPr>
            <p:custDataLst>
              <p:tags r:id="rId259"/>
            </p:custDataLst>
          </p:nvPr>
        </p:nvCxnSpPr>
        <p:spPr>
          <a:xfrm>
            <a:off x="6192721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OTLSHAPE_TB_00000000000000000000000000000000_MiddleSeparator9">
            <a:extLst>
              <a:ext uri="{FF2B5EF4-FFF2-40B4-BE49-F238E27FC236}">
                <a16:creationId xmlns:a16="http://schemas.microsoft.com/office/drawing/2014/main" id="{28301B8B-27B9-39E0-830C-25DCD73A516E}"/>
              </a:ext>
            </a:extLst>
          </p:cNvPr>
          <p:cNvCxnSpPr/>
          <p:nvPr>
            <p:custDataLst>
              <p:tags r:id="rId260"/>
            </p:custDataLst>
          </p:nvPr>
        </p:nvCxnSpPr>
        <p:spPr>
          <a:xfrm>
            <a:off x="6817676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OTLSHAPE_TB_00000000000000000000000000000000_MiddleSeparator10">
            <a:extLst>
              <a:ext uri="{FF2B5EF4-FFF2-40B4-BE49-F238E27FC236}">
                <a16:creationId xmlns:a16="http://schemas.microsoft.com/office/drawing/2014/main" id="{BA9CAB5C-212B-3F23-F71D-2B1F585B3FBE}"/>
              </a:ext>
            </a:extLst>
          </p:cNvPr>
          <p:cNvCxnSpPr/>
          <p:nvPr>
            <p:custDataLst>
              <p:tags r:id="rId261"/>
            </p:custDataLst>
          </p:nvPr>
        </p:nvCxnSpPr>
        <p:spPr>
          <a:xfrm>
            <a:off x="7422472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OTLSHAPE_TB_00000000000000000000000000000000_MiddleSeparator11">
            <a:extLst>
              <a:ext uri="{FF2B5EF4-FFF2-40B4-BE49-F238E27FC236}">
                <a16:creationId xmlns:a16="http://schemas.microsoft.com/office/drawing/2014/main" id="{5300B424-DB34-6F96-CD5F-4A01B05E6C8D}"/>
              </a:ext>
            </a:extLst>
          </p:cNvPr>
          <p:cNvCxnSpPr/>
          <p:nvPr>
            <p:custDataLst>
              <p:tags r:id="rId262"/>
            </p:custDataLst>
          </p:nvPr>
        </p:nvCxnSpPr>
        <p:spPr>
          <a:xfrm>
            <a:off x="8047427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OTLSHAPE_TB_00000000000000000000000000000000_Separator1">
            <a:extLst>
              <a:ext uri="{FF2B5EF4-FFF2-40B4-BE49-F238E27FC236}">
                <a16:creationId xmlns:a16="http://schemas.microsoft.com/office/drawing/2014/main" id="{5B0CF98F-6C5F-00B3-B09A-457607F330D3}"/>
              </a:ext>
            </a:extLst>
          </p:cNvPr>
          <p:cNvCxnSpPr/>
          <p:nvPr>
            <p:custDataLst>
              <p:tags r:id="rId263"/>
            </p:custDataLst>
          </p:nvPr>
        </p:nvCxnSpPr>
        <p:spPr>
          <a:xfrm>
            <a:off x="1918831" y="223028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OTLSHAPE_TB_00000000000000000000000000000000_MiddleSeparator12">
            <a:extLst>
              <a:ext uri="{FF2B5EF4-FFF2-40B4-BE49-F238E27FC236}">
                <a16:creationId xmlns:a16="http://schemas.microsoft.com/office/drawing/2014/main" id="{28351209-BACF-F289-EF8D-BBEBA37B995C}"/>
              </a:ext>
            </a:extLst>
          </p:cNvPr>
          <p:cNvCxnSpPr/>
          <p:nvPr>
            <p:custDataLst>
              <p:tags r:id="rId264"/>
            </p:custDataLst>
          </p:nvPr>
        </p:nvCxnSpPr>
        <p:spPr>
          <a:xfrm>
            <a:off x="8652223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OTLSHAPE_TB_00000000000000000000000000000000_MiddleSeparator13">
            <a:extLst>
              <a:ext uri="{FF2B5EF4-FFF2-40B4-BE49-F238E27FC236}">
                <a16:creationId xmlns:a16="http://schemas.microsoft.com/office/drawing/2014/main" id="{9A2EC8C9-D646-0209-8FD1-ACA93769C094}"/>
              </a:ext>
            </a:extLst>
          </p:cNvPr>
          <p:cNvCxnSpPr/>
          <p:nvPr>
            <p:custDataLst>
              <p:tags r:id="rId265"/>
            </p:custDataLst>
          </p:nvPr>
        </p:nvCxnSpPr>
        <p:spPr>
          <a:xfrm>
            <a:off x="9277179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OTLSHAPE_TB_00000000000000000000000000000000_MiddleSeparator14">
            <a:extLst>
              <a:ext uri="{FF2B5EF4-FFF2-40B4-BE49-F238E27FC236}">
                <a16:creationId xmlns:a16="http://schemas.microsoft.com/office/drawing/2014/main" id="{1F1C7B2A-DDB3-E9B2-69FC-919FAAE015E4}"/>
              </a:ext>
            </a:extLst>
          </p:cNvPr>
          <p:cNvCxnSpPr/>
          <p:nvPr>
            <p:custDataLst>
              <p:tags r:id="rId266"/>
            </p:custDataLst>
          </p:nvPr>
        </p:nvCxnSpPr>
        <p:spPr>
          <a:xfrm>
            <a:off x="9902134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OTLSHAPE_TB_00000000000000000000000000000000_Separator2">
            <a:extLst>
              <a:ext uri="{FF2B5EF4-FFF2-40B4-BE49-F238E27FC236}">
                <a16:creationId xmlns:a16="http://schemas.microsoft.com/office/drawing/2014/main" id="{7BC10028-6968-63FA-AF92-A75E56F917B3}"/>
              </a:ext>
            </a:extLst>
          </p:cNvPr>
          <p:cNvCxnSpPr/>
          <p:nvPr>
            <p:custDataLst>
              <p:tags r:id="rId267"/>
            </p:custDataLst>
          </p:nvPr>
        </p:nvCxnSpPr>
        <p:spPr>
          <a:xfrm>
            <a:off x="9277179" y="223028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OTLSHAPE_TB_00000000000000000000000000000000_MiddleSeparator15">
            <a:extLst>
              <a:ext uri="{FF2B5EF4-FFF2-40B4-BE49-F238E27FC236}">
                <a16:creationId xmlns:a16="http://schemas.microsoft.com/office/drawing/2014/main" id="{631260EC-2FAE-87F2-F7FF-4B4F56F03435}"/>
              </a:ext>
            </a:extLst>
          </p:cNvPr>
          <p:cNvCxnSpPr/>
          <p:nvPr>
            <p:custDataLst>
              <p:tags r:id="rId268"/>
            </p:custDataLst>
          </p:nvPr>
        </p:nvCxnSpPr>
        <p:spPr>
          <a:xfrm>
            <a:off x="10466610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OTLSHAPE_TB_00000000000000000000000000000000_MiddleSeparator16">
            <a:extLst>
              <a:ext uri="{FF2B5EF4-FFF2-40B4-BE49-F238E27FC236}">
                <a16:creationId xmlns:a16="http://schemas.microsoft.com/office/drawing/2014/main" id="{FEB9E8E9-EEC6-CC99-D4A4-B8435C511D92}"/>
              </a:ext>
            </a:extLst>
          </p:cNvPr>
          <p:cNvCxnSpPr/>
          <p:nvPr>
            <p:custDataLst>
              <p:tags r:id="rId269"/>
            </p:custDataLst>
          </p:nvPr>
        </p:nvCxnSpPr>
        <p:spPr>
          <a:xfrm>
            <a:off x="11091566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TLSHAPE_SLT_b129fec362424c46a2196de32a8ae2ce_Duration" hidden="1">
            <a:extLst>
              <a:ext uri="{FF2B5EF4-FFF2-40B4-BE49-F238E27FC236}">
                <a16:creationId xmlns:a16="http://schemas.microsoft.com/office/drawing/2014/main" id="{6195BD0E-7E9E-9356-70DE-196198187864}"/>
              </a:ext>
            </a:extLst>
          </p:cNvPr>
          <p:cNvSpPr txBox="1"/>
          <p:nvPr>
            <p:custDataLst>
              <p:tags r:id="rId270"/>
            </p:custDataLst>
          </p:nvPr>
        </p:nvSpPr>
        <p:spPr>
          <a:xfrm>
            <a:off x="12700" y="-310466"/>
            <a:ext cx="406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>
                <a:solidFill>
                  <a:srgbClr val="385723"/>
                </a:solidFill>
                <a:latin typeface="Calibri" panose="020F0502020204030204" pitchFamily="34" charset="0"/>
              </a:rPr>
              <a:t>8.4 wks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8193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TLSHAPE_SL_9cf0b9a3b4064869b9ae748fb5efbb51_BackgroundRectangle">
            <a:extLst>
              <a:ext uri="{FF2B5EF4-FFF2-40B4-BE49-F238E27FC236}">
                <a16:creationId xmlns:a16="http://schemas.microsoft.com/office/drawing/2014/main" id="{C43FFC3D-EB01-DB97-3FCF-AAC8133EC9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3500" y="1953764"/>
            <a:ext cx="11633200" cy="1424093"/>
          </a:xfrm>
          <a:prstGeom prst="rect">
            <a:avLst/>
          </a:prstGeom>
          <a:solidFill>
            <a:srgbClr val="FFC000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TLSHAPE_SL_ffee1e79b85943a28c39454ea880fda8_BackgroundRectangle">
            <a:extLst>
              <a:ext uri="{FF2B5EF4-FFF2-40B4-BE49-F238E27FC236}">
                <a16:creationId xmlns:a16="http://schemas.microsoft.com/office/drawing/2014/main" id="{F213BCB2-3B3F-D5AB-E355-4C82EABFD39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3500" y="3403257"/>
            <a:ext cx="11633200" cy="2100492"/>
          </a:xfrm>
          <a:prstGeom prst="rect">
            <a:avLst/>
          </a:prstGeom>
          <a:solidFill>
            <a:srgbClr val="70AD47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TLSHAPE_SL_a88f145e4d284420a2baa685af085546_BackgroundRectangle">
            <a:extLst>
              <a:ext uri="{FF2B5EF4-FFF2-40B4-BE49-F238E27FC236}">
                <a16:creationId xmlns:a16="http://schemas.microsoft.com/office/drawing/2014/main" id="{E9D91662-F5F3-2F1C-EE36-90ED2B24DF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500" y="5529149"/>
            <a:ext cx="11633200" cy="837861"/>
          </a:xfrm>
          <a:prstGeom prst="rect">
            <a:avLst/>
          </a:prstGeom>
          <a:solidFill>
            <a:srgbClr val="4472C4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TLSHAPE_SL2A_17852ac1b8624429b87879f2bff175ae_BackgroundRectangle" hidden="1">
            <a:extLst>
              <a:ext uri="{FF2B5EF4-FFF2-40B4-BE49-F238E27FC236}">
                <a16:creationId xmlns:a16="http://schemas.microsoft.com/office/drawing/2014/main" id="{0F3FAB00-3BC0-D30C-3E68-440BA0DE888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166876" y="941050"/>
            <a:ext cx="10541000" cy="1424093"/>
          </a:xfrm>
          <a:prstGeom prst="rect">
            <a:avLst/>
          </a:prstGeom>
          <a:solidFill>
            <a:srgbClr val="FFC000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TLSHAPE_SL2A_dd06b9e5b51b4ad9b3f40eafbd182568_BackgroundRectangle" hidden="1">
            <a:extLst>
              <a:ext uri="{FF2B5EF4-FFF2-40B4-BE49-F238E27FC236}">
                <a16:creationId xmlns:a16="http://schemas.microsoft.com/office/drawing/2014/main" id="{06F9B865-78E1-5E04-5371-8E58A0E4B35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166876" y="2390543"/>
            <a:ext cx="10541000" cy="2100492"/>
          </a:xfrm>
          <a:prstGeom prst="rect">
            <a:avLst/>
          </a:prstGeom>
          <a:solidFill>
            <a:srgbClr val="70AD47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OTLSHAPE_SL2A_f1f6021388eb484cb53f229929f5c756_BackgroundRectangle" hidden="1">
            <a:extLst>
              <a:ext uri="{FF2B5EF4-FFF2-40B4-BE49-F238E27FC236}">
                <a16:creationId xmlns:a16="http://schemas.microsoft.com/office/drawing/2014/main" id="{17CC600E-2865-FCF0-E4BA-D48977918C9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166876" y="4516435"/>
            <a:ext cx="10541000" cy="837861"/>
          </a:xfrm>
          <a:prstGeom prst="rect">
            <a:avLst/>
          </a:prstGeom>
          <a:solidFill>
            <a:srgbClr val="4472C4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LSHAPE_TB_00000000000000000000000000000000_LeftEndCaps" hidden="1">
            <a:extLst>
              <a:ext uri="{FF2B5EF4-FFF2-40B4-BE49-F238E27FC236}">
                <a16:creationId xmlns:a16="http://schemas.microsoft.com/office/drawing/2014/main" id="{68239A83-8E60-0666-358D-8D3D4DF3F30A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-404080" y="-95023"/>
            <a:ext cx="825500" cy="5080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3200" b="1">
                <a:solidFill>
                  <a:srgbClr val="ED7D31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3" name="OTLSHAPE_TB_00000000000000000000000000000000_RightEndCaps" hidden="1">
            <a:extLst>
              <a:ext uri="{FF2B5EF4-FFF2-40B4-BE49-F238E27FC236}">
                <a16:creationId xmlns:a16="http://schemas.microsoft.com/office/drawing/2014/main" id="{05F2A893-BE2C-5217-10BC-A1DB538DC90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103" y="148509"/>
            <a:ext cx="25648" cy="1538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00" b="1">
                <a:solidFill>
                  <a:srgbClr val="ED7D31"/>
                </a:solidFill>
                <a:latin typeface="Calibri" panose="020F0502020204030204" pitchFamily="34" charset="0"/>
              </a:rPr>
              <a:t>2027</a:t>
            </a:r>
          </a:p>
        </p:txBody>
      </p:sp>
      <p:sp>
        <p:nvSpPr>
          <p:cNvPr id="249" name="OTLSHAPE_TB_00000000000000000000000000000000_ScaleContainer">
            <a:extLst>
              <a:ext uri="{FF2B5EF4-FFF2-40B4-BE49-F238E27FC236}">
                <a16:creationId xmlns:a16="http://schemas.microsoft.com/office/drawing/2014/main" id="{71A9944D-5DC0-34AA-4DBE-3B5FEE33534B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293876" y="1535712"/>
            <a:ext cx="10414000" cy="182880"/>
          </a:xfrm>
          <a:prstGeom prst="round2SameRect">
            <a:avLst/>
          </a:prstGeom>
          <a:solidFill>
            <a:srgbClr val="4040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TLSHAPE_SL_9cf0b9a3b4064869b9ae748fb5efbb51_HeaderRectangle">
            <a:extLst>
              <a:ext uri="{FF2B5EF4-FFF2-40B4-BE49-F238E27FC236}">
                <a16:creationId xmlns:a16="http://schemas.microsoft.com/office/drawing/2014/main" id="{866E6D5E-84D2-21B0-3536-13426BA6A1B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3500" y="1953764"/>
            <a:ext cx="1104900" cy="1424093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TLSHAPE_SL_ffee1e79b85943a28c39454ea880fda8_HeaderRectangle">
            <a:extLst>
              <a:ext uri="{FF2B5EF4-FFF2-40B4-BE49-F238E27FC236}">
                <a16:creationId xmlns:a16="http://schemas.microsoft.com/office/drawing/2014/main" id="{2286B674-2056-0E25-F8F0-870F0562BCE9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3500" y="3403257"/>
            <a:ext cx="1104900" cy="2100492"/>
          </a:xfrm>
          <a:prstGeom prst="rect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TLSHAPE_SL_a88f145e4d284420a2baa685af085546_HeaderRectangle">
            <a:extLst>
              <a:ext uri="{FF2B5EF4-FFF2-40B4-BE49-F238E27FC236}">
                <a16:creationId xmlns:a16="http://schemas.microsoft.com/office/drawing/2014/main" id="{9341271F-8A04-8B1A-8A43-A7707680E25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63500" y="5529149"/>
            <a:ext cx="1104900" cy="837861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TLSHAPE_SL2A_17852ac1b8624429b87879f2bff175ae_HeaderRectangle" hidden="1">
            <a:extLst>
              <a:ext uri="{FF2B5EF4-FFF2-40B4-BE49-F238E27FC236}">
                <a16:creationId xmlns:a16="http://schemas.microsoft.com/office/drawing/2014/main" id="{2B9107C1-9D6E-9438-76C3-A376F58D45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166876" y="941050"/>
            <a:ext cx="0" cy="0"/>
          </a:xfrm>
          <a:prstGeom prst="rect">
            <a:avLst/>
          </a:prstGeom>
          <a:solidFill>
            <a:srgbClr val="FFC000">
              <a:alpha val="24706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TLSHAPE_SL2A_dd06b9e5b51b4ad9b3f40eafbd182568_HeaderRectangle" hidden="1">
            <a:extLst>
              <a:ext uri="{FF2B5EF4-FFF2-40B4-BE49-F238E27FC236}">
                <a16:creationId xmlns:a16="http://schemas.microsoft.com/office/drawing/2014/main" id="{EEB960AD-C049-63AA-FA97-10C68B27A94C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166876" y="2390543"/>
            <a:ext cx="0" cy="0"/>
          </a:xfrm>
          <a:prstGeom prst="rect">
            <a:avLst/>
          </a:prstGeom>
          <a:solidFill>
            <a:srgbClr val="70AD47">
              <a:alpha val="24706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OTLSHAPE_SL2A_f1f6021388eb484cb53f229929f5c756_HeaderRectangle" hidden="1">
            <a:extLst>
              <a:ext uri="{FF2B5EF4-FFF2-40B4-BE49-F238E27FC236}">
                <a16:creationId xmlns:a16="http://schemas.microsoft.com/office/drawing/2014/main" id="{DE8D2FB1-CD65-073D-E059-D3D80D68BA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166876" y="4516435"/>
            <a:ext cx="0" cy="0"/>
          </a:xfrm>
          <a:prstGeom prst="rect">
            <a:avLst/>
          </a:prstGeom>
          <a:solidFill>
            <a:srgbClr val="4472C4">
              <a:alpha val="24706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OTLSHAPE_TB_00000000000000000000000000000000_MiddleScaleContainer">
            <a:extLst>
              <a:ext uri="{FF2B5EF4-FFF2-40B4-BE49-F238E27FC236}">
                <a16:creationId xmlns:a16="http://schemas.microsoft.com/office/drawing/2014/main" id="{4B0F4C0D-86E9-177A-6888-D0C98C22949B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293876" y="1727736"/>
            <a:ext cx="10414000" cy="182880"/>
          </a:xfrm>
          <a:prstGeom prst="round2SameRect">
            <a:avLst>
              <a:gd name="adj1" fmla="val 0"/>
              <a:gd name="adj2" fmla="val 16667"/>
            </a:avLst>
          </a:prstGeom>
          <a:solidFill>
            <a:srgbClr val="4040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OTLSHAPE_TB_00000000000000000000000000000000_BottomScaleContainer" hidden="1">
            <a:extLst>
              <a:ext uri="{FF2B5EF4-FFF2-40B4-BE49-F238E27FC236}">
                <a16:creationId xmlns:a16="http://schemas.microsoft.com/office/drawing/2014/main" id="{399D472C-52B8-7597-EA31-91ABF04E81D9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293876" y="493502"/>
            <a:ext cx="0" cy="0"/>
          </a:xfrm>
          <a:prstGeom prst="round2SameRect">
            <a:avLst>
              <a:gd name="adj1" fmla="val 0"/>
              <a:gd name="adj2" fmla="val 16667"/>
            </a:avLst>
          </a:prstGeom>
          <a:solidFill>
            <a:srgbClr val="4040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OTLSHAPE_G_00000000000000000000000000000000_ShapeBelow0">
            <a:extLst>
              <a:ext uri="{FF2B5EF4-FFF2-40B4-BE49-F238E27FC236}">
                <a16:creationId xmlns:a16="http://schemas.microsoft.com/office/drawing/2014/main" id="{3A1C129C-903E-055C-05FE-0672AB14B73C}"/>
              </a:ext>
            </a:extLst>
          </p:cNvPr>
          <p:cNvCxnSpPr>
            <a:cxnSpLocks/>
          </p:cNvCxnSpPr>
          <p:nvPr>
            <p:custDataLst>
              <p:tags r:id="rId19"/>
            </p:custDataLst>
          </p:nvPr>
        </p:nvCxnSpPr>
        <p:spPr>
          <a:xfrm>
            <a:off x="1958777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OTLSHAPE_G_00000000000000000000000000000000_ShapeBelow1">
            <a:extLst>
              <a:ext uri="{FF2B5EF4-FFF2-40B4-BE49-F238E27FC236}">
                <a16:creationId xmlns:a16="http://schemas.microsoft.com/office/drawing/2014/main" id="{3DAEC279-10D1-5520-F78B-1EB3BB22D083}"/>
              </a:ext>
            </a:extLst>
          </p:cNvPr>
          <p:cNvCxnSpPr>
            <a:cxnSpLocks/>
          </p:cNvCxnSpPr>
          <p:nvPr>
            <p:custDataLst>
              <p:tags r:id="rId20"/>
            </p:custDataLst>
          </p:nvPr>
        </p:nvCxnSpPr>
        <p:spPr>
          <a:xfrm>
            <a:off x="2559333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OTLSHAPE_G_00000000000000000000000000000000_ShapeBelow2">
            <a:extLst>
              <a:ext uri="{FF2B5EF4-FFF2-40B4-BE49-F238E27FC236}">
                <a16:creationId xmlns:a16="http://schemas.microsoft.com/office/drawing/2014/main" id="{E53CF55F-788F-6748-CC92-A8F0661851E5}"/>
              </a:ext>
            </a:extLst>
          </p:cNvPr>
          <p:cNvCxnSpPr>
            <a:cxnSpLocks/>
          </p:cNvCxnSpPr>
          <p:nvPr>
            <p:custDataLst>
              <p:tags r:id="rId21"/>
            </p:custDataLst>
          </p:nvPr>
        </p:nvCxnSpPr>
        <p:spPr>
          <a:xfrm>
            <a:off x="3224234" y="1919761"/>
            <a:ext cx="1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OTLSHAPE_G_00000000000000000000000000000000_ShapeBelow3">
            <a:extLst>
              <a:ext uri="{FF2B5EF4-FFF2-40B4-BE49-F238E27FC236}">
                <a16:creationId xmlns:a16="http://schemas.microsoft.com/office/drawing/2014/main" id="{15B60744-0F67-709F-335A-01AA98E133C9}"/>
              </a:ext>
            </a:extLst>
          </p:cNvPr>
          <p:cNvCxnSpPr>
            <a:cxnSpLocks/>
          </p:cNvCxnSpPr>
          <p:nvPr>
            <p:custDataLst>
              <p:tags r:id="rId22"/>
            </p:custDataLst>
          </p:nvPr>
        </p:nvCxnSpPr>
        <p:spPr>
          <a:xfrm>
            <a:off x="3867687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OTLSHAPE_G_00000000000000000000000000000000_ShapeBelow4">
            <a:extLst>
              <a:ext uri="{FF2B5EF4-FFF2-40B4-BE49-F238E27FC236}">
                <a16:creationId xmlns:a16="http://schemas.microsoft.com/office/drawing/2014/main" id="{45D3B767-9CD0-55C8-F54C-89E011B29A51}"/>
              </a:ext>
            </a:extLst>
          </p:cNvPr>
          <p:cNvCxnSpPr>
            <a:cxnSpLocks/>
          </p:cNvCxnSpPr>
          <p:nvPr>
            <p:custDataLst>
              <p:tags r:id="rId23"/>
            </p:custDataLst>
          </p:nvPr>
        </p:nvCxnSpPr>
        <p:spPr>
          <a:xfrm>
            <a:off x="4532588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OTLSHAPE_G_00000000000000000000000000000000_ShapeBelow5">
            <a:extLst>
              <a:ext uri="{FF2B5EF4-FFF2-40B4-BE49-F238E27FC236}">
                <a16:creationId xmlns:a16="http://schemas.microsoft.com/office/drawing/2014/main" id="{52BAE83D-703C-8E37-188E-E779AD285194}"/>
              </a:ext>
            </a:extLst>
          </p:cNvPr>
          <p:cNvCxnSpPr>
            <a:cxnSpLocks/>
          </p:cNvCxnSpPr>
          <p:nvPr>
            <p:custDataLst>
              <p:tags r:id="rId24"/>
            </p:custDataLst>
          </p:nvPr>
        </p:nvCxnSpPr>
        <p:spPr>
          <a:xfrm>
            <a:off x="5176041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OTLSHAPE_G_00000000000000000000000000000000_ShapeBelow6">
            <a:extLst>
              <a:ext uri="{FF2B5EF4-FFF2-40B4-BE49-F238E27FC236}">
                <a16:creationId xmlns:a16="http://schemas.microsoft.com/office/drawing/2014/main" id="{824C077C-68F5-2748-C201-8C570C09C2F7}"/>
              </a:ext>
            </a:extLst>
          </p:cNvPr>
          <p:cNvCxnSpPr>
            <a:cxnSpLocks/>
          </p:cNvCxnSpPr>
          <p:nvPr>
            <p:custDataLst>
              <p:tags r:id="rId25"/>
            </p:custDataLst>
          </p:nvPr>
        </p:nvCxnSpPr>
        <p:spPr>
          <a:xfrm flipH="1">
            <a:off x="5840942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OTLSHAPE_G_00000000000000000000000000000000_ShapeBelow7">
            <a:extLst>
              <a:ext uri="{FF2B5EF4-FFF2-40B4-BE49-F238E27FC236}">
                <a16:creationId xmlns:a16="http://schemas.microsoft.com/office/drawing/2014/main" id="{5A28363F-6666-6ABD-29EA-A55762B85FC3}"/>
              </a:ext>
            </a:extLst>
          </p:cNvPr>
          <p:cNvCxnSpPr>
            <a:cxnSpLocks/>
          </p:cNvCxnSpPr>
          <p:nvPr>
            <p:custDataLst>
              <p:tags r:id="rId26"/>
            </p:custDataLst>
          </p:nvPr>
        </p:nvCxnSpPr>
        <p:spPr>
          <a:xfrm flipH="1">
            <a:off x="6505842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OTLSHAPE_G_00000000000000000000000000000000_ShapeBelow8">
            <a:extLst>
              <a:ext uri="{FF2B5EF4-FFF2-40B4-BE49-F238E27FC236}">
                <a16:creationId xmlns:a16="http://schemas.microsoft.com/office/drawing/2014/main" id="{D7D2F76B-10B5-3298-5FA5-AFABAFF80DE8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>
          <a:xfrm flipH="1">
            <a:off x="7149295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OTLSHAPE_G_00000000000000000000000000000000_ShapeBelow9">
            <a:extLst>
              <a:ext uri="{FF2B5EF4-FFF2-40B4-BE49-F238E27FC236}">
                <a16:creationId xmlns:a16="http://schemas.microsoft.com/office/drawing/2014/main" id="{627D2E69-813D-F04C-F87E-815D11004808}"/>
              </a:ext>
            </a:extLst>
          </p:cNvPr>
          <p:cNvCxnSpPr>
            <a:cxnSpLocks/>
          </p:cNvCxnSpPr>
          <p:nvPr>
            <p:custDataLst>
              <p:tags r:id="rId28"/>
            </p:custDataLst>
          </p:nvPr>
        </p:nvCxnSpPr>
        <p:spPr>
          <a:xfrm>
            <a:off x="7814197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OTLSHAPE_G_00000000000000000000000000000000_ShapeBelow10">
            <a:extLst>
              <a:ext uri="{FF2B5EF4-FFF2-40B4-BE49-F238E27FC236}">
                <a16:creationId xmlns:a16="http://schemas.microsoft.com/office/drawing/2014/main" id="{11927750-9D58-68CC-4A6B-411F1E169C19}"/>
              </a:ext>
            </a:extLst>
          </p:cNvPr>
          <p:cNvCxnSpPr>
            <a:cxnSpLocks/>
          </p:cNvCxnSpPr>
          <p:nvPr>
            <p:custDataLst>
              <p:tags r:id="rId29"/>
            </p:custDataLst>
          </p:nvPr>
        </p:nvCxnSpPr>
        <p:spPr>
          <a:xfrm>
            <a:off x="8457650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OTLSHAPE_G_00000000000000000000000000000000_ShapeBelow11">
            <a:extLst>
              <a:ext uri="{FF2B5EF4-FFF2-40B4-BE49-F238E27FC236}">
                <a16:creationId xmlns:a16="http://schemas.microsoft.com/office/drawing/2014/main" id="{16552E32-36B9-FBBD-F156-940B831D5441}"/>
              </a:ext>
            </a:extLst>
          </p:cNvPr>
          <p:cNvCxnSpPr>
            <a:cxnSpLocks/>
          </p:cNvCxnSpPr>
          <p:nvPr>
            <p:custDataLst>
              <p:tags r:id="rId30"/>
            </p:custDataLst>
          </p:nvPr>
        </p:nvCxnSpPr>
        <p:spPr>
          <a:xfrm>
            <a:off x="9122550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OTLSHAPE_G_00000000000000000000000000000000_ShapeBelow12">
            <a:extLst>
              <a:ext uri="{FF2B5EF4-FFF2-40B4-BE49-F238E27FC236}">
                <a16:creationId xmlns:a16="http://schemas.microsoft.com/office/drawing/2014/main" id="{DFE49CC3-774F-359C-659E-035349D5D3ED}"/>
              </a:ext>
            </a:extLst>
          </p:cNvPr>
          <p:cNvCxnSpPr>
            <a:cxnSpLocks/>
          </p:cNvCxnSpPr>
          <p:nvPr>
            <p:custDataLst>
              <p:tags r:id="rId31"/>
            </p:custDataLst>
          </p:nvPr>
        </p:nvCxnSpPr>
        <p:spPr>
          <a:xfrm>
            <a:off x="9787451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OTLSHAPE_G_00000000000000000000000000000000_ShapeBelow13">
            <a:extLst>
              <a:ext uri="{FF2B5EF4-FFF2-40B4-BE49-F238E27FC236}">
                <a16:creationId xmlns:a16="http://schemas.microsoft.com/office/drawing/2014/main" id="{FEF767A7-78D6-92CE-637E-F72E5B3D0932}"/>
              </a:ext>
            </a:extLst>
          </p:cNvPr>
          <p:cNvCxnSpPr>
            <a:cxnSpLocks/>
          </p:cNvCxnSpPr>
          <p:nvPr>
            <p:custDataLst>
              <p:tags r:id="rId32"/>
            </p:custDataLst>
          </p:nvPr>
        </p:nvCxnSpPr>
        <p:spPr>
          <a:xfrm>
            <a:off x="10388008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OTLSHAPE_G_00000000000000000000000000000000_ShapeBelow14">
            <a:extLst>
              <a:ext uri="{FF2B5EF4-FFF2-40B4-BE49-F238E27FC236}">
                <a16:creationId xmlns:a16="http://schemas.microsoft.com/office/drawing/2014/main" id="{8C29A940-07E0-6FEF-E9FE-7A5C48099119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11052908" y="1919760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TLSHAPE_SLT_bf0bab4e98f54763a82568a5d219a5c7_Shape">
            <a:extLst>
              <a:ext uri="{FF2B5EF4-FFF2-40B4-BE49-F238E27FC236}">
                <a16:creationId xmlns:a16="http://schemas.microsoft.com/office/drawing/2014/main" id="{6306B38B-264F-7A27-187B-4809C4C191A7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1422567" y="2338860"/>
            <a:ext cx="508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TLSHAPE_SLT_840d1906cb104b01bde15bb78e8e323b_Shape">
            <a:extLst>
              <a:ext uri="{FF2B5EF4-FFF2-40B4-BE49-F238E27FC236}">
                <a16:creationId xmlns:a16="http://schemas.microsoft.com/office/drawing/2014/main" id="{0F6F3662-FF2A-A097-A5C8-7065D0AA7443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1572706" y="2560179"/>
            <a:ext cx="1651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TLSHAPE_SLT_eeb83e503ffe4a72a203fede87f23081_Shape">
            <a:extLst>
              <a:ext uri="{FF2B5EF4-FFF2-40B4-BE49-F238E27FC236}">
                <a16:creationId xmlns:a16="http://schemas.microsoft.com/office/drawing/2014/main" id="{1507DC7E-A753-BCD2-ABB2-1D591817BDEA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2023122" y="2560179"/>
            <a:ext cx="1651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TLSHAPE_SLT_71feb0897c2b47d28678366d0661913b_Shape">
            <a:extLst>
              <a:ext uri="{FF2B5EF4-FFF2-40B4-BE49-F238E27FC236}">
                <a16:creationId xmlns:a16="http://schemas.microsoft.com/office/drawing/2014/main" id="{2F760A60-3582-F4E0-7040-AED6B52DE5DF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3867687" y="3470853"/>
            <a:ext cx="13081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TLSHAPE_SLT_fa8886b769a54c02817aaba54576e921_Shape">
            <a:extLst>
              <a:ext uri="{FF2B5EF4-FFF2-40B4-BE49-F238E27FC236}">
                <a16:creationId xmlns:a16="http://schemas.microsoft.com/office/drawing/2014/main" id="{6491B533-FE75-E83E-CBD7-FE3AB3829CFD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5176041" y="3913490"/>
            <a:ext cx="3429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TLSHAPE_SLT_a0005013d1434eca8799fe0021a266e0_Shape">
            <a:extLst>
              <a:ext uri="{FF2B5EF4-FFF2-40B4-BE49-F238E27FC236}">
                <a16:creationId xmlns:a16="http://schemas.microsoft.com/office/drawing/2014/main" id="{813B9F6F-ADEA-0A0D-72DB-865D7C812318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5562112" y="4134809"/>
            <a:ext cx="254000" cy="195918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TLSHAPE_SLT_db841b2dc0b5434e83008cd4d4e540bc_Shape">
            <a:extLst>
              <a:ext uri="{FF2B5EF4-FFF2-40B4-BE49-F238E27FC236}">
                <a16:creationId xmlns:a16="http://schemas.microsoft.com/office/drawing/2014/main" id="{6BF2F0DC-5649-4941-847D-64972DF58307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3867687" y="3692172"/>
            <a:ext cx="3276600" cy="170518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TLSHAPE_SLT_3ef8107866514941904e61ada6b41143_Shape">
            <a:extLst>
              <a:ext uri="{FF2B5EF4-FFF2-40B4-BE49-F238E27FC236}">
                <a16:creationId xmlns:a16="http://schemas.microsoft.com/office/drawing/2014/main" id="{C5A9C212-3E40-DC2E-97F3-B2A250E25571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5851651" y="4521058"/>
            <a:ext cx="622300" cy="171532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OTLSHAPE_SLT_73609d6e8c64405eaf9a111900945daa_Shape">
            <a:extLst>
              <a:ext uri="{FF2B5EF4-FFF2-40B4-BE49-F238E27FC236}">
                <a16:creationId xmlns:a16="http://schemas.microsoft.com/office/drawing/2014/main" id="{7DA65F5A-A913-92EA-91CA-F399790BA9F2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5851651" y="4743390"/>
            <a:ext cx="3263900" cy="2032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OTLSHAPE_SLT_154c9ec80d514ce0ac519c8a0c251577_Shape">
            <a:extLst>
              <a:ext uri="{FF2B5EF4-FFF2-40B4-BE49-F238E27FC236}">
                <a16:creationId xmlns:a16="http://schemas.microsoft.com/office/drawing/2014/main" id="{2FB27FD4-9CE5-AEB6-36DE-2A4E682C5654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6505843" y="5603011"/>
            <a:ext cx="4559300" cy="1270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" name="OTLSHAPE_SLT_25fbb1fddd8a4f46a9d45332861d3822_Shape">
            <a:extLst>
              <a:ext uri="{FF2B5EF4-FFF2-40B4-BE49-F238E27FC236}">
                <a16:creationId xmlns:a16="http://schemas.microsoft.com/office/drawing/2014/main" id="{D302A78E-F657-5AC1-7464-D656549B3688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6505843" y="5787076"/>
            <a:ext cx="4559300" cy="139531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4" name="OTLSHAPE_SLT_b129fec362424c46a2196de32a8ae2ce_Shape">
            <a:extLst>
              <a:ext uri="{FF2B5EF4-FFF2-40B4-BE49-F238E27FC236}">
                <a16:creationId xmlns:a16="http://schemas.microsoft.com/office/drawing/2014/main" id="{0B74E967-E921-D540-B692-EB99E4B05A55}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9808886" y="5152415"/>
            <a:ext cx="1244600" cy="2032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TLSHAPE_SLT_602a105a640d41c3ab2db0d2e2df6b37_Shape">
            <a:extLst>
              <a:ext uri="{FF2B5EF4-FFF2-40B4-BE49-F238E27FC236}">
                <a16:creationId xmlns:a16="http://schemas.microsoft.com/office/drawing/2014/main" id="{9B656EE6-398C-5CC0-AE1F-E7179FA10DA5}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2173261" y="2990116"/>
            <a:ext cx="16891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5" name="OTLSHAPE_SLT_04ba4b80366a4ad9acd058ae51a09f96_Shape">
            <a:extLst>
              <a:ext uri="{FF2B5EF4-FFF2-40B4-BE49-F238E27FC236}">
                <a16:creationId xmlns:a16="http://schemas.microsoft.com/office/drawing/2014/main" id="{BDB92F1C-5A69-EA59-1CFD-6AE43E4641C3}"/>
              </a:ext>
            </a:extLst>
          </p:cNvPr>
          <p:cNvSpPr/>
          <p:nvPr>
            <p:custDataLst>
              <p:tags r:id="rId47"/>
            </p:custDataLst>
          </p:nvPr>
        </p:nvSpPr>
        <p:spPr>
          <a:xfrm>
            <a:off x="3846238" y="3198735"/>
            <a:ext cx="1651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OTLSHAPE_SLT_3de880a068c8477688aba1bad8676146_Shape">
            <a:extLst>
              <a:ext uri="{FF2B5EF4-FFF2-40B4-BE49-F238E27FC236}">
                <a16:creationId xmlns:a16="http://schemas.microsoft.com/office/drawing/2014/main" id="{BD4B9E26-8250-7F6C-9AC4-4D576DCA2B8F}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2259055" y="2781497"/>
            <a:ext cx="762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TLSHAPE_TB_00000000000000000000000000000000_ElapsedTime">
            <a:extLst>
              <a:ext uri="{FF2B5EF4-FFF2-40B4-BE49-F238E27FC236}">
                <a16:creationId xmlns:a16="http://schemas.microsoft.com/office/drawing/2014/main" id="{399D2A91-337E-8181-47BE-72B0AF376513}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1293876" y="1535712"/>
            <a:ext cx="101600" cy="25603"/>
          </a:xfrm>
          <a:prstGeom prst="rect">
            <a:avLst/>
          </a:prstGeom>
          <a:solidFill>
            <a:srgbClr val="FF0000">
              <a:alpha val="7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TLSHAPE_SLT_bf0bab4e98f54763a82568a5d219a5c7_ShapePercentage" hidden="1">
            <a:extLst>
              <a:ext uri="{FF2B5EF4-FFF2-40B4-BE49-F238E27FC236}">
                <a16:creationId xmlns:a16="http://schemas.microsoft.com/office/drawing/2014/main" id="{CF207B70-3DB3-C989-4B2A-111487EFB744}"/>
              </a:ext>
            </a:extLst>
          </p:cNvPr>
          <p:cNvSpPr/>
          <p:nvPr>
            <p:custDataLst>
              <p:tags r:id="rId50"/>
            </p:custDataLst>
          </p:nvPr>
        </p:nvSpPr>
        <p:spPr>
          <a:xfrm>
            <a:off x="1422567" y="1296650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TLSHAPE_SLT_840d1906cb104b01bde15bb78e8e323b_ShapePercentage" hidden="1">
            <a:extLst>
              <a:ext uri="{FF2B5EF4-FFF2-40B4-BE49-F238E27FC236}">
                <a16:creationId xmlns:a16="http://schemas.microsoft.com/office/drawing/2014/main" id="{575FF175-DFED-C6AC-5A7F-037A40F29BC1}"/>
              </a:ext>
            </a:extLst>
          </p:cNvPr>
          <p:cNvSpPr/>
          <p:nvPr>
            <p:custDataLst>
              <p:tags r:id="rId51"/>
            </p:custDataLst>
          </p:nvPr>
        </p:nvSpPr>
        <p:spPr>
          <a:xfrm>
            <a:off x="1572706" y="1517969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TLSHAPE_SLT_eeb83e503ffe4a72a203fede87f23081_ShapePercentage" hidden="1">
            <a:extLst>
              <a:ext uri="{FF2B5EF4-FFF2-40B4-BE49-F238E27FC236}">
                <a16:creationId xmlns:a16="http://schemas.microsoft.com/office/drawing/2014/main" id="{D1D9783C-D736-3193-C755-06A0DFD18D33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2023122" y="1517969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TLSHAPE_SLT_71feb0897c2b47d28678366d0661913b_ShapePercentage" hidden="1">
            <a:extLst>
              <a:ext uri="{FF2B5EF4-FFF2-40B4-BE49-F238E27FC236}">
                <a16:creationId xmlns:a16="http://schemas.microsoft.com/office/drawing/2014/main" id="{608CB3C1-D213-987B-FA0E-0800CE73C862}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>
            <a:off x="3867687" y="2428643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TLSHAPE_SLT_fa8886b769a54c02817aaba54576e921_ShapePercentage" hidden="1">
            <a:extLst>
              <a:ext uri="{FF2B5EF4-FFF2-40B4-BE49-F238E27FC236}">
                <a16:creationId xmlns:a16="http://schemas.microsoft.com/office/drawing/2014/main" id="{D4997DC5-EEA8-59EA-F850-5AFFFF67196C}"/>
              </a:ext>
            </a:extLst>
          </p:cNvPr>
          <p:cNvSpPr/>
          <p:nvPr>
            <p:custDataLst>
              <p:tags r:id="rId54"/>
            </p:custDataLst>
          </p:nvPr>
        </p:nvSpPr>
        <p:spPr>
          <a:xfrm>
            <a:off x="5176041" y="2871280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TLSHAPE_SLT_a0005013d1434eca8799fe0021a266e0_ShapePercentage" hidden="1">
            <a:extLst>
              <a:ext uri="{FF2B5EF4-FFF2-40B4-BE49-F238E27FC236}">
                <a16:creationId xmlns:a16="http://schemas.microsoft.com/office/drawing/2014/main" id="{37FE1BE7-9D45-88E9-2315-5D240C418BC3}"/>
              </a:ext>
            </a:extLst>
          </p:cNvPr>
          <p:cNvSpPr/>
          <p:nvPr>
            <p:custDataLst>
              <p:tags r:id="rId55"/>
            </p:custDataLst>
          </p:nvPr>
        </p:nvSpPr>
        <p:spPr>
          <a:xfrm>
            <a:off x="5562112" y="3092599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TLSHAPE_SLT_db841b2dc0b5434e83008cd4d4e540bc_ShapePercentage" hidden="1">
            <a:extLst>
              <a:ext uri="{FF2B5EF4-FFF2-40B4-BE49-F238E27FC236}">
                <a16:creationId xmlns:a16="http://schemas.microsoft.com/office/drawing/2014/main" id="{C53EA09D-BD6F-ED9B-C116-40C7BDD53224}"/>
              </a:ext>
            </a:extLst>
          </p:cNvPr>
          <p:cNvSpPr/>
          <p:nvPr>
            <p:custDataLst>
              <p:tags r:id="rId56"/>
            </p:custDataLst>
          </p:nvPr>
        </p:nvSpPr>
        <p:spPr>
          <a:xfrm>
            <a:off x="3867687" y="2649962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TLSHAPE_SLT_3ef8107866514941904e61ada6b41143_ShapePercentage" hidden="1">
            <a:extLst>
              <a:ext uri="{FF2B5EF4-FFF2-40B4-BE49-F238E27FC236}">
                <a16:creationId xmlns:a16="http://schemas.microsoft.com/office/drawing/2014/main" id="{F95D2A45-72C0-3E27-7F7F-D816F42721D2}"/>
              </a:ext>
            </a:extLst>
          </p:cNvPr>
          <p:cNvSpPr/>
          <p:nvPr>
            <p:custDataLst>
              <p:tags r:id="rId57"/>
            </p:custDataLst>
          </p:nvPr>
        </p:nvSpPr>
        <p:spPr>
          <a:xfrm>
            <a:off x="5851651" y="3478848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OTLSHAPE_SLT_73609d6e8c64405eaf9a111900945daa_ShapePercentage" hidden="1">
            <a:extLst>
              <a:ext uri="{FF2B5EF4-FFF2-40B4-BE49-F238E27FC236}">
                <a16:creationId xmlns:a16="http://schemas.microsoft.com/office/drawing/2014/main" id="{EB637044-F415-D33C-B1EC-11034D72B701}"/>
              </a:ext>
            </a:extLst>
          </p:cNvPr>
          <p:cNvSpPr/>
          <p:nvPr>
            <p:custDataLst>
              <p:tags r:id="rId58"/>
            </p:custDataLst>
          </p:nvPr>
        </p:nvSpPr>
        <p:spPr>
          <a:xfrm>
            <a:off x="5851651" y="3701180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" name="OTLSHAPE_SLT_154c9ec80d514ce0ac519c8a0c251577_ShapePercentage" hidden="1">
            <a:extLst>
              <a:ext uri="{FF2B5EF4-FFF2-40B4-BE49-F238E27FC236}">
                <a16:creationId xmlns:a16="http://schemas.microsoft.com/office/drawing/2014/main" id="{2ED782B7-7982-2E28-EA3A-7029026BD8C6}"/>
              </a:ext>
            </a:extLst>
          </p:cNvPr>
          <p:cNvSpPr/>
          <p:nvPr>
            <p:custDataLst>
              <p:tags r:id="rId59"/>
            </p:custDataLst>
          </p:nvPr>
        </p:nvSpPr>
        <p:spPr>
          <a:xfrm>
            <a:off x="6505843" y="4560801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TLSHAPE_SLM_4e9a3727d0604e7e816f8174a5018ce4_Shape">
            <a:extLst>
              <a:ext uri="{FF2B5EF4-FFF2-40B4-BE49-F238E27FC236}">
                <a16:creationId xmlns:a16="http://schemas.microsoft.com/office/drawing/2014/main" id="{3F690FF6-268F-948B-9D3E-76BA42A6AF84}"/>
              </a:ext>
            </a:extLst>
          </p:cNvPr>
          <p:cNvSpPr/>
          <p:nvPr>
            <p:custDataLst>
              <p:tags r:id="rId60"/>
            </p:custDataLst>
          </p:nvPr>
        </p:nvSpPr>
        <p:spPr>
          <a:xfrm>
            <a:off x="11613797" y="5977407"/>
            <a:ext cx="165100" cy="165100"/>
          </a:xfrm>
          <a:prstGeom prst="wave">
            <a:avLst/>
          </a:prstGeom>
          <a:solidFill>
            <a:srgbClr val="B15D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" name="OTLSHAPE_SLT_25fbb1fddd8a4f46a9d45332861d3822_ShapePercentage" hidden="1">
            <a:extLst>
              <a:ext uri="{FF2B5EF4-FFF2-40B4-BE49-F238E27FC236}">
                <a16:creationId xmlns:a16="http://schemas.microsoft.com/office/drawing/2014/main" id="{04C89236-2237-5009-AB11-D8343D028A8B}"/>
              </a:ext>
            </a:extLst>
          </p:cNvPr>
          <p:cNvSpPr/>
          <p:nvPr>
            <p:custDataLst>
              <p:tags r:id="rId61"/>
            </p:custDataLst>
          </p:nvPr>
        </p:nvSpPr>
        <p:spPr>
          <a:xfrm>
            <a:off x="6505843" y="4744866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5" name="OTLSHAPE_SLT_b129fec362424c46a2196de32a8ae2ce_ShapePercentage" hidden="1">
            <a:extLst>
              <a:ext uri="{FF2B5EF4-FFF2-40B4-BE49-F238E27FC236}">
                <a16:creationId xmlns:a16="http://schemas.microsoft.com/office/drawing/2014/main" id="{0D5E95E9-27F3-4D99-FD10-EE534324DD8B}"/>
              </a:ext>
            </a:extLst>
          </p:cNvPr>
          <p:cNvSpPr/>
          <p:nvPr>
            <p:custDataLst>
              <p:tags r:id="rId62"/>
            </p:custDataLst>
          </p:nvPr>
        </p:nvSpPr>
        <p:spPr>
          <a:xfrm>
            <a:off x="9808886" y="4110205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TLSHAPE_SLM_7be5667765e34eb4b386a61d45f7bf6d_Shape">
            <a:extLst>
              <a:ext uri="{FF2B5EF4-FFF2-40B4-BE49-F238E27FC236}">
                <a16:creationId xmlns:a16="http://schemas.microsoft.com/office/drawing/2014/main" id="{87169EA5-6DF6-3F72-4825-4E41FFB4F937}"/>
              </a:ext>
            </a:extLst>
          </p:cNvPr>
          <p:cNvSpPr/>
          <p:nvPr>
            <p:custDataLst>
              <p:tags r:id="rId63"/>
            </p:custDataLst>
          </p:nvPr>
        </p:nvSpPr>
        <p:spPr>
          <a:xfrm>
            <a:off x="11613797" y="6193307"/>
            <a:ext cx="165100" cy="165100"/>
          </a:xfrm>
          <a:prstGeom prst="wave">
            <a:avLst/>
          </a:prstGeom>
          <a:solidFill>
            <a:srgbClr val="B15D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TLSHAPE_SLT_602a105a640d41c3ab2db0d2e2df6b37_ShapePercentage" hidden="1">
            <a:extLst>
              <a:ext uri="{FF2B5EF4-FFF2-40B4-BE49-F238E27FC236}">
                <a16:creationId xmlns:a16="http://schemas.microsoft.com/office/drawing/2014/main" id="{3C13613C-4F7A-8F29-996C-237A10BF88FB}"/>
              </a:ext>
            </a:extLst>
          </p:cNvPr>
          <p:cNvSpPr/>
          <p:nvPr>
            <p:custDataLst>
              <p:tags r:id="rId64"/>
            </p:custDataLst>
          </p:nvPr>
        </p:nvSpPr>
        <p:spPr>
          <a:xfrm>
            <a:off x="2173261" y="1947906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TLSHAPE_SLM_dcdad448dce5491991f59ec09393e031_Shape">
            <a:extLst>
              <a:ext uri="{FF2B5EF4-FFF2-40B4-BE49-F238E27FC236}">
                <a16:creationId xmlns:a16="http://schemas.microsoft.com/office/drawing/2014/main" id="{A0937B20-86FE-180C-09B7-BB4DA1FFF61A}"/>
              </a:ext>
            </a:extLst>
          </p:cNvPr>
          <p:cNvSpPr/>
          <p:nvPr>
            <p:custDataLst>
              <p:tags r:id="rId65"/>
            </p:custDataLst>
          </p:nvPr>
        </p:nvSpPr>
        <p:spPr>
          <a:xfrm>
            <a:off x="1329700" y="2021360"/>
            <a:ext cx="228600" cy="254000"/>
          </a:xfrm>
          <a:prstGeom prst="teardrop">
            <a:avLst/>
          </a:prstGeom>
          <a:solidFill>
            <a:srgbClr val="843C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6" name="OTLSHAPE_SLT_04ba4b80366a4ad9acd058ae51a09f96_ShapePercentage" hidden="1">
            <a:extLst>
              <a:ext uri="{FF2B5EF4-FFF2-40B4-BE49-F238E27FC236}">
                <a16:creationId xmlns:a16="http://schemas.microsoft.com/office/drawing/2014/main" id="{91004390-5B59-FBCC-E8C6-2E5C927C4E17}"/>
              </a:ext>
            </a:extLst>
          </p:cNvPr>
          <p:cNvSpPr/>
          <p:nvPr>
            <p:custDataLst>
              <p:tags r:id="rId66"/>
            </p:custDataLst>
          </p:nvPr>
        </p:nvSpPr>
        <p:spPr>
          <a:xfrm>
            <a:off x="3846238" y="2156525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" name="OTLSHAPE_SLT_3de880a068c8477688aba1bad8676146_ShapePercentage" hidden="1">
            <a:extLst>
              <a:ext uri="{FF2B5EF4-FFF2-40B4-BE49-F238E27FC236}">
                <a16:creationId xmlns:a16="http://schemas.microsoft.com/office/drawing/2014/main" id="{17913B56-011B-B962-96F4-078C371725EC}"/>
              </a:ext>
            </a:extLst>
          </p:cNvPr>
          <p:cNvSpPr/>
          <p:nvPr>
            <p:custDataLst>
              <p:tags r:id="rId67"/>
            </p:custDataLst>
          </p:nvPr>
        </p:nvSpPr>
        <p:spPr>
          <a:xfrm>
            <a:off x="2259055" y="1739287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TLSHAPE_SL_9cf0b9a3b4064869b9ae748fb5efbb51_Header">
            <a:extLst>
              <a:ext uri="{FF2B5EF4-FFF2-40B4-BE49-F238E27FC236}">
                <a16:creationId xmlns:a16="http://schemas.microsoft.com/office/drawing/2014/main" id="{06B5C02B-CFC7-C000-2496-CC8422B5CB3E}"/>
              </a:ext>
            </a:extLst>
          </p:cNvPr>
          <p:cNvSpPr txBox="1"/>
          <p:nvPr>
            <p:custDataLst>
              <p:tags r:id="rId68"/>
            </p:custDataLst>
          </p:nvPr>
        </p:nvSpPr>
        <p:spPr>
          <a:xfrm>
            <a:off x="63500" y="2572783"/>
            <a:ext cx="11049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  <a:latin typeface="Calibri" panose="020F0502020204030204" pitchFamily="34" charset="0"/>
              </a:rPr>
              <a:t>Preparations </a:t>
            </a:r>
          </a:p>
        </p:txBody>
      </p:sp>
      <p:sp>
        <p:nvSpPr>
          <p:cNvPr id="35" name="OTLSHAPE_SL_ffee1e79b85943a28c39454ea880fda8_Header">
            <a:extLst>
              <a:ext uri="{FF2B5EF4-FFF2-40B4-BE49-F238E27FC236}">
                <a16:creationId xmlns:a16="http://schemas.microsoft.com/office/drawing/2014/main" id="{0E22C267-80A6-CC2F-BA5B-15D768655E99}"/>
              </a:ext>
            </a:extLst>
          </p:cNvPr>
          <p:cNvSpPr txBox="1"/>
          <p:nvPr>
            <p:custDataLst>
              <p:tags r:id="rId69"/>
            </p:custDataLst>
          </p:nvPr>
        </p:nvSpPr>
        <p:spPr>
          <a:xfrm>
            <a:off x="63500" y="4360476"/>
            <a:ext cx="11049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  <a:latin typeface="Calibri" panose="020F0502020204030204" pitchFamily="34" charset="0"/>
              </a:rPr>
              <a:t>Deployment </a:t>
            </a:r>
          </a:p>
        </p:txBody>
      </p:sp>
      <p:sp>
        <p:nvSpPr>
          <p:cNvPr id="38" name="OTLSHAPE_SL_a88f145e4d284420a2baa685af085546_Header">
            <a:extLst>
              <a:ext uri="{FF2B5EF4-FFF2-40B4-BE49-F238E27FC236}">
                <a16:creationId xmlns:a16="http://schemas.microsoft.com/office/drawing/2014/main" id="{D66B8905-C8A1-BBD1-3725-5D5599C4BA69}"/>
              </a:ext>
            </a:extLst>
          </p:cNvPr>
          <p:cNvSpPr txBox="1"/>
          <p:nvPr>
            <p:custDataLst>
              <p:tags r:id="rId70"/>
            </p:custDataLst>
          </p:nvPr>
        </p:nvSpPr>
        <p:spPr>
          <a:xfrm>
            <a:off x="63500" y="5762025"/>
            <a:ext cx="1104900" cy="3721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  <a:latin typeface="Calibri" panose="020F0502020204030204" pitchFamily="34" charset="0"/>
              </a:rPr>
              <a:t>Acceptance &amp; Dual deliery</a:t>
            </a:r>
          </a:p>
        </p:txBody>
      </p:sp>
      <p:sp>
        <p:nvSpPr>
          <p:cNvPr id="43" name="OTLSHAPE_SL2A_17852ac1b8624429b87879f2bff175ae_Header" hidden="1">
            <a:extLst>
              <a:ext uri="{FF2B5EF4-FFF2-40B4-BE49-F238E27FC236}">
                <a16:creationId xmlns:a16="http://schemas.microsoft.com/office/drawing/2014/main" id="{77C4B86A-03AB-9C10-D3DF-7D0BB33BDDC0}"/>
              </a:ext>
            </a:extLst>
          </p:cNvPr>
          <p:cNvSpPr txBox="1"/>
          <p:nvPr>
            <p:custDataLst>
              <p:tags r:id="rId71"/>
            </p:custDataLst>
          </p:nvPr>
        </p:nvSpPr>
        <p:spPr>
          <a:xfrm>
            <a:off x="12700" y="-2988123"/>
            <a:ext cx="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72" name="OTLSHAPE_SL2A_dd06b9e5b51b4ad9b3f40eafbd182568_Header" hidden="1">
            <a:extLst>
              <a:ext uri="{FF2B5EF4-FFF2-40B4-BE49-F238E27FC236}">
                <a16:creationId xmlns:a16="http://schemas.microsoft.com/office/drawing/2014/main" id="{4B7D9F6F-986E-C3DA-7E31-9B7F0925607C}"/>
              </a:ext>
            </a:extLst>
          </p:cNvPr>
          <p:cNvSpPr txBox="1"/>
          <p:nvPr>
            <p:custDataLst>
              <p:tags r:id="rId72"/>
            </p:custDataLst>
          </p:nvPr>
        </p:nvSpPr>
        <p:spPr>
          <a:xfrm>
            <a:off x="12700" y="-2988123"/>
            <a:ext cx="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26" name="OTLSHAPE_SL2A_f1f6021388eb484cb53f229929f5c756_Header" hidden="1">
            <a:extLst>
              <a:ext uri="{FF2B5EF4-FFF2-40B4-BE49-F238E27FC236}">
                <a16:creationId xmlns:a16="http://schemas.microsoft.com/office/drawing/2014/main" id="{50E17E66-648D-443A-44CB-FC4BFBAEADC7}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12700" y="-2988123"/>
            <a:ext cx="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59" name="OTLSHAPE_SLT_bf0bab4e98f54763a82568a5d219a5c7_BaselineShape" hidden="1">
            <a:extLst>
              <a:ext uri="{FF2B5EF4-FFF2-40B4-BE49-F238E27FC236}">
                <a16:creationId xmlns:a16="http://schemas.microsoft.com/office/drawing/2014/main" id="{6D5AA8E3-FF41-2DDD-0B25-1DDDBB9B0977}"/>
              </a:ext>
            </a:extLst>
          </p:cNvPr>
          <p:cNvSpPr/>
          <p:nvPr>
            <p:custDataLst>
              <p:tags r:id="rId74"/>
            </p:custDataLst>
          </p:nvPr>
        </p:nvSpPr>
        <p:spPr>
          <a:xfrm>
            <a:off x="1422567" y="1429069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TLSHAPE_SLT_840d1906cb104b01bde15bb78e8e323b_BaselineShape" hidden="1">
            <a:extLst>
              <a:ext uri="{FF2B5EF4-FFF2-40B4-BE49-F238E27FC236}">
                <a16:creationId xmlns:a16="http://schemas.microsoft.com/office/drawing/2014/main" id="{73E191A5-36EA-6FD6-5B60-9BA0C4C35DFC}"/>
              </a:ext>
            </a:extLst>
          </p:cNvPr>
          <p:cNvSpPr/>
          <p:nvPr>
            <p:custDataLst>
              <p:tags r:id="rId75"/>
            </p:custDataLst>
          </p:nvPr>
        </p:nvSpPr>
        <p:spPr>
          <a:xfrm>
            <a:off x="1572706" y="1650387"/>
            <a:ext cx="1651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TLSHAPE_SLT_eeb83e503ffe4a72a203fede87f23081_BaselineShape" hidden="1">
            <a:extLst>
              <a:ext uri="{FF2B5EF4-FFF2-40B4-BE49-F238E27FC236}">
                <a16:creationId xmlns:a16="http://schemas.microsoft.com/office/drawing/2014/main" id="{891FF802-1B65-D10C-7758-D0148941C759}"/>
              </a:ext>
            </a:extLst>
          </p:cNvPr>
          <p:cNvSpPr/>
          <p:nvPr>
            <p:custDataLst>
              <p:tags r:id="rId76"/>
            </p:custDataLst>
          </p:nvPr>
        </p:nvSpPr>
        <p:spPr>
          <a:xfrm>
            <a:off x="2023122" y="1650387"/>
            <a:ext cx="1651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TLSHAPE_SLT_71feb0897c2b47d28678366d0661913b_BaselineShape" hidden="1">
            <a:extLst>
              <a:ext uri="{FF2B5EF4-FFF2-40B4-BE49-F238E27FC236}">
                <a16:creationId xmlns:a16="http://schemas.microsoft.com/office/drawing/2014/main" id="{C5880BFA-4AF1-FD54-A56E-71D88BABBE18}"/>
              </a:ext>
            </a:extLst>
          </p:cNvPr>
          <p:cNvSpPr/>
          <p:nvPr>
            <p:custDataLst>
              <p:tags r:id="rId77"/>
            </p:custDataLst>
          </p:nvPr>
        </p:nvSpPr>
        <p:spPr>
          <a:xfrm>
            <a:off x="3867687" y="2561062"/>
            <a:ext cx="13081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TLSHAPE_SLT_fa8886b769a54c02817aaba54576e921_BaselineShape" hidden="1">
            <a:extLst>
              <a:ext uri="{FF2B5EF4-FFF2-40B4-BE49-F238E27FC236}">
                <a16:creationId xmlns:a16="http://schemas.microsoft.com/office/drawing/2014/main" id="{280A83E7-D4F2-E0B8-58AB-8436B08A5E8B}"/>
              </a:ext>
            </a:extLst>
          </p:cNvPr>
          <p:cNvSpPr/>
          <p:nvPr>
            <p:custDataLst>
              <p:tags r:id="rId78"/>
            </p:custDataLst>
          </p:nvPr>
        </p:nvSpPr>
        <p:spPr>
          <a:xfrm>
            <a:off x="5176041" y="3003699"/>
            <a:ext cx="3429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OTLSHAPE_SLT_a0005013d1434eca8799fe0021a266e0_BaselineShape" hidden="1">
            <a:extLst>
              <a:ext uri="{FF2B5EF4-FFF2-40B4-BE49-F238E27FC236}">
                <a16:creationId xmlns:a16="http://schemas.microsoft.com/office/drawing/2014/main" id="{D8C87DE2-2B7F-32D9-CCCF-CCBFD86A6924}"/>
              </a:ext>
            </a:extLst>
          </p:cNvPr>
          <p:cNvSpPr/>
          <p:nvPr>
            <p:custDataLst>
              <p:tags r:id="rId79"/>
            </p:custDataLst>
          </p:nvPr>
        </p:nvSpPr>
        <p:spPr>
          <a:xfrm>
            <a:off x="5562112" y="3250417"/>
            <a:ext cx="2540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TLSHAPE_SLT_db841b2dc0b5434e83008cd4d4e540bc_BaselineShape" hidden="1">
            <a:extLst>
              <a:ext uri="{FF2B5EF4-FFF2-40B4-BE49-F238E27FC236}">
                <a16:creationId xmlns:a16="http://schemas.microsoft.com/office/drawing/2014/main" id="{56A96F7F-E73A-3A4B-FAA1-7A6D3B546B66}"/>
              </a:ext>
            </a:extLst>
          </p:cNvPr>
          <p:cNvSpPr/>
          <p:nvPr>
            <p:custDataLst>
              <p:tags r:id="rId80"/>
            </p:custDataLst>
          </p:nvPr>
        </p:nvSpPr>
        <p:spPr>
          <a:xfrm>
            <a:off x="3867687" y="2782380"/>
            <a:ext cx="32766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TLSHAPE_SLT_3ef8107866514941904e61ada6b41143_BaselineShape" hidden="1">
            <a:extLst>
              <a:ext uri="{FF2B5EF4-FFF2-40B4-BE49-F238E27FC236}">
                <a16:creationId xmlns:a16="http://schemas.microsoft.com/office/drawing/2014/main" id="{0587CEB2-49A9-BDCF-E3C9-0C5CF80CC145}"/>
              </a:ext>
            </a:extLst>
          </p:cNvPr>
          <p:cNvSpPr/>
          <p:nvPr>
            <p:custDataLst>
              <p:tags r:id="rId81"/>
            </p:custDataLst>
          </p:nvPr>
        </p:nvSpPr>
        <p:spPr>
          <a:xfrm>
            <a:off x="5851651" y="3612280"/>
            <a:ext cx="6223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OTLSHAPE_SLT_73609d6e8c64405eaf9a111900945daa_BaselineShape" hidden="1">
            <a:extLst>
              <a:ext uri="{FF2B5EF4-FFF2-40B4-BE49-F238E27FC236}">
                <a16:creationId xmlns:a16="http://schemas.microsoft.com/office/drawing/2014/main" id="{110DC007-B106-A3F2-29F8-7A6C7A0528A0}"/>
              </a:ext>
            </a:extLst>
          </p:cNvPr>
          <p:cNvSpPr/>
          <p:nvPr>
            <p:custDataLst>
              <p:tags r:id="rId82"/>
            </p:custDataLst>
          </p:nvPr>
        </p:nvSpPr>
        <p:spPr>
          <a:xfrm>
            <a:off x="5851651" y="3866280"/>
            <a:ext cx="32639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5" name="OTLSHAPE_SLT_154c9ec80d514ce0ac519c8a0c251577_BaselineShape" hidden="1">
            <a:extLst>
              <a:ext uri="{FF2B5EF4-FFF2-40B4-BE49-F238E27FC236}">
                <a16:creationId xmlns:a16="http://schemas.microsoft.com/office/drawing/2014/main" id="{1F73586E-8D44-271F-EA59-59A557678921}"/>
              </a:ext>
            </a:extLst>
          </p:cNvPr>
          <p:cNvSpPr/>
          <p:nvPr>
            <p:custDataLst>
              <p:tags r:id="rId83"/>
            </p:custDataLst>
          </p:nvPr>
        </p:nvSpPr>
        <p:spPr>
          <a:xfrm>
            <a:off x="6505843" y="4649701"/>
            <a:ext cx="45593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7" name="OTLSHAPE_SLT_25fbb1fddd8a4f46a9d45332861d3822_BaselineShape" hidden="1">
            <a:extLst>
              <a:ext uri="{FF2B5EF4-FFF2-40B4-BE49-F238E27FC236}">
                <a16:creationId xmlns:a16="http://schemas.microsoft.com/office/drawing/2014/main" id="{1CD2A155-DCD8-919F-4F65-075ED130F576}"/>
              </a:ext>
            </a:extLst>
          </p:cNvPr>
          <p:cNvSpPr/>
          <p:nvPr>
            <p:custDataLst>
              <p:tags r:id="rId84"/>
            </p:custDataLst>
          </p:nvPr>
        </p:nvSpPr>
        <p:spPr>
          <a:xfrm>
            <a:off x="6505843" y="4846297"/>
            <a:ext cx="45593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6" name="OTLSHAPE_SLT_b129fec362424c46a2196de32a8ae2ce_BaselineShape" hidden="1">
            <a:extLst>
              <a:ext uri="{FF2B5EF4-FFF2-40B4-BE49-F238E27FC236}">
                <a16:creationId xmlns:a16="http://schemas.microsoft.com/office/drawing/2014/main" id="{818B5F0E-1851-D5FF-FAAD-15336A3D4607}"/>
              </a:ext>
            </a:extLst>
          </p:cNvPr>
          <p:cNvSpPr/>
          <p:nvPr>
            <p:custDataLst>
              <p:tags r:id="rId85"/>
            </p:custDataLst>
          </p:nvPr>
        </p:nvSpPr>
        <p:spPr>
          <a:xfrm>
            <a:off x="9808886" y="4275305"/>
            <a:ext cx="12446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TLSHAPE_SLT_602a105a640d41c3ab2db0d2e2df6b37_BaselineShape" hidden="1">
            <a:extLst>
              <a:ext uri="{FF2B5EF4-FFF2-40B4-BE49-F238E27FC236}">
                <a16:creationId xmlns:a16="http://schemas.microsoft.com/office/drawing/2014/main" id="{354502BF-C3E8-4D9E-26EA-2DE1C86D9B07}"/>
              </a:ext>
            </a:extLst>
          </p:cNvPr>
          <p:cNvSpPr/>
          <p:nvPr>
            <p:custDataLst>
              <p:tags r:id="rId86"/>
            </p:custDataLst>
          </p:nvPr>
        </p:nvSpPr>
        <p:spPr>
          <a:xfrm>
            <a:off x="2173261" y="2080325"/>
            <a:ext cx="16891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7" name="OTLSHAPE_SLT_04ba4b80366a4ad9acd058ae51a09f96_BaselineShape" hidden="1">
            <a:extLst>
              <a:ext uri="{FF2B5EF4-FFF2-40B4-BE49-F238E27FC236}">
                <a16:creationId xmlns:a16="http://schemas.microsoft.com/office/drawing/2014/main" id="{A5CD820B-04A3-5CE5-06BB-E9986DB5DF43}"/>
              </a:ext>
            </a:extLst>
          </p:cNvPr>
          <p:cNvSpPr/>
          <p:nvPr>
            <p:custDataLst>
              <p:tags r:id="rId87"/>
            </p:custDataLst>
          </p:nvPr>
        </p:nvSpPr>
        <p:spPr>
          <a:xfrm>
            <a:off x="3846238" y="2288943"/>
            <a:ext cx="1651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TLSHAPE_SLT_3de880a068c8477688aba1bad8676146_BaselineShape" hidden="1">
            <a:extLst>
              <a:ext uri="{FF2B5EF4-FFF2-40B4-BE49-F238E27FC236}">
                <a16:creationId xmlns:a16="http://schemas.microsoft.com/office/drawing/2014/main" id="{C89CC030-206E-F225-FB6F-5E811F4E40CE}"/>
              </a:ext>
            </a:extLst>
          </p:cNvPr>
          <p:cNvSpPr/>
          <p:nvPr>
            <p:custDataLst>
              <p:tags r:id="rId88"/>
            </p:custDataLst>
          </p:nvPr>
        </p:nvSpPr>
        <p:spPr>
          <a:xfrm>
            <a:off x="2259055" y="1871706"/>
            <a:ext cx="762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TLSHAPE_TB_00000000000000000000000000000000_TodayMarkerShape">
            <a:extLst>
              <a:ext uri="{FF2B5EF4-FFF2-40B4-BE49-F238E27FC236}">
                <a16:creationId xmlns:a16="http://schemas.microsoft.com/office/drawing/2014/main" id="{649BBAEE-7C64-8AA6-C027-7C78EAF7BCD9}"/>
              </a:ext>
            </a:extLst>
          </p:cNvPr>
          <p:cNvSpPr/>
          <p:nvPr>
            <p:custDataLst>
              <p:tags r:id="rId89"/>
            </p:custDataLst>
          </p:nvPr>
        </p:nvSpPr>
        <p:spPr>
          <a:xfrm flipV="1">
            <a:off x="1368950" y="1474752"/>
            <a:ext cx="63500" cy="60960"/>
          </a:xfrm>
          <a:prstGeom prst="triangl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TLSHAPE_TB_00000000000000000000000000000000_TodayMarkerText">
            <a:extLst>
              <a:ext uri="{FF2B5EF4-FFF2-40B4-BE49-F238E27FC236}">
                <a16:creationId xmlns:a16="http://schemas.microsoft.com/office/drawing/2014/main" id="{AF010179-11E9-72FC-B360-DB7D1ED23AF0}"/>
              </a:ext>
            </a:extLst>
          </p:cNvPr>
          <p:cNvSpPr txBox="1"/>
          <p:nvPr>
            <p:custDataLst>
              <p:tags r:id="rId90"/>
            </p:custDataLst>
          </p:nvPr>
        </p:nvSpPr>
        <p:spPr>
          <a:xfrm>
            <a:off x="1214947" y="1288697"/>
            <a:ext cx="3683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200" spc="-12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6E4C723A-491A-6C6E-5E3D-B7D85E66A839}"/>
              </a:ext>
            </a:extLst>
          </p:cNvPr>
          <p:cNvSpPr txBox="1"/>
          <p:nvPr>
            <p:custDataLst>
              <p:tags r:id="rId91"/>
            </p:custDataLst>
          </p:nvPr>
        </p:nvSpPr>
        <p:spPr>
          <a:xfrm>
            <a:off x="1344676" y="1518630"/>
            <a:ext cx="36548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6">
                <a:solidFill>
                  <a:schemeClr val="lt1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60" name="OTLSHAPE_SLT_bf0bab4e98f54763a82568a5d219a5c7_Duration" hidden="1">
            <a:extLst>
              <a:ext uri="{FF2B5EF4-FFF2-40B4-BE49-F238E27FC236}">
                <a16:creationId xmlns:a16="http://schemas.microsoft.com/office/drawing/2014/main" id="{551A65F4-6DEB-486E-B0B0-C13DC1A9953E}"/>
              </a:ext>
            </a:extLst>
          </p:cNvPr>
          <p:cNvSpPr txBox="1"/>
          <p:nvPr>
            <p:custDataLst>
              <p:tags r:id="rId92"/>
            </p:custDataLst>
          </p:nvPr>
        </p:nvSpPr>
        <p:spPr>
          <a:xfrm>
            <a:off x="12700" y="-458748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0.5 days</a:t>
            </a:r>
          </a:p>
        </p:txBody>
      </p:sp>
      <p:sp>
        <p:nvSpPr>
          <p:cNvPr id="61" name="OTLSHAPE_SLT_bf0bab4e98f54763a82568a5d219a5c7_JoinedDate" hidden="1">
            <a:extLst>
              <a:ext uri="{FF2B5EF4-FFF2-40B4-BE49-F238E27FC236}">
                <a16:creationId xmlns:a16="http://schemas.microsoft.com/office/drawing/2014/main" id="{57BD7BA2-4311-D4EC-CC33-4BCDD391C90B}"/>
              </a:ext>
            </a:extLst>
          </p:cNvPr>
          <p:cNvSpPr txBox="1"/>
          <p:nvPr>
            <p:custDataLst>
              <p:tags r:id="rId93"/>
            </p:custDataLst>
          </p:nvPr>
        </p:nvSpPr>
        <p:spPr>
          <a:xfrm>
            <a:off x="12700" y="-689580"/>
            <a:ext cx="266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Jan 7</a:t>
            </a:r>
          </a:p>
        </p:txBody>
      </p:sp>
      <p:sp>
        <p:nvSpPr>
          <p:cNvPr id="62" name="OTLSHAPE_SLT_bf0bab4e98f54763a82568a5d219a5c7_StartDate" hidden="1">
            <a:extLst>
              <a:ext uri="{FF2B5EF4-FFF2-40B4-BE49-F238E27FC236}">
                <a16:creationId xmlns:a16="http://schemas.microsoft.com/office/drawing/2014/main" id="{2F9E68AB-1AD5-0577-D092-6A87708D7AD3}"/>
              </a:ext>
            </a:extLst>
          </p:cNvPr>
          <p:cNvSpPr txBox="1"/>
          <p:nvPr>
            <p:custDataLst>
              <p:tags r:id="rId9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63" name="OTLSHAPE_SLT_bf0bab4e98f54763a82568a5d219a5c7_EndDate" hidden="1">
            <a:extLst>
              <a:ext uri="{FF2B5EF4-FFF2-40B4-BE49-F238E27FC236}">
                <a16:creationId xmlns:a16="http://schemas.microsoft.com/office/drawing/2014/main" id="{8F188876-DAE0-6F55-13D4-FE641A477C86}"/>
              </a:ext>
            </a:extLst>
          </p:cNvPr>
          <p:cNvSpPr txBox="1"/>
          <p:nvPr>
            <p:custDataLst>
              <p:tags r:id="rId9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64" name="OTLSHAPE_SLT_bf0bab4e98f54763a82568a5d219a5c7_TextPercentage" hidden="1">
            <a:extLst>
              <a:ext uri="{FF2B5EF4-FFF2-40B4-BE49-F238E27FC236}">
                <a16:creationId xmlns:a16="http://schemas.microsoft.com/office/drawing/2014/main" id="{AB1BF835-92E8-F0ED-0F9E-AC086236E19D}"/>
              </a:ext>
            </a:extLst>
          </p:cNvPr>
          <p:cNvSpPr txBox="1"/>
          <p:nvPr>
            <p:custDataLst>
              <p:tags r:id="rId96"/>
            </p:custDataLst>
          </p:nvPr>
        </p:nvSpPr>
        <p:spPr>
          <a:xfrm>
            <a:off x="4510061" y="2347934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8">
                <a:solidFill>
                  <a:srgbClr val="C0504D"/>
                </a:solidFill>
                <a:latin typeface="Calibri" panose="020F0502020204030204" pitchFamily="34" charset="0"/>
              </a:rPr>
              <a:t>100%</a:t>
            </a:r>
          </a:p>
        </p:txBody>
      </p:sp>
      <p:sp>
        <p:nvSpPr>
          <p:cNvPr id="65" name="OTLSHAPE_SLT_bf0bab4e98f54763a82568a5d219a5c7_Title">
            <a:extLst>
              <a:ext uri="{FF2B5EF4-FFF2-40B4-BE49-F238E27FC236}">
                <a16:creationId xmlns:a16="http://schemas.microsoft.com/office/drawing/2014/main" id="{F0B635CB-F02F-04AA-693A-E27488C9DE94}"/>
              </a:ext>
            </a:extLst>
          </p:cNvPr>
          <p:cNvSpPr txBox="1"/>
          <p:nvPr>
            <p:custDataLst>
              <p:tags r:id="rId97"/>
            </p:custDataLst>
          </p:nvPr>
        </p:nvSpPr>
        <p:spPr>
          <a:xfrm>
            <a:off x="833371" y="2354354"/>
            <a:ext cx="546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Initial BOM</a:t>
            </a:r>
          </a:p>
        </p:txBody>
      </p:sp>
      <p:sp>
        <p:nvSpPr>
          <p:cNvPr id="69" name="OTLSHAPE_SLT_840d1906cb104b01bde15bb78e8e323b_Duration" hidden="1">
            <a:extLst>
              <a:ext uri="{FF2B5EF4-FFF2-40B4-BE49-F238E27FC236}">
                <a16:creationId xmlns:a16="http://schemas.microsoft.com/office/drawing/2014/main" id="{919CFF1C-B68C-F229-0E53-1DDDB524B78B}"/>
              </a:ext>
            </a:extLst>
          </p:cNvPr>
          <p:cNvSpPr txBox="1"/>
          <p:nvPr>
            <p:custDataLst>
              <p:tags r:id="rId98"/>
            </p:custDataLst>
          </p:nvPr>
        </p:nvSpPr>
        <p:spPr>
          <a:xfrm>
            <a:off x="12700" y="-458748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5.5 days</a:t>
            </a:r>
          </a:p>
        </p:txBody>
      </p:sp>
      <p:sp>
        <p:nvSpPr>
          <p:cNvPr id="70" name="OTLSHAPE_SLT_840d1906cb104b01bde15bb78e8e323b_JoinedDate" hidden="1">
            <a:extLst>
              <a:ext uri="{FF2B5EF4-FFF2-40B4-BE49-F238E27FC236}">
                <a16:creationId xmlns:a16="http://schemas.microsoft.com/office/drawing/2014/main" id="{85AC629F-C1B0-FBB7-604F-8A5C4D31424A}"/>
              </a:ext>
            </a:extLst>
          </p:cNvPr>
          <p:cNvSpPr txBox="1"/>
          <p:nvPr>
            <p:custDataLst>
              <p:tags r:id="rId99"/>
            </p:custDataLst>
          </p:nvPr>
        </p:nvSpPr>
        <p:spPr>
          <a:xfrm>
            <a:off x="12700" y="-683974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Jan 14 - Jan 21</a:t>
            </a:r>
          </a:p>
        </p:txBody>
      </p:sp>
      <p:sp>
        <p:nvSpPr>
          <p:cNvPr id="71" name="OTLSHAPE_SLT_840d1906cb104b01bde15bb78e8e323b_StartDate" hidden="1">
            <a:extLst>
              <a:ext uri="{FF2B5EF4-FFF2-40B4-BE49-F238E27FC236}">
                <a16:creationId xmlns:a16="http://schemas.microsoft.com/office/drawing/2014/main" id="{17077118-3D1B-DC83-3E9C-05095356CB79}"/>
              </a:ext>
            </a:extLst>
          </p:cNvPr>
          <p:cNvSpPr txBox="1"/>
          <p:nvPr>
            <p:custDataLst>
              <p:tags r:id="rId10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72" name="OTLSHAPE_SLT_840d1906cb104b01bde15bb78e8e323b_EndDate" hidden="1">
            <a:extLst>
              <a:ext uri="{FF2B5EF4-FFF2-40B4-BE49-F238E27FC236}">
                <a16:creationId xmlns:a16="http://schemas.microsoft.com/office/drawing/2014/main" id="{ED367A1F-2319-179C-E902-2BEEEA17FC70}"/>
              </a:ext>
            </a:extLst>
          </p:cNvPr>
          <p:cNvSpPr txBox="1"/>
          <p:nvPr>
            <p:custDataLst>
              <p:tags r:id="rId10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73" name="OTLSHAPE_SLT_840d1906cb104b01bde15bb78e8e323b_TextPercentage" hidden="1">
            <a:extLst>
              <a:ext uri="{FF2B5EF4-FFF2-40B4-BE49-F238E27FC236}">
                <a16:creationId xmlns:a16="http://schemas.microsoft.com/office/drawing/2014/main" id="{323D25EA-66F3-312B-693D-C072B31C365B}"/>
              </a:ext>
            </a:extLst>
          </p:cNvPr>
          <p:cNvSpPr txBox="1"/>
          <p:nvPr>
            <p:custDataLst>
              <p:tags r:id="rId102"/>
            </p:custDataLst>
          </p:nvPr>
        </p:nvSpPr>
        <p:spPr>
          <a:xfrm>
            <a:off x="3163914" y="2556552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8">
                <a:solidFill>
                  <a:srgbClr val="C0504D"/>
                </a:solidFill>
                <a:latin typeface="Calibri" panose="020F0502020204030204" pitchFamily="34" charset="0"/>
              </a:rPr>
              <a:t>100%</a:t>
            </a:r>
          </a:p>
        </p:txBody>
      </p:sp>
      <p:sp>
        <p:nvSpPr>
          <p:cNvPr id="74" name="OTLSHAPE_SLT_840d1906cb104b01bde15bb78e8e323b_Title">
            <a:extLst>
              <a:ext uri="{FF2B5EF4-FFF2-40B4-BE49-F238E27FC236}">
                <a16:creationId xmlns:a16="http://schemas.microsoft.com/office/drawing/2014/main" id="{3BB814DE-9AA5-1313-05D4-10E57D517C4F}"/>
              </a:ext>
            </a:extLst>
          </p:cNvPr>
          <p:cNvSpPr txBox="1"/>
          <p:nvPr>
            <p:custDataLst>
              <p:tags r:id="rId103"/>
            </p:custDataLst>
          </p:nvPr>
        </p:nvSpPr>
        <p:spPr>
          <a:xfrm>
            <a:off x="971826" y="2575673"/>
            <a:ext cx="5588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Site Survey </a:t>
            </a:r>
          </a:p>
        </p:txBody>
      </p:sp>
      <p:sp>
        <p:nvSpPr>
          <p:cNvPr id="90" name="OTLSHAPE_SLT_eeb83e503ffe4a72a203fede87f23081_Duration" hidden="1">
            <a:extLst>
              <a:ext uri="{FF2B5EF4-FFF2-40B4-BE49-F238E27FC236}">
                <a16:creationId xmlns:a16="http://schemas.microsoft.com/office/drawing/2014/main" id="{04870A7D-BD93-3BDB-99AF-C1D42C0886C7}"/>
              </a:ext>
            </a:extLst>
          </p:cNvPr>
          <p:cNvSpPr txBox="1"/>
          <p:nvPr>
            <p:custDataLst>
              <p:tags r:id="rId104"/>
            </p:custDataLst>
          </p:nvPr>
        </p:nvSpPr>
        <p:spPr>
          <a:xfrm>
            <a:off x="12700" y="-535692"/>
            <a:ext cx="431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5.5 days</a:t>
            </a:r>
          </a:p>
        </p:txBody>
      </p:sp>
      <p:sp>
        <p:nvSpPr>
          <p:cNvPr id="91" name="OTLSHAPE_SLT_eeb83e503ffe4a72a203fede87f23081_JoinedDate" hidden="1">
            <a:extLst>
              <a:ext uri="{FF2B5EF4-FFF2-40B4-BE49-F238E27FC236}">
                <a16:creationId xmlns:a16="http://schemas.microsoft.com/office/drawing/2014/main" id="{EF170B6F-D777-378D-B53C-BF971A01A1DE}"/>
              </a:ext>
            </a:extLst>
          </p:cNvPr>
          <p:cNvSpPr txBox="1"/>
          <p:nvPr>
            <p:custDataLst>
              <p:tags r:id="rId105"/>
            </p:custDataLst>
          </p:nvPr>
        </p:nvSpPr>
        <p:spPr>
          <a:xfrm>
            <a:off x="12700" y="-760918"/>
            <a:ext cx="7239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Feb 4 - Feb 11</a:t>
            </a:r>
          </a:p>
        </p:txBody>
      </p:sp>
      <p:sp>
        <p:nvSpPr>
          <p:cNvPr id="92" name="OTLSHAPE_SLT_eeb83e503ffe4a72a203fede87f23081_StartDate" hidden="1">
            <a:extLst>
              <a:ext uri="{FF2B5EF4-FFF2-40B4-BE49-F238E27FC236}">
                <a16:creationId xmlns:a16="http://schemas.microsoft.com/office/drawing/2014/main" id="{FFB38D32-D906-AD26-1824-A60539211CA5}"/>
              </a:ext>
            </a:extLst>
          </p:cNvPr>
          <p:cNvSpPr txBox="1"/>
          <p:nvPr>
            <p:custDataLst>
              <p:tags r:id="rId10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93" name="OTLSHAPE_SLT_eeb83e503ffe4a72a203fede87f23081_EndDate" hidden="1">
            <a:extLst>
              <a:ext uri="{FF2B5EF4-FFF2-40B4-BE49-F238E27FC236}">
                <a16:creationId xmlns:a16="http://schemas.microsoft.com/office/drawing/2014/main" id="{62B4B5EE-500F-A0B7-F866-2DF0A2B9DF71}"/>
              </a:ext>
            </a:extLst>
          </p:cNvPr>
          <p:cNvSpPr txBox="1"/>
          <p:nvPr>
            <p:custDataLst>
              <p:tags r:id="rId10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94" name="OTLSHAPE_SLT_eeb83e503ffe4a72a203fede87f23081_Title">
            <a:extLst>
              <a:ext uri="{FF2B5EF4-FFF2-40B4-BE49-F238E27FC236}">
                <a16:creationId xmlns:a16="http://schemas.microsoft.com/office/drawing/2014/main" id="{7DC87431-5FDF-B8F8-3299-BE70644D6711}"/>
              </a:ext>
            </a:extLst>
          </p:cNvPr>
          <p:cNvSpPr txBox="1"/>
          <p:nvPr>
            <p:custDataLst>
              <p:tags r:id="rId108"/>
            </p:custDataLst>
          </p:nvPr>
        </p:nvSpPr>
        <p:spPr>
          <a:xfrm>
            <a:off x="1578792" y="2575673"/>
            <a:ext cx="3937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Scoping </a:t>
            </a:r>
          </a:p>
        </p:txBody>
      </p:sp>
      <p:sp>
        <p:nvSpPr>
          <p:cNvPr id="95" name="OTLSHAPE_SLT_eeb83e503ffe4a72a203fede87f23081_TextPercentage" hidden="1">
            <a:extLst>
              <a:ext uri="{FF2B5EF4-FFF2-40B4-BE49-F238E27FC236}">
                <a16:creationId xmlns:a16="http://schemas.microsoft.com/office/drawing/2014/main" id="{919426BA-C6AF-9AB5-4945-56099D02DCB4}"/>
              </a:ext>
            </a:extLst>
          </p:cNvPr>
          <p:cNvSpPr txBox="1"/>
          <p:nvPr>
            <p:custDataLst>
              <p:tags r:id="rId109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b="1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77" name="OTLSHAPE_SLT_71feb0897c2b47d28678366d0661913b_JoinedDate" hidden="1">
            <a:extLst>
              <a:ext uri="{FF2B5EF4-FFF2-40B4-BE49-F238E27FC236}">
                <a16:creationId xmlns:a16="http://schemas.microsoft.com/office/drawing/2014/main" id="{952F4D97-46C6-423F-B895-932770D0B298}"/>
              </a:ext>
            </a:extLst>
          </p:cNvPr>
          <p:cNvSpPr txBox="1"/>
          <p:nvPr>
            <p:custDataLst>
              <p:tags r:id="rId110"/>
            </p:custDataLst>
          </p:nvPr>
        </p:nvSpPr>
        <p:spPr>
          <a:xfrm>
            <a:off x="12700" y="-766524"/>
            <a:ext cx="736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May 1 - Jun 30</a:t>
            </a:r>
          </a:p>
        </p:txBody>
      </p:sp>
      <p:sp>
        <p:nvSpPr>
          <p:cNvPr id="178" name="OTLSHAPE_SLT_71feb0897c2b47d28678366d0661913b_StartDate" hidden="1">
            <a:extLst>
              <a:ext uri="{FF2B5EF4-FFF2-40B4-BE49-F238E27FC236}">
                <a16:creationId xmlns:a16="http://schemas.microsoft.com/office/drawing/2014/main" id="{9E48F4AB-8459-5375-2059-D1C5B862DCE4}"/>
              </a:ext>
            </a:extLst>
          </p:cNvPr>
          <p:cNvSpPr txBox="1"/>
          <p:nvPr>
            <p:custDataLst>
              <p:tags r:id="rId11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9" name="OTLSHAPE_SLT_71feb0897c2b47d28678366d0661913b_EndDate" hidden="1">
            <a:extLst>
              <a:ext uri="{FF2B5EF4-FFF2-40B4-BE49-F238E27FC236}">
                <a16:creationId xmlns:a16="http://schemas.microsoft.com/office/drawing/2014/main" id="{E5895163-1F68-662F-28B9-6165E94384B8}"/>
              </a:ext>
            </a:extLst>
          </p:cNvPr>
          <p:cNvSpPr txBox="1"/>
          <p:nvPr>
            <p:custDataLst>
              <p:tags r:id="rId11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0" name="OTLSHAPE_SLT_71feb0897c2b47d28678366d0661913b_TextPercentage" hidden="1">
            <a:extLst>
              <a:ext uri="{FF2B5EF4-FFF2-40B4-BE49-F238E27FC236}">
                <a16:creationId xmlns:a16="http://schemas.microsoft.com/office/drawing/2014/main" id="{DBCA95D0-E894-5076-0CE6-6C9E7F0767F7}"/>
              </a:ext>
            </a:extLst>
          </p:cNvPr>
          <p:cNvSpPr txBox="1"/>
          <p:nvPr>
            <p:custDataLst>
              <p:tags r:id="rId113"/>
            </p:custDataLst>
          </p:nvPr>
        </p:nvSpPr>
        <p:spPr>
          <a:xfrm>
            <a:off x="3070690" y="3674422"/>
            <a:ext cx="228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10">
                <a:solidFill>
                  <a:srgbClr val="C0504D"/>
                </a:solidFill>
                <a:latin typeface="Calibri" panose="020F0502020204030204" pitchFamily="34" charset="0"/>
              </a:rPr>
              <a:t>75%</a:t>
            </a:r>
          </a:p>
        </p:txBody>
      </p:sp>
      <p:sp>
        <p:nvSpPr>
          <p:cNvPr id="182" name="OTLSHAPE_SLT_71feb0897c2b47d28678366d0661913b_Title">
            <a:extLst>
              <a:ext uri="{FF2B5EF4-FFF2-40B4-BE49-F238E27FC236}">
                <a16:creationId xmlns:a16="http://schemas.microsoft.com/office/drawing/2014/main" id="{567C7E0E-BAA7-F725-CB3A-09B599ABBF14}"/>
              </a:ext>
            </a:extLst>
          </p:cNvPr>
          <p:cNvSpPr txBox="1"/>
          <p:nvPr>
            <p:custDataLst>
              <p:tags r:id="rId114"/>
            </p:custDataLst>
          </p:nvPr>
        </p:nvSpPr>
        <p:spPr>
          <a:xfrm>
            <a:off x="1552181" y="3486347"/>
            <a:ext cx="22733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BE new rack Installation &amp; All servers Comission</a:t>
            </a:r>
          </a:p>
        </p:txBody>
      </p:sp>
      <p:sp>
        <p:nvSpPr>
          <p:cNvPr id="186" name="OTLSHAPE_SLT_fa8886b769a54c02817aaba54576e921_JoinedDate" hidden="1">
            <a:extLst>
              <a:ext uri="{FF2B5EF4-FFF2-40B4-BE49-F238E27FC236}">
                <a16:creationId xmlns:a16="http://schemas.microsoft.com/office/drawing/2014/main" id="{CD61B682-487E-B020-146B-817E2F054E84}"/>
              </a:ext>
            </a:extLst>
          </p:cNvPr>
          <p:cNvSpPr txBox="1"/>
          <p:nvPr>
            <p:custDataLst>
              <p:tags r:id="rId115"/>
            </p:custDataLst>
          </p:nvPr>
        </p:nvSpPr>
        <p:spPr>
          <a:xfrm>
            <a:off x="12700" y="-607030"/>
            <a:ext cx="6223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Jul 1 - Jul 16</a:t>
            </a:r>
          </a:p>
        </p:txBody>
      </p:sp>
      <p:sp>
        <p:nvSpPr>
          <p:cNvPr id="187" name="OTLSHAPE_SLT_fa8886b769a54c02817aaba54576e921_StartDate" hidden="1">
            <a:extLst>
              <a:ext uri="{FF2B5EF4-FFF2-40B4-BE49-F238E27FC236}">
                <a16:creationId xmlns:a16="http://schemas.microsoft.com/office/drawing/2014/main" id="{3E4FBA50-807A-AC92-41F9-A5A12888103A}"/>
              </a:ext>
            </a:extLst>
          </p:cNvPr>
          <p:cNvSpPr txBox="1"/>
          <p:nvPr>
            <p:custDataLst>
              <p:tags r:id="rId11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8" name="OTLSHAPE_SLT_fa8886b769a54c02817aaba54576e921_EndDate" hidden="1">
            <a:extLst>
              <a:ext uri="{FF2B5EF4-FFF2-40B4-BE49-F238E27FC236}">
                <a16:creationId xmlns:a16="http://schemas.microsoft.com/office/drawing/2014/main" id="{39E41F42-36DF-D360-DF8D-4B60E0310C7F}"/>
              </a:ext>
            </a:extLst>
          </p:cNvPr>
          <p:cNvSpPr txBox="1"/>
          <p:nvPr>
            <p:custDataLst>
              <p:tags r:id="rId11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9" name="OTLSHAPE_SLT_fa8886b769a54c02817aaba54576e921_Duration" hidden="1">
            <a:extLst>
              <a:ext uri="{FF2B5EF4-FFF2-40B4-BE49-F238E27FC236}">
                <a16:creationId xmlns:a16="http://schemas.microsoft.com/office/drawing/2014/main" id="{BE15D574-D0F4-9DE1-B642-9C420194DC4F}"/>
              </a:ext>
            </a:extLst>
          </p:cNvPr>
          <p:cNvSpPr txBox="1"/>
          <p:nvPr>
            <p:custDataLst>
              <p:tags r:id="rId118"/>
            </p:custDataLst>
          </p:nvPr>
        </p:nvSpPr>
        <p:spPr>
          <a:xfrm>
            <a:off x="4170754" y="3899751"/>
            <a:ext cx="406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6">
                <a:solidFill>
                  <a:srgbClr val="385723"/>
                </a:solidFill>
                <a:latin typeface="Calibri" panose="020F0502020204030204" pitchFamily="34" charset="0"/>
              </a:rPr>
              <a:t>2.3 wks</a:t>
            </a:r>
          </a:p>
        </p:txBody>
      </p:sp>
      <p:sp>
        <p:nvSpPr>
          <p:cNvPr id="190" name="OTLSHAPE_SLT_fa8886b769a54c02817aaba54576e921_Title">
            <a:extLst>
              <a:ext uri="{FF2B5EF4-FFF2-40B4-BE49-F238E27FC236}">
                <a16:creationId xmlns:a16="http://schemas.microsoft.com/office/drawing/2014/main" id="{F42720F8-CC90-EF47-1C63-232F52C596D3}"/>
              </a:ext>
            </a:extLst>
          </p:cNvPr>
          <p:cNvSpPr txBox="1"/>
          <p:nvPr>
            <p:custDataLst>
              <p:tags r:id="rId119"/>
            </p:custDataLst>
          </p:nvPr>
        </p:nvSpPr>
        <p:spPr>
          <a:xfrm>
            <a:off x="3304230" y="3928985"/>
            <a:ext cx="18288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New GPDB installation and integration</a:t>
            </a:r>
          </a:p>
        </p:txBody>
      </p:sp>
      <p:sp>
        <p:nvSpPr>
          <p:cNvPr id="191" name="OTLSHAPE_SLT_fa8886b769a54c02817aaba54576e921_TextPercentage" hidden="1">
            <a:extLst>
              <a:ext uri="{FF2B5EF4-FFF2-40B4-BE49-F238E27FC236}">
                <a16:creationId xmlns:a16="http://schemas.microsoft.com/office/drawing/2014/main" id="{67A00DCC-ECE2-FE12-165B-ED3922ED69D0}"/>
              </a:ext>
            </a:extLst>
          </p:cNvPr>
          <p:cNvSpPr txBox="1"/>
          <p:nvPr>
            <p:custDataLst>
              <p:tags r:id="rId120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04" name="OTLSHAPE_SLT_a0005013d1434eca8799fe0021a266e0_Duration" hidden="1">
            <a:extLst>
              <a:ext uri="{FF2B5EF4-FFF2-40B4-BE49-F238E27FC236}">
                <a16:creationId xmlns:a16="http://schemas.microsoft.com/office/drawing/2014/main" id="{2637B263-5AF3-FD87-CD98-F05F362A0730}"/>
              </a:ext>
            </a:extLst>
          </p:cNvPr>
          <p:cNvSpPr txBox="1"/>
          <p:nvPr>
            <p:custDataLst>
              <p:tags r:id="rId121"/>
            </p:custDataLst>
          </p:nvPr>
        </p:nvSpPr>
        <p:spPr>
          <a:xfrm>
            <a:off x="12700" y="-304860"/>
            <a:ext cx="406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>
                <a:solidFill>
                  <a:srgbClr val="44546A"/>
                </a:solidFill>
                <a:latin typeface="Calibri" panose="020F0502020204030204" pitchFamily="34" charset="0"/>
              </a:rPr>
              <a:t>1.7 wks</a:t>
            </a:r>
          </a:p>
        </p:txBody>
      </p:sp>
      <p:sp>
        <p:nvSpPr>
          <p:cNvPr id="205" name="OTLSHAPE_SLT_a0005013d1434eca8799fe0021a266e0_JoinedDate" hidden="1">
            <a:extLst>
              <a:ext uri="{FF2B5EF4-FFF2-40B4-BE49-F238E27FC236}">
                <a16:creationId xmlns:a16="http://schemas.microsoft.com/office/drawing/2014/main" id="{E6D8EB58-4B79-FDC3-A407-D462350E098B}"/>
              </a:ext>
            </a:extLst>
          </p:cNvPr>
          <p:cNvSpPr txBox="1"/>
          <p:nvPr>
            <p:custDataLst>
              <p:tags r:id="rId122"/>
            </p:custDataLst>
          </p:nvPr>
        </p:nvSpPr>
        <p:spPr>
          <a:xfrm>
            <a:off x="12700" y="-612636"/>
            <a:ext cx="685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Jul 19 - Jul 30</a:t>
            </a:r>
          </a:p>
        </p:txBody>
      </p:sp>
      <p:sp>
        <p:nvSpPr>
          <p:cNvPr id="206" name="OTLSHAPE_SLT_a0005013d1434eca8799fe0021a266e0_StartDate" hidden="1">
            <a:extLst>
              <a:ext uri="{FF2B5EF4-FFF2-40B4-BE49-F238E27FC236}">
                <a16:creationId xmlns:a16="http://schemas.microsoft.com/office/drawing/2014/main" id="{21E359CD-7F81-8C9F-B5B7-EBB629DFC03D}"/>
              </a:ext>
            </a:extLst>
          </p:cNvPr>
          <p:cNvSpPr txBox="1"/>
          <p:nvPr>
            <p:custDataLst>
              <p:tags r:id="rId12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07" name="OTLSHAPE_SLT_a0005013d1434eca8799fe0021a266e0_EndDate" hidden="1">
            <a:extLst>
              <a:ext uri="{FF2B5EF4-FFF2-40B4-BE49-F238E27FC236}">
                <a16:creationId xmlns:a16="http://schemas.microsoft.com/office/drawing/2014/main" id="{F1DCEB40-B739-805A-9B04-B21A5951BC17}"/>
              </a:ext>
            </a:extLst>
          </p:cNvPr>
          <p:cNvSpPr txBox="1"/>
          <p:nvPr>
            <p:custDataLst>
              <p:tags r:id="rId12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08" name="OTLSHAPE_SLT_a0005013d1434eca8799fe0021a266e0_Title">
            <a:extLst>
              <a:ext uri="{FF2B5EF4-FFF2-40B4-BE49-F238E27FC236}">
                <a16:creationId xmlns:a16="http://schemas.microsoft.com/office/drawing/2014/main" id="{8F8B3219-2015-27E7-9AA0-29CF22F64F9A}"/>
              </a:ext>
            </a:extLst>
          </p:cNvPr>
          <p:cNvSpPr txBox="1"/>
          <p:nvPr>
            <p:custDataLst>
              <p:tags r:id="rId125"/>
            </p:custDataLst>
          </p:nvPr>
        </p:nvSpPr>
        <p:spPr>
          <a:xfrm>
            <a:off x="4092722" y="4163003"/>
            <a:ext cx="14224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6">
                <a:solidFill>
                  <a:schemeClr val="dk1"/>
                </a:solidFill>
                <a:latin typeface="Calibri" panose="020F0502020204030204" pitchFamily="34" charset="0"/>
              </a:rPr>
              <a:t>SW installation &amp; stabilization</a:t>
            </a:r>
          </a:p>
        </p:txBody>
      </p:sp>
      <p:sp>
        <p:nvSpPr>
          <p:cNvPr id="209" name="OTLSHAPE_SLT_a0005013d1434eca8799fe0021a266e0_TextPercentage" hidden="1">
            <a:extLst>
              <a:ext uri="{FF2B5EF4-FFF2-40B4-BE49-F238E27FC236}">
                <a16:creationId xmlns:a16="http://schemas.microsoft.com/office/drawing/2014/main" id="{78A57B36-A716-9CB8-19F0-16E2DD8459B7}"/>
              </a:ext>
            </a:extLst>
          </p:cNvPr>
          <p:cNvSpPr txBox="1"/>
          <p:nvPr>
            <p:custDataLst>
              <p:tags r:id="rId126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13" name="OTLSHAPE_SLT_db841b2dc0b5434e83008cd4d4e540bc_Duration" hidden="1">
            <a:extLst>
              <a:ext uri="{FF2B5EF4-FFF2-40B4-BE49-F238E27FC236}">
                <a16:creationId xmlns:a16="http://schemas.microsoft.com/office/drawing/2014/main" id="{FD30F831-3FF8-4629-ACF4-9A623D087B96}"/>
              </a:ext>
            </a:extLst>
          </p:cNvPr>
          <p:cNvSpPr txBox="1"/>
          <p:nvPr>
            <p:custDataLst>
              <p:tags r:id="rId127"/>
            </p:custDataLst>
          </p:nvPr>
        </p:nvSpPr>
        <p:spPr>
          <a:xfrm>
            <a:off x="12700" y="-535692"/>
            <a:ext cx="558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108.5 days</a:t>
            </a:r>
          </a:p>
        </p:txBody>
      </p:sp>
      <p:sp>
        <p:nvSpPr>
          <p:cNvPr id="214" name="OTLSHAPE_SLT_db841b2dc0b5434e83008cd4d4e540bc_JoinedDate" hidden="1">
            <a:extLst>
              <a:ext uri="{FF2B5EF4-FFF2-40B4-BE49-F238E27FC236}">
                <a16:creationId xmlns:a16="http://schemas.microsoft.com/office/drawing/2014/main" id="{FB93C2BB-A87E-37D1-4923-DA8E4647B38D}"/>
              </a:ext>
            </a:extLst>
          </p:cNvPr>
          <p:cNvSpPr txBox="1"/>
          <p:nvPr>
            <p:custDataLst>
              <p:tags r:id="rId128"/>
            </p:custDataLst>
          </p:nvPr>
        </p:nvSpPr>
        <p:spPr>
          <a:xfrm>
            <a:off x="12700" y="-766524"/>
            <a:ext cx="762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May 1 - Sep 30</a:t>
            </a:r>
          </a:p>
        </p:txBody>
      </p:sp>
      <p:sp>
        <p:nvSpPr>
          <p:cNvPr id="215" name="OTLSHAPE_SLT_db841b2dc0b5434e83008cd4d4e540bc_StartDate" hidden="1">
            <a:extLst>
              <a:ext uri="{FF2B5EF4-FFF2-40B4-BE49-F238E27FC236}">
                <a16:creationId xmlns:a16="http://schemas.microsoft.com/office/drawing/2014/main" id="{64C800BE-4B73-7A4E-FAFA-DAB08171E345}"/>
              </a:ext>
            </a:extLst>
          </p:cNvPr>
          <p:cNvSpPr txBox="1"/>
          <p:nvPr>
            <p:custDataLst>
              <p:tags r:id="rId12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16" name="OTLSHAPE_SLT_db841b2dc0b5434e83008cd4d4e540bc_EndDate" hidden="1">
            <a:extLst>
              <a:ext uri="{FF2B5EF4-FFF2-40B4-BE49-F238E27FC236}">
                <a16:creationId xmlns:a16="http://schemas.microsoft.com/office/drawing/2014/main" id="{DEE4911A-FD76-6217-06AE-F376C569E1B8}"/>
              </a:ext>
            </a:extLst>
          </p:cNvPr>
          <p:cNvSpPr txBox="1"/>
          <p:nvPr>
            <p:custDataLst>
              <p:tags r:id="rId13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17" name="OTLSHAPE_SLT_db841b2dc0b5434e83008cd4d4e540bc_Title">
            <a:extLst>
              <a:ext uri="{FF2B5EF4-FFF2-40B4-BE49-F238E27FC236}">
                <a16:creationId xmlns:a16="http://schemas.microsoft.com/office/drawing/2014/main" id="{1F7C33F2-BED3-1618-BDBE-9E1E66943CC5}"/>
              </a:ext>
            </a:extLst>
          </p:cNvPr>
          <p:cNvSpPr txBox="1"/>
          <p:nvPr>
            <p:custDataLst>
              <p:tags r:id="rId131"/>
            </p:custDataLst>
          </p:nvPr>
        </p:nvSpPr>
        <p:spPr>
          <a:xfrm flipH="1">
            <a:off x="3122874" y="3707666"/>
            <a:ext cx="698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FE Side by side</a:t>
            </a:r>
          </a:p>
        </p:txBody>
      </p:sp>
      <p:sp>
        <p:nvSpPr>
          <p:cNvPr id="218" name="OTLSHAPE_SLT_db841b2dc0b5434e83008cd4d4e540bc_TextPercentage" hidden="1">
            <a:extLst>
              <a:ext uri="{FF2B5EF4-FFF2-40B4-BE49-F238E27FC236}">
                <a16:creationId xmlns:a16="http://schemas.microsoft.com/office/drawing/2014/main" id="{06DEFAA1-AE5F-45F3-9D16-C9C3DF17796A}"/>
              </a:ext>
            </a:extLst>
          </p:cNvPr>
          <p:cNvSpPr txBox="1"/>
          <p:nvPr>
            <p:custDataLst>
              <p:tags r:id="rId132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70" name="OTLSHAPE_TB_00000000000000000000000000000000_MiddleTimescaleInterval2">
            <a:extLst>
              <a:ext uri="{FF2B5EF4-FFF2-40B4-BE49-F238E27FC236}">
                <a16:creationId xmlns:a16="http://schemas.microsoft.com/office/drawing/2014/main" id="{AA177422-4DB0-02FD-7665-C856F3D160B9}"/>
              </a:ext>
            </a:extLst>
          </p:cNvPr>
          <p:cNvSpPr txBox="1"/>
          <p:nvPr>
            <p:custDataLst>
              <p:tags r:id="rId133"/>
            </p:custDataLst>
          </p:nvPr>
        </p:nvSpPr>
        <p:spPr>
          <a:xfrm>
            <a:off x="2009577" y="1710654"/>
            <a:ext cx="255776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8">
                <a:solidFill>
                  <a:schemeClr val="lt1"/>
                </a:solidFill>
                <a:latin typeface="Calibri" panose="020F0502020204030204" pitchFamily="34" charset="0"/>
              </a:rPr>
              <a:t>Feb</a:t>
            </a:r>
          </a:p>
        </p:txBody>
      </p:sp>
      <p:sp>
        <p:nvSpPr>
          <p:cNvPr id="272" name="OTLSHAPE_TB_00000000000000000000000000000000_MiddleTimescaleInterval3">
            <a:extLst>
              <a:ext uri="{FF2B5EF4-FFF2-40B4-BE49-F238E27FC236}">
                <a16:creationId xmlns:a16="http://schemas.microsoft.com/office/drawing/2014/main" id="{10397829-32B6-01EF-17F9-C1F673FD5923}"/>
              </a:ext>
            </a:extLst>
          </p:cNvPr>
          <p:cNvSpPr txBox="1"/>
          <p:nvPr>
            <p:custDataLst>
              <p:tags r:id="rId134"/>
            </p:custDataLst>
          </p:nvPr>
        </p:nvSpPr>
        <p:spPr>
          <a:xfrm>
            <a:off x="2610133" y="1710654"/>
            <a:ext cx="29296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Mar</a:t>
            </a:r>
          </a:p>
        </p:txBody>
      </p:sp>
      <p:sp>
        <p:nvSpPr>
          <p:cNvPr id="274" name="OTLSHAPE_TB_00000000000000000000000000000000_MiddleTimescaleInterval4">
            <a:extLst>
              <a:ext uri="{FF2B5EF4-FFF2-40B4-BE49-F238E27FC236}">
                <a16:creationId xmlns:a16="http://schemas.microsoft.com/office/drawing/2014/main" id="{B47A3AC8-EF9D-A122-4AED-9091E11B8E9D}"/>
              </a:ext>
            </a:extLst>
          </p:cNvPr>
          <p:cNvSpPr txBox="1"/>
          <p:nvPr>
            <p:custDataLst>
              <p:tags r:id="rId135"/>
            </p:custDataLst>
          </p:nvPr>
        </p:nvSpPr>
        <p:spPr>
          <a:xfrm>
            <a:off x="3275034" y="1710654"/>
            <a:ext cx="255904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</a:p>
        </p:txBody>
      </p:sp>
      <p:sp>
        <p:nvSpPr>
          <p:cNvPr id="276" name="OTLSHAPE_TB_00000000000000000000000000000000_MiddleTimescaleInterval5">
            <a:extLst>
              <a:ext uri="{FF2B5EF4-FFF2-40B4-BE49-F238E27FC236}">
                <a16:creationId xmlns:a16="http://schemas.microsoft.com/office/drawing/2014/main" id="{8FEB8253-0FE1-23B9-8779-0442922D7D44}"/>
              </a:ext>
            </a:extLst>
          </p:cNvPr>
          <p:cNvSpPr txBox="1"/>
          <p:nvPr>
            <p:custDataLst>
              <p:tags r:id="rId136"/>
            </p:custDataLst>
          </p:nvPr>
        </p:nvSpPr>
        <p:spPr>
          <a:xfrm>
            <a:off x="3918487" y="1710654"/>
            <a:ext cx="317500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2">
                <a:solidFill>
                  <a:schemeClr val="lt1"/>
                </a:solidFill>
                <a:latin typeface="Calibri" panose="020F0502020204030204" pitchFamily="34" charset="0"/>
              </a:rPr>
              <a:t>May</a:t>
            </a:r>
          </a:p>
        </p:txBody>
      </p:sp>
      <p:sp>
        <p:nvSpPr>
          <p:cNvPr id="278" name="OTLSHAPE_TB_00000000000000000000000000000000_MiddleTimescaleInterval6">
            <a:extLst>
              <a:ext uri="{FF2B5EF4-FFF2-40B4-BE49-F238E27FC236}">
                <a16:creationId xmlns:a16="http://schemas.microsoft.com/office/drawing/2014/main" id="{6065F370-7FEC-23B0-E762-F2C0D512CF2C}"/>
              </a:ext>
            </a:extLst>
          </p:cNvPr>
          <p:cNvSpPr txBox="1"/>
          <p:nvPr>
            <p:custDataLst>
              <p:tags r:id="rId137"/>
            </p:custDataLst>
          </p:nvPr>
        </p:nvSpPr>
        <p:spPr>
          <a:xfrm>
            <a:off x="4583388" y="1710654"/>
            <a:ext cx="24378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Jun</a:t>
            </a:r>
          </a:p>
        </p:txBody>
      </p:sp>
      <p:sp>
        <p:nvSpPr>
          <p:cNvPr id="280" name="OTLSHAPE_TB_00000000000000000000000000000000_MiddleTimescaleInterval7">
            <a:extLst>
              <a:ext uri="{FF2B5EF4-FFF2-40B4-BE49-F238E27FC236}">
                <a16:creationId xmlns:a16="http://schemas.microsoft.com/office/drawing/2014/main" id="{6E1FDD04-A25F-70D0-5218-5A51CFD5C616}"/>
              </a:ext>
            </a:extLst>
          </p:cNvPr>
          <p:cNvSpPr txBox="1"/>
          <p:nvPr>
            <p:custDataLst>
              <p:tags r:id="rId138"/>
            </p:custDataLst>
          </p:nvPr>
        </p:nvSpPr>
        <p:spPr>
          <a:xfrm>
            <a:off x="5226841" y="1710654"/>
            <a:ext cx="186269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2">
                <a:solidFill>
                  <a:schemeClr val="lt1"/>
                </a:solidFill>
                <a:latin typeface="Calibri" panose="020F0502020204030204" pitchFamily="34" charset="0"/>
              </a:rPr>
              <a:t>Jul</a:t>
            </a:r>
          </a:p>
        </p:txBody>
      </p:sp>
      <p:sp>
        <p:nvSpPr>
          <p:cNvPr id="282" name="OTLSHAPE_TB_00000000000000000000000000000000_MiddleTimescaleInterval8">
            <a:extLst>
              <a:ext uri="{FF2B5EF4-FFF2-40B4-BE49-F238E27FC236}">
                <a16:creationId xmlns:a16="http://schemas.microsoft.com/office/drawing/2014/main" id="{931E59F9-5018-5B31-89BF-20FE0EF0F94F}"/>
              </a:ext>
            </a:extLst>
          </p:cNvPr>
          <p:cNvSpPr txBox="1"/>
          <p:nvPr>
            <p:custDataLst>
              <p:tags r:id="rId139"/>
            </p:custDataLst>
          </p:nvPr>
        </p:nvSpPr>
        <p:spPr>
          <a:xfrm>
            <a:off x="5891742" y="1710654"/>
            <a:ext cx="280654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2">
                <a:solidFill>
                  <a:schemeClr val="lt1"/>
                </a:solidFill>
                <a:latin typeface="Calibri" panose="020F0502020204030204" pitchFamily="34" charset="0"/>
              </a:rPr>
              <a:t>Aug</a:t>
            </a:r>
          </a:p>
        </p:txBody>
      </p:sp>
      <p:sp>
        <p:nvSpPr>
          <p:cNvPr id="284" name="OTLSHAPE_TB_00000000000000000000000000000000_MiddleTimescaleInterval9">
            <a:extLst>
              <a:ext uri="{FF2B5EF4-FFF2-40B4-BE49-F238E27FC236}">
                <a16:creationId xmlns:a16="http://schemas.microsoft.com/office/drawing/2014/main" id="{BA13AFB0-987B-54C0-33C9-45D54A986C6D}"/>
              </a:ext>
            </a:extLst>
          </p:cNvPr>
          <p:cNvSpPr txBox="1"/>
          <p:nvPr>
            <p:custDataLst>
              <p:tags r:id="rId140"/>
            </p:custDataLst>
          </p:nvPr>
        </p:nvSpPr>
        <p:spPr>
          <a:xfrm>
            <a:off x="6556643" y="1710654"/>
            <a:ext cx="261482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8">
                <a:solidFill>
                  <a:schemeClr val="lt1"/>
                </a:solidFill>
                <a:latin typeface="Calibri" panose="020F0502020204030204" pitchFamily="34" charset="0"/>
              </a:rPr>
              <a:t>Sep</a:t>
            </a:r>
          </a:p>
        </p:txBody>
      </p:sp>
      <p:sp>
        <p:nvSpPr>
          <p:cNvPr id="286" name="OTLSHAPE_TB_00000000000000000000000000000000_MiddleTimescaleInterval10">
            <a:extLst>
              <a:ext uri="{FF2B5EF4-FFF2-40B4-BE49-F238E27FC236}">
                <a16:creationId xmlns:a16="http://schemas.microsoft.com/office/drawing/2014/main" id="{1FED66FD-FAA1-5215-36C8-4CC0640A1A54}"/>
              </a:ext>
            </a:extLst>
          </p:cNvPr>
          <p:cNvSpPr txBox="1"/>
          <p:nvPr>
            <p:custDataLst>
              <p:tags r:id="rId141"/>
            </p:custDataLst>
          </p:nvPr>
        </p:nvSpPr>
        <p:spPr>
          <a:xfrm>
            <a:off x="7200095" y="1710654"/>
            <a:ext cx="24487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8">
                <a:solidFill>
                  <a:schemeClr val="lt1"/>
                </a:solidFill>
                <a:latin typeface="Calibri" panose="020F0502020204030204" pitchFamily="34" charset="0"/>
              </a:rPr>
              <a:t>Oct</a:t>
            </a:r>
          </a:p>
        </p:txBody>
      </p:sp>
      <p:sp>
        <p:nvSpPr>
          <p:cNvPr id="288" name="OTLSHAPE_TB_00000000000000000000000000000000_MiddleTimescaleInterval11">
            <a:extLst>
              <a:ext uri="{FF2B5EF4-FFF2-40B4-BE49-F238E27FC236}">
                <a16:creationId xmlns:a16="http://schemas.microsoft.com/office/drawing/2014/main" id="{F58388D9-89B5-B251-2A16-65F5887C4428}"/>
              </a:ext>
            </a:extLst>
          </p:cNvPr>
          <p:cNvSpPr txBox="1"/>
          <p:nvPr>
            <p:custDataLst>
              <p:tags r:id="rId142"/>
            </p:custDataLst>
          </p:nvPr>
        </p:nvSpPr>
        <p:spPr>
          <a:xfrm>
            <a:off x="7864997" y="1710654"/>
            <a:ext cx="28020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</a:p>
        </p:txBody>
      </p:sp>
      <p:sp>
        <p:nvSpPr>
          <p:cNvPr id="290" name="OTLSHAPE_TB_00000000000000000000000000000000_MiddleTimescaleInterval12">
            <a:extLst>
              <a:ext uri="{FF2B5EF4-FFF2-40B4-BE49-F238E27FC236}">
                <a16:creationId xmlns:a16="http://schemas.microsoft.com/office/drawing/2014/main" id="{C2944E13-C6FD-03E4-42EB-ADA4A4E0E192}"/>
              </a:ext>
            </a:extLst>
          </p:cNvPr>
          <p:cNvSpPr txBox="1"/>
          <p:nvPr>
            <p:custDataLst>
              <p:tags r:id="rId143"/>
            </p:custDataLst>
          </p:nvPr>
        </p:nvSpPr>
        <p:spPr>
          <a:xfrm>
            <a:off x="8508450" y="1710654"/>
            <a:ext cx="268022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Dec</a:t>
            </a:r>
          </a:p>
        </p:txBody>
      </p:sp>
      <p:sp>
        <p:nvSpPr>
          <p:cNvPr id="300" name="OTLSHAPE_TB_00000000000000000000000000000000_TimescaleInterval2">
            <a:extLst>
              <a:ext uri="{FF2B5EF4-FFF2-40B4-BE49-F238E27FC236}">
                <a16:creationId xmlns:a16="http://schemas.microsoft.com/office/drawing/2014/main" id="{EB0E32D7-4E37-9471-6CE4-BAFD4C41BA2D}"/>
              </a:ext>
            </a:extLst>
          </p:cNvPr>
          <p:cNvSpPr txBox="1"/>
          <p:nvPr>
            <p:custDataLst>
              <p:tags r:id="rId144"/>
            </p:custDataLst>
          </p:nvPr>
        </p:nvSpPr>
        <p:spPr>
          <a:xfrm>
            <a:off x="9173351" y="1518630"/>
            <a:ext cx="36548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6">
                <a:solidFill>
                  <a:schemeClr val="lt1"/>
                </a:solidFill>
                <a:latin typeface="Calibri" panose="020F0502020204030204" pitchFamily="34" charset="0"/>
              </a:rPr>
              <a:t>2027</a:t>
            </a:r>
          </a:p>
        </p:txBody>
      </p:sp>
      <p:sp>
        <p:nvSpPr>
          <p:cNvPr id="302" name="OTLSHAPE_TB_00000000000000000000000000000000_MiddleTimescaleInterval13">
            <a:extLst>
              <a:ext uri="{FF2B5EF4-FFF2-40B4-BE49-F238E27FC236}">
                <a16:creationId xmlns:a16="http://schemas.microsoft.com/office/drawing/2014/main" id="{5798C6EF-E9FA-4C4A-DFD1-C532218E3F7F}"/>
              </a:ext>
            </a:extLst>
          </p:cNvPr>
          <p:cNvSpPr txBox="1"/>
          <p:nvPr>
            <p:custDataLst>
              <p:tags r:id="rId145"/>
            </p:custDataLst>
          </p:nvPr>
        </p:nvSpPr>
        <p:spPr>
          <a:xfrm>
            <a:off x="9173351" y="1710654"/>
            <a:ext cx="22961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2">
                <a:solidFill>
                  <a:schemeClr val="lt1"/>
                </a:solidFill>
                <a:latin typeface="Calibri" panose="020F0502020204030204" pitchFamily="34" charset="0"/>
              </a:rPr>
              <a:t>Jan</a:t>
            </a:r>
          </a:p>
        </p:txBody>
      </p:sp>
      <p:sp>
        <p:nvSpPr>
          <p:cNvPr id="311" name="OTLSHAPE_TB_00000000000000000000000000000000_MiddleTimescaleInterval14">
            <a:extLst>
              <a:ext uri="{FF2B5EF4-FFF2-40B4-BE49-F238E27FC236}">
                <a16:creationId xmlns:a16="http://schemas.microsoft.com/office/drawing/2014/main" id="{22DC6FAC-933E-A4EA-4AEA-D6E9D5C8EC96}"/>
              </a:ext>
            </a:extLst>
          </p:cNvPr>
          <p:cNvSpPr txBox="1"/>
          <p:nvPr>
            <p:custDataLst>
              <p:tags r:id="rId146"/>
            </p:custDataLst>
          </p:nvPr>
        </p:nvSpPr>
        <p:spPr>
          <a:xfrm>
            <a:off x="9838252" y="1710654"/>
            <a:ext cx="255776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8">
                <a:solidFill>
                  <a:schemeClr val="lt1"/>
                </a:solidFill>
                <a:latin typeface="Calibri" panose="020F0502020204030204" pitchFamily="34" charset="0"/>
              </a:rPr>
              <a:t>Feb</a:t>
            </a:r>
          </a:p>
        </p:txBody>
      </p:sp>
      <p:sp>
        <p:nvSpPr>
          <p:cNvPr id="313" name="OTLSHAPE_TB_00000000000000000000000000000000_MiddleTimescaleInterval15">
            <a:extLst>
              <a:ext uri="{FF2B5EF4-FFF2-40B4-BE49-F238E27FC236}">
                <a16:creationId xmlns:a16="http://schemas.microsoft.com/office/drawing/2014/main" id="{12F3DF3A-A9A5-722A-D15B-E41043029BCB}"/>
              </a:ext>
            </a:extLst>
          </p:cNvPr>
          <p:cNvSpPr txBox="1"/>
          <p:nvPr>
            <p:custDataLst>
              <p:tags r:id="rId147"/>
            </p:custDataLst>
          </p:nvPr>
        </p:nvSpPr>
        <p:spPr>
          <a:xfrm>
            <a:off x="10438808" y="1710654"/>
            <a:ext cx="29296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Mar</a:t>
            </a:r>
          </a:p>
        </p:txBody>
      </p:sp>
      <p:sp>
        <p:nvSpPr>
          <p:cNvPr id="334" name="OTLSHAPE_SLT_3ef8107866514941904e61ada6b41143_JoinedDate" hidden="1">
            <a:extLst>
              <a:ext uri="{FF2B5EF4-FFF2-40B4-BE49-F238E27FC236}">
                <a16:creationId xmlns:a16="http://schemas.microsoft.com/office/drawing/2014/main" id="{3AB7BB0C-C7B9-DA6D-5694-B5C6C11895B2}"/>
              </a:ext>
            </a:extLst>
          </p:cNvPr>
          <p:cNvSpPr txBox="1"/>
          <p:nvPr>
            <p:custDataLst>
              <p:tags r:id="rId148"/>
            </p:custDataLst>
          </p:nvPr>
        </p:nvSpPr>
        <p:spPr>
          <a:xfrm>
            <a:off x="12700" y="-689580"/>
            <a:ext cx="736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Aug 1 - Aug 30</a:t>
            </a:r>
          </a:p>
        </p:txBody>
      </p:sp>
      <p:sp>
        <p:nvSpPr>
          <p:cNvPr id="335" name="OTLSHAPE_SLT_3ef8107866514941904e61ada6b41143_StartDate" hidden="1">
            <a:extLst>
              <a:ext uri="{FF2B5EF4-FFF2-40B4-BE49-F238E27FC236}">
                <a16:creationId xmlns:a16="http://schemas.microsoft.com/office/drawing/2014/main" id="{3726456D-2288-73B1-6FF5-E8A0B95FD7AA}"/>
              </a:ext>
            </a:extLst>
          </p:cNvPr>
          <p:cNvSpPr txBox="1"/>
          <p:nvPr>
            <p:custDataLst>
              <p:tags r:id="rId14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36" name="OTLSHAPE_SLT_3ef8107866514941904e61ada6b41143_EndDate" hidden="1">
            <a:extLst>
              <a:ext uri="{FF2B5EF4-FFF2-40B4-BE49-F238E27FC236}">
                <a16:creationId xmlns:a16="http://schemas.microsoft.com/office/drawing/2014/main" id="{37CB55C9-C325-1B70-CF64-FEC43D7EA177}"/>
              </a:ext>
            </a:extLst>
          </p:cNvPr>
          <p:cNvSpPr txBox="1"/>
          <p:nvPr>
            <p:custDataLst>
              <p:tags r:id="rId15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37" name="OTLSHAPE_SLT_3ef8107866514941904e61ada6b41143_TextPercentage" hidden="1">
            <a:extLst>
              <a:ext uri="{FF2B5EF4-FFF2-40B4-BE49-F238E27FC236}">
                <a16:creationId xmlns:a16="http://schemas.microsoft.com/office/drawing/2014/main" id="{86CE3D2C-E341-6652-8C75-B861C4BC0400}"/>
              </a:ext>
            </a:extLst>
          </p:cNvPr>
          <p:cNvSpPr txBox="1"/>
          <p:nvPr>
            <p:custDataLst>
              <p:tags r:id="rId151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 b="1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339" name="OTLSHAPE_SLT_3ef8107866514941904e61ada6b41143_Title">
            <a:extLst>
              <a:ext uri="{FF2B5EF4-FFF2-40B4-BE49-F238E27FC236}">
                <a16:creationId xmlns:a16="http://schemas.microsoft.com/office/drawing/2014/main" id="{BD84CDA1-7D6A-7429-A765-C36C3A42DA41}"/>
              </a:ext>
            </a:extLst>
          </p:cNvPr>
          <p:cNvSpPr txBox="1"/>
          <p:nvPr>
            <p:custDataLst>
              <p:tags r:id="rId152"/>
            </p:custDataLst>
          </p:nvPr>
        </p:nvSpPr>
        <p:spPr>
          <a:xfrm>
            <a:off x="5851651" y="4381527"/>
            <a:ext cx="10414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LBS verifications (MA)</a:t>
            </a:r>
          </a:p>
        </p:txBody>
      </p:sp>
      <p:sp>
        <p:nvSpPr>
          <p:cNvPr id="343" name="OTLSHAPE_SLT_73609d6e8c64405eaf9a111900945daa_JoinedDate" hidden="1">
            <a:extLst>
              <a:ext uri="{FF2B5EF4-FFF2-40B4-BE49-F238E27FC236}">
                <a16:creationId xmlns:a16="http://schemas.microsoft.com/office/drawing/2014/main" id="{CE5056F4-7732-B729-CAA4-C862160A39FD}"/>
              </a:ext>
            </a:extLst>
          </p:cNvPr>
          <p:cNvSpPr txBox="1"/>
          <p:nvPr>
            <p:custDataLst>
              <p:tags r:id="rId153"/>
            </p:custDataLst>
          </p:nvPr>
        </p:nvSpPr>
        <p:spPr>
          <a:xfrm>
            <a:off x="12700" y="-689580"/>
            <a:ext cx="736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Aug 1 - Dec 31</a:t>
            </a:r>
          </a:p>
        </p:txBody>
      </p:sp>
      <p:sp>
        <p:nvSpPr>
          <p:cNvPr id="344" name="OTLSHAPE_SLT_73609d6e8c64405eaf9a111900945daa_StartDate" hidden="1">
            <a:extLst>
              <a:ext uri="{FF2B5EF4-FFF2-40B4-BE49-F238E27FC236}">
                <a16:creationId xmlns:a16="http://schemas.microsoft.com/office/drawing/2014/main" id="{E5711B50-3E35-6E3C-1025-8CA6FF45261D}"/>
              </a:ext>
            </a:extLst>
          </p:cNvPr>
          <p:cNvSpPr txBox="1"/>
          <p:nvPr>
            <p:custDataLst>
              <p:tags r:id="rId15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45" name="OTLSHAPE_SLT_73609d6e8c64405eaf9a111900945daa_EndDate" hidden="1">
            <a:extLst>
              <a:ext uri="{FF2B5EF4-FFF2-40B4-BE49-F238E27FC236}">
                <a16:creationId xmlns:a16="http://schemas.microsoft.com/office/drawing/2014/main" id="{707E699D-1D70-6AD9-5D58-0C745F5C7932}"/>
              </a:ext>
            </a:extLst>
          </p:cNvPr>
          <p:cNvSpPr txBox="1"/>
          <p:nvPr>
            <p:custDataLst>
              <p:tags r:id="rId15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46" name="OTLSHAPE_SLT_73609d6e8c64405eaf9a111900945daa_TextPercentage" hidden="1">
            <a:extLst>
              <a:ext uri="{FF2B5EF4-FFF2-40B4-BE49-F238E27FC236}">
                <a16:creationId xmlns:a16="http://schemas.microsoft.com/office/drawing/2014/main" id="{136AB98D-973B-4C21-FABA-8CCB55F0D739}"/>
              </a:ext>
            </a:extLst>
          </p:cNvPr>
          <p:cNvSpPr txBox="1"/>
          <p:nvPr>
            <p:custDataLst>
              <p:tags r:id="rId156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 b="1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348" name="OTLSHAPE_SLT_73609d6e8c64405eaf9a111900945daa_Title">
            <a:extLst>
              <a:ext uri="{FF2B5EF4-FFF2-40B4-BE49-F238E27FC236}">
                <a16:creationId xmlns:a16="http://schemas.microsoft.com/office/drawing/2014/main" id="{5318F4FA-7941-3AF4-DF48-8DBA1EF0F78E}"/>
              </a:ext>
            </a:extLst>
          </p:cNvPr>
          <p:cNvSpPr txBox="1"/>
          <p:nvPr>
            <p:custDataLst>
              <p:tags r:id="rId157"/>
            </p:custDataLst>
          </p:nvPr>
        </p:nvSpPr>
        <p:spPr>
          <a:xfrm>
            <a:off x="6503218" y="4775225"/>
            <a:ext cx="1968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6">
                <a:solidFill>
                  <a:schemeClr val="dk1"/>
                </a:solidFill>
                <a:latin typeface="Calibri" panose="020F0502020204030204" pitchFamily="34" charset="0"/>
              </a:rPr>
              <a:t>4  FE sites (1 small SP, STC, Batelco, Zain, )</a:t>
            </a:r>
          </a:p>
        </p:txBody>
      </p:sp>
      <p:sp>
        <p:nvSpPr>
          <p:cNvPr id="486" name="OTLSHAPE_SLT_154c9ec80d514ce0ac519c8a0c251577_Duration" hidden="1">
            <a:extLst>
              <a:ext uri="{FF2B5EF4-FFF2-40B4-BE49-F238E27FC236}">
                <a16:creationId xmlns:a16="http://schemas.microsoft.com/office/drawing/2014/main" id="{C4EC992D-61B9-23F2-C00F-386090F25A31}"/>
              </a:ext>
            </a:extLst>
          </p:cNvPr>
          <p:cNvSpPr txBox="1"/>
          <p:nvPr>
            <p:custDataLst>
              <p:tags r:id="rId158"/>
            </p:custDataLst>
          </p:nvPr>
        </p:nvSpPr>
        <p:spPr>
          <a:xfrm>
            <a:off x="12700" y="-381804"/>
            <a:ext cx="457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30.4 wks</a:t>
            </a:r>
          </a:p>
        </p:txBody>
      </p:sp>
      <p:sp>
        <p:nvSpPr>
          <p:cNvPr id="487" name="OTLSHAPE_SLT_154c9ec80d514ce0ac519c8a0c251577_TextPercentage" hidden="1">
            <a:extLst>
              <a:ext uri="{FF2B5EF4-FFF2-40B4-BE49-F238E27FC236}">
                <a16:creationId xmlns:a16="http://schemas.microsoft.com/office/drawing/2014/main" id="{4B976C48-DA88-8695-733A-D1A6FC45D9BE}"/>
              </a:ext>
            </a:extLst>
          </p:cNvPr>
          <p:cNvSpPr txBox="1"/>
          <p:nvPr>
            <p:custDataLst>
              <p:tags r:id="rId159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488" name="OTLSHAPE_SLT_154c9ec80d514ce0ac519c8a0c251577_StartDate" hidden="1">
            <a:extLst>
              <a:ext uri="{FF2B5EF4-FFF2-40B4-BE49-F238E27FC236}">
                <a16:creationId xmlns:a16="http://schemas.microsoft.com/office/drawing/2014/main" id="{1CC8BB65-DC21-E60A-3632-F678FCD0CD1D}"/>
              </a:ext>
            </a:extLst>
          </p:cNvPr>
          <p:cNvSpPr txBox="1"/>
          <p:nvPr>
            <p:custDataLst>
              <p:tags r:id="rId16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89" name="OTLSHAPE_SLT_154c9ec80d514ce0ac519c8a0c251577_EndDate" hidden="1">
            <a:extLst>
              <a:ext uri="{FF2B5EF4-FFF2-40B4-BE49-F238E27FC236}">
                <a16:creationId xmlns:a16="http://schemas.microsoft.com/office/drawing/2014/main" id="{C357A965-76FE-7D59-C651-3165E5FE0FC4}"/>
              </a:ext>
            </a:extLst>
          </p:cNvPr>
          <p:cNvSpPr txBox="1"/>
          <p:nvPr>
            <p:custDataLst>
              <p:tags r:id="rId16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90" name="OTLSHAPE_SLT_154c9ec80d514ce0ac519c8a0c251577_Title">
            <a:extLst>
              <a:ext uri="{FF2B5EF4-FFF2-40B4-BE49-F238E27FC236}">
                <a16:creationId xmlns:a16="http://schemas.microsoft.com/office/drawing/2014/main" id="{7F00EEA6-C98A-3E75-93E1-82448072FBFE}"/>
              </a:ext>
            </a:extLst>
          </p:cNvPr>
          <p:cNvSpPr txBox="1"/>
          <p:nvPr>
            <p:custDataLst>
              <p:tags r:id="rId162"/>
            </p:custDataLst>
          </p:nvPr>
        </p:nvSpPr>
        <p:spPr>
          <a:xfrm>
            <a:off x="11103694" y="5596745"/>
            <a:ext cx="9144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4">
                <a:solidFill>
                  <a:srgbClr val="FF1E99"/>
                </a:solidFill>
                <a:latin typeface="Calibri" panose="020F0502020204030204" pitchFamily="34" charset="0"/>
              </a:rPr>
              <a:t>System Acceptance</a:t>
            </a:r>
          </a:p>
        </p:txBody>
      </p:sp>
      <p:sp>
        <p:nvSpPr>
          <p:cNvPr id="493" name="OTLSHAPE_SLM_4e9a3727d0604e7e816f8174a5018ce4_Title">
            <a:extLst>
              <a:ext uri="{FF2B5EF4-FFF2-40B4-BE49-F238E27FC236}">
                <a16:creationId xmlns:a16="http://schemas.microsoft.com/office/drawing/2014/main" id="{E98B8608-D906-732E-D973-501472D06CCC}"/>
              </a:ext>
            </a:extLst>
          </p:cNvPr>
          <p:cNvSpPr txBox="1"/>
          <p:nvPr>
            <p:custDataLst>
              <p:tags r:id="rId163"/>
            </p:custDataLst>
          </p:nvPr>
        </p:nvSpPr>
        <p:spPr>
          <a:xfrm>
            <a:off x="10535820" y="5990191"/>
            <a:ext cx="10287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6">
                <a:solidFill>
                  <a:schemeClr val="dk1"/>
                </a:solidFill>
                <a:latin typeface="Calibri" panose="020F0502020204030204" pitchFamily="34" charset="0"/>
              </a:rPr>
              <a:t>Strat Of Subscriprsion</a:t>
            </a:r>
          </a:p>
        </p:txBody>
      </p:sp>
      <p:sp>
        <p:nvSpPr>
          <p:cNvPr id="494" name="OTLSHAPE_SLM_4e9a3727d0604e7e816f8174a5018ce4_Date" hidden="1">
            <a:extLst>
              <a:ext uri="{FF2B5EF4-FFF2-40B4-BE49-F238E27FC236}">
                <a16:creationId xmlns:a16="http://schemas.microsoft.com/office/drawing/2014/main" id="{FFF1321B-EF2B-FEF2-766D-7162B737B186}"/>
              </a:ext>
            </a:extLst>
          </p:cNvPr>
          <p:cNvSpPr txBox="1"/>
          <p:nvPr>
            <p:custDataLst>
              <p:tags r:id="rId164"/>
            </p:custDataLst>
          </p:nvPr>
        </p:nvSpPr>
        <p:spPr>
          <a:xfrm>
            <a:off x="12700" y="-54129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>
                <a:solidFill>
                  <a:srgbClr val="44546A"/>
                </a:solidFill>
                <a:latin typeface="Calibri" panose="020F0502020204030204" pitchFamily="34" charset="0"/>
              </a:rPr>
              <a:t>Apr 30</a:t>
            </a:r>
          </a:p>
        </p:txBody>
      </p:sp>
      <p:sp>
        <p:nvSpPr>
          <p:cNvPr id="498" name="OTLSHAPE_SLT_25fbb1fddd8a4f46a9d45332861d3822_Duration" hidden="1">
            <a:extLst>
              <a:ext uri="{FF2B5EF4-FFF2-40B4-BE49-F238E27FC236}">
                <a16:creationId xmlns:a16="http://schemas.microsoft.com/office/drawing/2014/main" id="{78157D04-C38F-F817-CF95-F8EF7168B5FF}"/>
              </a:ext>
            </a:extLst>
          </p:cNvPr>
          <p:cNvSpPr txBox="1"/>
          <p:nvPr>
            <p:custDataLst>
              <p:tags r:id="rId165"/>
            </p:custDataLst>
          </p:nvPr>
        </p:nvSpPr>
        <p:spPr>
          <a:xfrm>
            <a:off x="12700" y="-304859"/>
            <a:ext cx="457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30.4 wks</a:t>
            </a:r>
          </a:p>
        </p:txBody>
      </p:sp>
      <p:sp>
        <p:nvSpPr>
          <p:cNvPr id="499" name="OTLSHAPE_SLT_25fbb1fddd8a4f46a9d45332861d3822_TextPercentage" hidden="1">
            <a:extLst>
              <a:ext uri="{FF2B5EF4-FFF2-40B4-BE49-F238E27FC236}">
                <a16:creationId xmlns:a16="http://schemas.microsoft.com/office/drawing/2014/main" id="{E754D5E6-3684-DAB4-09BA-8AC82A87AFA9}"/>
              </a:ext>
            </a:extLst>
          </p:cNvPr>
          <p:cNvSpPr txBox="1"/>
          <p:nvPr>
            <p:custDataLst>
              <p:tags r:id="rId166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500" name="OTLSHAPE_SLT_25fbb1fddd8a4f46a9d45332861d3822_StartDate" hidden="1">
            <a:extLst>
              <a:ext uri="{FF2B5EF4-FFF2-40B4-BE49-F238E27FC236}">
                <a16:creationId xmlns:a16="http://schemas.microsoft.com/office/drawing/2014/main" id="{5D99364E-E234-8055-9F5A-9ECC16BD183C}"/>
              </a:ext>
            </a:extLst>
          </p:cNvPr>
          <p:cNvSpPr txBox="1"/>
          <p:nvPr>
            <p:custDataLst>
              <p:tags r:id="rId16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01" name="OTLSHAPE_SLT_25fbb1fddd8a4f46a9d45332861d3822_EndDate" hidden="1">
            <a:extLst>
              <a:ext uri="{FF2B5EF4-FFF2-40B4-BE49-F238E27FC236}">
                <a16:creationId xmlns:a16="http://schemas.microsoft.com/office/drawing/2014/main" id="{A4CDB598-8B52-5793-F70A-EC10FBEC966E}"/>
              </a:ext>
            </a:extLst>
          </p:cNvPr>
          <p:cNvSpPr txBox="1"/>
          <p:nvPr>
            <p:custDataLst>
              <p:tags r:id="rId16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02" name="OTLSHAPE_SLT_25fbb1fddd8a4f46a9d45332861d3822_Title">
            <a:extLst>
              <a:ext uri="{FF2B5EF4-FFF2-40B4-BE49-F238E27FC236}">
                <a16:creationId xmlns:a16="http://schemas.microsoft.com/office/drawing/2014/main" id="{53D9CD35-37B9-1148-3A18-BDFF0B37015A}"/>
              </a:ext>
            </a:extLst>
          </p:cNvPr>
          <p:cNvSpPr txBox="1"/>
          <p:nvPr>
            <p:custDataLst>
              <p:tags r:id="rId169"/>
            </p:custDataLst>
          </p:nvPr>
        </p:nvSpPr>
        <p:spPr>
          <a:xfrm>
            <a:off x="8294800" y="5787076"/>
            <a:ext cx="9779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Dual Delivery Period</a:t>
            </a:r>
          </a:p>
        </p:txBody>
      </p:sp>
      <p:sp>
        <p:nvSpPr>
          <p:cNvPr id="507" name="OTLSHAPE_SLT_b129fec362424c46a2196de32a8ae2ce_Duration">
            <a:extLst>
              <a:ext uri="{FF2B5EF4-FFF2-40B4-BE49-F238E27FC236}">
                <a16:creationId xmlns:a16="http://schemas.microsoft.com/office/drawing/2014/main" id="{B1A1E2E2-8E7E-A243-D9DF-A56D4159E37A}"/>
              </a:ext>
            </a:extLst>
          </p:cNvPr>
          <p:cNvSpPr txBox="1"/>
          <p:nvPr>
            <p:custDataLst>
              <p:tags r:id="rId170"/>
            </p:custDataLst>
          </p:nvPr>
        </p:nvSpPr>
        <p:spPr>
          <a:xfrm>
            <a:off x="9808886" y="4997390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6">
                <a:solidFill>
                  <a:srgbClr val="385723"/>
                </a:solidFill>
                <a:latin typeface="Calibri" panose="020F0502020204030204" pitchFamily="34" charset="0"/>
              </a:rPr>
              <a:t>8.4 wks</a:t>
            </a:r>
          </a:p>
        </p:txBody>
      </p:sp>
      <p:sp>
        <p:nvSpPr>
          <p:cNvPr id="508" name="OTLSHAPE_SLT_b129fec362424c46a2196de32a8ae2ce_TextPercentage" hidden="1">
            <a:extLst>
              <a:ext uri="{FF2B5EF4-FFF2-40B4-BE49-F238E27FC236}">
                <a16:creationId xmlns:a16="http://schemas.microsoft.com/office/drawing/2014/main" id="{F588660D-AF09-550A-9657-9EFE46C75B8D}"/>
              </a:ext>
            </a:extLst>
          </p:cNvPr>
          <p:cNvSpPr txBox="1"/>
          <p:nvPr>
            <p:custDataLst>
              <p:tags r:id="rId171"/>
            </p:custDataLst>
          </p:nvPr>
        </p:nvSpPr>
        <p:spPr>
          <a:xfrm>
            <a:off x="12700" y="-79633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 b="1">
              <a:solidFill>
                <a:srgbClr val="385723"/>
              </a:solidFill>
              <a:latin typeface="Calibri" panose="020F0502020204030204" pitchFamily="34" charset="0"/>
            </a:endParaRPr>
          </a:p>
        </p:txBody>
      </p:sp>
      <p:sp>
        <p:nvSpPr>
          <p:cNvPr id="509" name="OTLSHAPE_SLT_b129fec362424c46a2196de32a8ae2ce_StartDate" hidden="1">
            <a:extLst>
              <a:ext uri="{FF2B5EF4-FFF2-40B4-BE49-F238E27FC236}">
                <a16:creationId xmlns:a16="http://schemas.microsoft.com/office/drawing/2014/main" id="{D240FDA4-1905-4965-1394-109E65401967}"/>
              </a:ext>
            </a:extLst>
          </p:cNvPr>
          <p:cNvSpPr txBox="1"/>
          <p:nvPr>
            <p:custDataLst>
              <p:tags r:id="rId17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10" name="OTLSHAPE_SLT_b129fec362424c46a2196de32a8ae2ce_EndDate" hidden="1">
            <a:extLst>
              <a:ext uri="{FF2B5EF4-FFF2-40B4-BE49-F238E27FC236}">
                <a16:creationId xmlns:a16="http://schemas.microsoft.com/office/drawing/2014/main" id="{501620BE-52C2-6CB5-4E7B-D02ECF372424}"/>
              </a:ext>
            </a:extLst>
          </p:cNvPr>
          <p:cNvSpPr txBox="1"/>
          <p:nvPr>
            <p:custDataLst>
              <p:tags r:id="rId17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11" name="OTLSHAPE_SLT_b129fec362424c46a2196de32a8ae2ce_Title">
            <a:extLst>
              <a:ext uri="{FF2B5EF4-FFF2-40B4-BE49-F238E27FC236}">
                <a16:creationId xmlns:a16="http://schemas.microsoft.com/office/drawing/2014/main" id="{03FDB78F-7091-A1BF-37C3-955DE92190AD}"/>
              </a:ext>
            </a:extLst>
          </p:cNvPr>
          <p:cNvSpPr txBox="1"/>
          <p:nvPr>
            <p:custDataLst>
              <p:tags r:id="rId174"/>
            </p:custDataLst>
          </p:nvPr>
        </p:nvSpPr>
        <p:spPr>
          <a:xfrm>
            <a:off x="9808886" y="5355615"/>
            <a:ext cx="12827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5 FE Sites (small operators)</a:t>
            </a:r>
          </a:p>
        </p:txBody>
      </p:sp>
      <p:sp>
        <p:nvSpPr>
          <p:cNvPr id="523" name="OTLSHAPE_SLM_7be5667765e34eb4b386a61d45f7bf6d_Title">
            <a:extLst>
              <a:ext uri="{FF2B5EF4-FFF2-40B4-BE49-F238E27FC236}">
                <a16:creationId xmlns:a16="http://schemas.microsoft.com/office/drawing/2014/main" id="{742F6F96-0D3E-0BC9-CF65-329AE8A0F8E5}"/>
              </a:ext>
            </a:extLst>
          </p:cNvPr>
          <p:cNvSpPr txBox="1"/>
          <p:nvPr>
            <p:custDataLst>
              <p:tags r:id="rId175"/>
            </p:custDataLst>
          </p:nvPr>
        </p:nvSpPr>
        <p:spPr>
          <a:xfrm>
            <a:off x="11121418" y="6206091"/>
            <a:ext cx="444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Cut Over </a:t>
            </a:r>
          </a:p>
        </p:txBody>
      </p:sp>
      <p:sp>
        <p:nvSpPr>
          <p:cNvPr id="524" name="OTLSHAPE_SLM_7be5667765e34eb4b386a61d45f7bf6d_Date" hidden="1">
            <a:extLst>
              <a:ext uri="{FF2B5EF4-FFF2-40B4-BE49-F238E27FC236}">
                <a16:creationId xmlns:a16="http://schemas.microsoft.com/office/drawing/2014/main" id="{9D2ECA7F-E1A5-F2BF-D844-788141561345}"/>
              </a:ext>
            </a:extLst>
          </p:cNvPr>
          <p:cNvSpPr txBox="1"/>
          <p:nvPr>
            <p:custDataLst>
              <p:tags r:id="rId176"/>
            </p:custDataLst>
          </p:nvPr>
        </p:nvSpPr>
        <p:spPr>
          <a:xfrm>
            <a:off x="12700" y="-54129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>
                <a:solidFill>
                  <a:srgbClr val="44546A"/>
                </a:solidFill>
                <a:latin typeface="Calibri" panose="020F0502020204030204" pitchFamily="34" charset="0"/>
              </a:rPr>
              <a:t>Apr 30</a:t>
            </a:r>
          </a:p>
        </p:txBody>
      </p:sp>
      <p:sp>
        <p:nvSpPr>
          <p:cNvPr id="531" name="OTLSHAPE_SLT_71feb0897c2b47d28678366d0661913b_Duration" hidden="1">
            <a:extLst>
              <a:ext uri="{FF2B5EF4-FFF2-40B4-BE49-F238E27FC236}">
                <a16:creationId xmlns:a16="http://schemas.microsoft.com/office/drawing/2014/main" id="{E495AEAD-8C49-1156-32C2-4AA98EAFC94C}"/>
              </a:ext>
            </a:extLst>
          </p:cNvPr>
          <p:cNvSpPr txBox="1"/>
          <p:nvPr>
            <p:custDataLst>
              <p:tags r:id="rId177"/>
            </p:custDataLst>
          </p:nvPr>
        </p:nvSpPr>
        <p:spPr>
          <a:xfrm>
            <a:off x="12700" y="-381804"/>
            <a:ext cx="406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>
                <a:solidFill>
                  <a:srgbClr val="385723"/>
                </a:solidFill>
                <a:latin typeface="Calibri" panose="020F0502020204030204" pitchFamily="34" charset="0"/>
              </a:rPr>
              <a:t>8.5 wks</a:t>
            </a:r>
          </a:p>
        </p:txBody>
      </p:sp>
      <p:sp>
        <p:nvSpPr>
          <p:cNvPr id="586" name="OTLSHAPE_SLT_3ef8107866514941904e61ada6b41143_Duration" hidden="1">
            <a:extLst>
              <a:ext uri="{FF2B5EF4-FFF2-40B4-BE49-F238E27FC236}">
                <a16:creationId xmlns:a16="http://schemas.microsoft.com/office/drawing/2014/main" id="{0175A5CD-2500-6021-B7E8-373790CC1F4A}"/>
              </a:ext>
            </a:extLst>
          </p:cNvPr>
          <p:cNvSpPr txBox="1"/>
          <p:nvPr>
            <p:custDataLst>
              <p:tags r:id="rId178"/>
            </p:custDataLst>
          </p:nvPr>
        </p:nvSpPr>
        <p:spPr>
          <a:xfrm>
            <a:off x="12700" y="-381804"/>
            <a:ext cx="304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>
                <a:solidFill>
                  <a:srgbClr val="385723"/>
                </a:solidFill>
                <a:latin typeface="Calibri" panose="020F0502020204030204" pitchFamily="34" charset="0"/>
              </a:rPr>
              <a:t>4 wks</a:t>
            </a:r>
          </a:p>
        </p:txBody>
      </p:sp>
      <p:sp>
        <p:nvSpPr>
          <p:cNvPr id="587" name="OTLSHAPE_SLT_73609d6e8c64405eaf9a111900945daa_Duration" hidden="1">
            <a:extLst>
              <a:ext uri="{FF2B5EF4-FFF2-40B4-BE49-F238E27FC236}">
                <a16:creationId xmlns:a16="http://schemas.microsoft.com/office/drawing/2014/main" id="{0C6A7C73-BF22-9D09-0BA5-6D27AC3B7EA8}"/>
              </a:ext>
            </a:extLst>
          </p:cNvPr>
          <p:cNvSpPr txBox="1"/>
          <p:nvPr>
            <p:custDataLst>
              <p:tags r:id="rId179"/>
            </p:custDataLst>
          </p:nvPr>
        </p:nvSpPr>
        <p:spPr>
          <a:xfrm>
            <a:off x="12700" y="-381804"/>
            <a:ext cx="4699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>
                <a:solidFill>
                  <a:srgbClr val="385723"/>
                </a:solidFill>
                <a:latin typeface="Calibri" panose="020F0502020204030204" pitchFamily="34" charset="0"/>
              </a:rPr>
              <a:t>21.7 wks</a:t>
            </a:r>
          </a:p>
        </p:txBody>
      </p:sp>
      <p:sp>
        <p:nvSpPr>
          <p:cNvPr id="588" name="OTLSHAPE_SLT_154c9ec80d514ce0ac519c8a0c251577_JoinedDate" hidden="1">
            <a:extLst>
              <a:ext uri="{FF2B5EF4-FFF2-40B4-BE49-F238E27FC236}">
                <a16:creationId xmlns:a16="http://schemas.microsoft.com/office/drawing/2014/main" id="{920F51B0-9DCE-4C1D-8D49-20A5636D636F}"/>
              </a:ext>
            </a:extLst>
          </p:cNvPr>
          <p:cNvSpPr txBox="1"/>
          <p:nvPr>
            <p:custDataLst>
              <p:tags r:id="rId180"/>
            </p:custDataLst>
          </p:nvPr>
        </p:nvSpPr>
        <p:spPr>
          <a:xfrm>
            <a:off x="12700" y="-612636"/>
            <a:ext cx="762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Sep 1 - Mar 31</a:t>
            </a:r>
          </a:p>
        </p:txBody>
      </p:sp>
      <p:sp>
        <p:nvSpPr>
          <p:cNvPr id="589" name="OTLSHAPE_SLT_25fbb1fddd8a4f46a9d45332861d3822_JoinedDate" hidden="1">
            <a:extLst>
              <a:ext uri="{FF2B5EF4-FFF2-40B4-BE49-F238E27FC236}">
                <a16:creationId xmlns:a16="http://schemas.microsoft.com/office/drawing/2014/main" id="{DEE2227C-C4BE-5F9D-923E-D4E072CC299A}"/>
              </a:ext>
            </a:extLst>
          </p:cNvPr>
          <p:cNvSpPr txBox="1"/>
          <p:nvPr>
            <p:custDataLst>
              <p:tags r:id="rId181"/>
            </p:custDataLst>
          </p:nvPr>
        </p:nvSpPr>
        <p:spPr>
          <a:xfrm>
            <a:off x="12700" y="-689580"/>
            <a:ext cx="749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Sep 1 - Mar 31</a:t>
            </a:r>
          </a:p>
        </p:txBody>
      </p:sp>
      <p:sp>
        <p:nvSpPr>
          <p:cNvPr id="590" name="OTLSHAPE_SLT_b129fec362424c46a2196de32a8ae2ce_JoinedDate" hidden="1">
            <a:extLst>
              <a:ext uri="{FF2B5EF4-FFF2-40B4-BE49-F238E27FC236}">
                <a16:creationId xmlns:a16="http://schemas.microsoft.com/office/drawing/2014/main" id="{5AE044E2-47EC-4973-A78B-798203B0C9D8}"/>
              </a:ext>
            </a:extLst>
          </p:cNvPr>
          <p:cNvSpPr txBox="1"/>
          <p:nvPr>
            <p:custDataLst>
              <p:tags r:id="rId182"/>
            </p:custDataLst>
          </p:nvPr>
        </p:nvSpPr>
        <p:spPr>
          <a:xfrm>
            <a:off x="12700" y="-689580"/>
            <a:ext cx="749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Feb 1 - Mar 31</a:t>
            </a:r>
          </a:p>
        </p:txBody>
      </p:sp>
      <p:sp>
        <p:nvSpPr>
          <p:cNvPr id="14" name="OTLSHAPE_SLT_602a105a640d41c3ab2db0d2e2df6b37_Duration" hidden="1">
            <a:extLst>
              <a:ext uri="{FF2B5EF4-FFF2-40B4-BE49-F238E27FC236}">
                <a16:creationId xmlns:a16="http://schemas.microsoft.com/office/drawing/2014/main" id="{8D9FF71A-CEDD-7847-1CA6-86B5BEC68130}"/>
              </a:ext>
            </a:extLst>
          </p:cNvPr>
          <p:cNvSpPr txBox="1"/>
          <p:nvPr>
            <p:custDataLst>
              <p:tags r:id="rId183"/>
            </p:custDataLst>
          </p:nvPr>
        </p:nvSpPr>
        <p:spPr>
          <a:xfrm>
            <a:off x="12700" y="-458748"/>
            <a:ext cx="4953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56.5 days</a:t>
            </a:r>
          </a:p>
        </p:txBody>
      </p:sp>
      <p:sp>
        <p:nvSpPr>
          <p:cNvPr id="15" name="OTLSHAPE_SLT_602a105a640d41c3ab2db0d2e2df6b37_JoinedDate" hidden="1">
            <a:extLst>
              <a:ext uri="{FF2B5EF4-FFF2-40B4-BE49-F238E27FC236}">
                <a16:creationId xmlns:a16="http://schemas.microsoft.com/office/drawing/2014/main" id="{9FB2466A-8602-4226-1A52-4E63D00ECCA7}"/>
              </a:ext>
            </a:extLst>
          </p:cNvPr>
          <p:cNvSpPr txBox="1"/>
          <p:nvPr>
            <p:custDataLst>
              <p:tags r:id="rId184"/>
            </p:custDataLst>
          </p:nvPr>
        </p:nvSpPr>
        <p:spPr>
          <a:xfrm>
            <a:off x="12700" y="-689580"/>
            <a:ext cx="787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Feb 11 - Apr 30</a:t>
            </a:r>
          </a:p>
        </p:txBody>
      </p:sp>
      <p:sp>
        <p:nvSpPr>
          <p:cNvPr id="16" name="OTLSHAPE_SLT_602a105a640d41c3ab2db0d2e2df6b37_StartDate" hidden="1">
            <a:extLst>
              <a:ext uri="{FF2B5EF4-FFF2-40B4-BE49-F238E27FC236}">
                <a16:creationId xmlns:a16="http://schemas.microsoft.com/office/drawing/2014/main" id="{28CFDC57-47A2-C1ED-CFDD-A26B11706CE3}"/>
              </a:ext>
            </a:extLst>
          </p:cNvPr>
          <p:cNvSpPr txBox="1"/>
          <p:nvPr>
            <p:custDataLst>
              <p:tags r:id="rId18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OTLSHAPE_SLT_602a105a640d41c3ab2db0d2e2df6b37_EndDate" hidden="1">
            <a:extLst>
              <a:ext uri="{FF2B5EF4-FFF2-40B4-BE49-F238E27FC236}">
                <a16:creationId xmlns:a16="http://schemas.microsoft.com/office/drawing/2014/main" id="{63FB783F-116C-1EF0-65FC-0553425A0E17}"/>
              </a:ext>
            </a:extLst>
          </p:cNvPr>
          <p:cNvSpPr txBox="1"/>
          <p:nvPr>
            <p:custDataLst>
              <p:tags r:id="rId18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OTLSHAPE_SLT_602a105a640d41c3ab2db0d2e2df6b37_TextPercentage" hidden="1">
            <a:extLst>
              <a:ext uri="{FF2B5EF4-FFF2-40B4-BE49-F238E27FC236}">
                <a16:creationId xmlns:a16="http://schemas.microsoft.com/office/drawing/2014/main" id="{8EF6881C-179E-A9BA-7796-B7E8883238F0}"/>
              </a:ext>
            </a:extLst>
          </p:cNvPr>
          <p:cNvSpPr txBox="1"/>
          <p:nvPr>
            <p:custDataLst>
              <p:tags r:id="rId187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b="1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OTLSHAPE_SLT_602a105a640d41c3ab2db0d2e2df6b37_Title">
            <a:extLst>
              <a:ext uri="{FF2B5EF4-FFF2-40B4-BE49-F238E27FC236}">
                <a16:creationId xmlns:a16="http://schemas.microsoft.com/office/drawing/2014/main" id="{44915F51-147A-4F65-C7ED-82EB7CC73B39}"/>
              </a:ext>
            </a:extLst>
          </p:cNvPr>
          <p:cNvSpPr txBox="1"/>
          <p:nvPr>
            <p:custDataLst>
              <p:tags r:id="rId188"/>
            </p:custDataLst>
          </p:nvPr>
        </p:nvSpPr>
        <p:spPr>
          <a:xfrm>
            <a:off x="2350323" y="3005610"/>
            <a:ext cx="1333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CFE Procurement &amp; none-FE</a:t>
            </a:r>
            <a:endParaRPr lang="en-US" sz="900" b="1" spc="-2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OTLSHAPE_TB_00000000000000000000000000000000_MiddleTimescaleInterval1">
            <a:extLst>
              <a:ext uri="{FF2B5EF4-FFF2-40B4-BE49-F238E27FC236}">
                <a16:creationId xmlns:a16="http://schemas.microsoft.com/office/drawing/2014/main" id="{3598D614-BD2E-C58F-63CC-DC296050A43F}"/>
              </a:ext>
            </a:extLst>
          </p:cNvPr>
          <p:cNvSpPr txBox="1"/>
          <p:nvPr>
            <p:custDataLst>
              <p:tags r:id="rId189"/>
            </p:custDataLst>
          </p:nvPr>
        </p:nvSpPr>
        <p:spPr>
          <a:xfrm>
            <a:off x="1344676" y="1710654"/>
            <a:ext cx="22961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2">
                <a:solidFill>
                  <a:schemeClr val="lt1"/>
                </a:solidFill>
                <a:latin typeface="Calibri" panose="020F0502020204030204" pitchFamily="34" charset="0"/>
              </a:rPr>
              <a:t>Jan</a:t>
            </a:r>
          </a:p>
        </p:txBody>
      </p:sp>
      <p:sp>
        <p:nvSpPr>
          <p:cNvPr id="10" name="OTLSHAPE_SLM_dcdad448dce5491991f59ec09393e031_Date" hidden="1">
            <a:extLst>
              <a:ext uri="{FF2B5EF4-FFF2-40B4-BE49-F238E27FC236}">
                <a16:creationId xmlns:a16="http://schemas.microsoft.com/office/drawing/2014/main" id="{D23CA9BB-1FB3-2101-1AFC-6BB33B589C5C}"/>
              </a:ext>
            </a:extLst>
          </p:cNvPr>
          <p:cNvSpPr txBox="1"/>
          <p:nvPr>
            <p:custDataLst>
              <p:tags r:id="rId190"/>
            </p:custDataLst>
          </p:nvPr>
        </p:nvSpPr>
        <p:spPr>
          <a:xfrm>
            <a:off x="12700" y="-12579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>
                <a:solidFill>
                  <a:srgbClr val="44546A"/>
                </a:solidFill>
                <a:latin typeface="Calibri" panose="020F0502020204030204" pitchFamily="34" charset="0"/>
              </a:rPr>
              <a:t>Jan 7</a:t>
            </a:r>
          </a:p>
        </p:txBody>
      </p:sp>
      <p:sp>
        <p:nvSpPr>
          <p:cNvPr id="24" name="OTLSHAPE_SLM_dcdad448dce5491991f59ec09393e031_Title">
            <a:extLst>
              <a:ext uri="{FF2B5EF4-FFF2-40B4-BE49-F238E27FC236}">
                <a16:creationId xmlns:a16="http://schemas.microsoft.com/office/drawing/2014/main" id="{4B106DAB-15B7-0D13-2653-12F7440B8D19}"/>
              </a:ext>
            </a:extLst>
          </p:cNvPr>
          <p:cNvSpPr txBox="1"/>
          <p:nvPr>
            <p:custDataLst>
              <p:tags r:id="rId191"/>
            </p:custDataLst>
          </p:nvPr>
        </p:nvSpPr>
        <p:spPr>
          <a:xfrm>
            <a:off x="1609100" y="2078595"/>
            <a:ext cx="165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>
                <a:solidFill>
                  <a:schemeClr val="dk1"/>
                </a:solidFill>
                <a:latin typeface="Calibri" panose="020F0502020204030204" pitchFamily="34" charset="0"/>
              </a:rPr>
              <a:t>PO </a:t>
            </a:r>
          </a:p>
        </p:txBody>
      </p:sp>
      <p:sp>
        <p:nvSpPr>
          <p:cNvPr id="453" name="OTLSHAPE_TB_00000000000000000000000000000000_MiddleTimescaleInterval16">
            <a:extLst>
              <a:ext uri="{FF2B5EF4-FFF2-40B4-BE49-F238E27FC236}">
                <a16:creationId xmlns:a16="http://schemas.microsoft.com/office/drawing/2014/main" id="{56FED670-7D65-AB7C-0A54-43B70CA62F7F}"/>
              </a:ext>
            </a:extLst>
          </p:cNvPr>
          <p:cNvSpPr txBox="1"/>
          <p:nvPr>
            <p:custDataLst>
              <p:tags r:id="rId192"/>
            </p:custDataLst>
          </p:nvPr>
        </p:nvSpPr>
        <p:spPr>
          <a:xfrm>
            <a:off x="11103709" y="1710654"/>
            <a:ext cx="255904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</a:p>
        </p:txBody>
      </p:sp>
      <p:sp>
        <p:nvSpPr>
          <p:cNvPr id="458" name="OTLSHAPE_SLT_04ba4b80366a4ad9acd058ae51a09f96_Duration" hidden="1">
            <a:extLst>
              <a:ext uri="{FF2B5EF4-FFF2-40B4-BE49-F238E27FC236}">
                <a16:creationId xmlns:a16="http://schemas.microsoft.com/office/drawing/2014/main" id="{C734C504-28FD-B840-29E5-D01CF2782A5E}"/>
              </a:ext>
            </a:extLst>
          </p:cNvPr>
          <p:cNvSpPr txBox="1"/>
          <p:nvPr>
            <p:custDataLst>
              <p:tags r:id="rId193"/>
            </p:custDataLst>
          </p:nvPr>
        </p:nvSpPr>
        <p:spPr>
          <a:xfrm>
            <a:off x="12700" y="-387410"/>
            <a:ext cx="431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5.5 days</a:t>
            </a:r>
          </a:p>
        </p:txBody>
      </p:sp>
      <p:sp>
        <p:nvSpPr>
          <p:cNvPr id="459" name="OTLSHAPE_SLT_04ba4b80366a4ad9acd058ae51a09f96_JoinedDate" hidden="1">
            <a:extLst>
              <a:ext uri="{FF2B5EF4-FFF2-40B4-BE49-F238E27FC236}">
                <a16:creationId xmlns:a16="http://schemas.microsoft.com/office/drawing/2014/main" id="{A3B95568-14D3-D7CB-D77B-18C02F346756}"/>
              </a:ext>
            </a:extLst>
          </p:cNvPr>
          <p:cNvSpPr txBox="1"/>
          <p:nvPr>
            <p:custDataLst>
              <p:tags r:id="rId194"/>
            </p:custDataLst>
          </p:nvPr>
        </p:nvSpPr>
        <p:spPr>
          <a:xfrm>
            <a:off x="12700" y="-618242"/>
            <a:ext cx="762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Apr 30 - May 7</a:t>
            </a:r>
          </a:p>
        </p:txBody>
      </p:sp>
      <p:sp>
        <p:nvSpPr>
          <p:cNvPr id="460" name="OTLSHAPE_SLT_04ba4b80366a4ad9acd058ae51a09f96_StartDate" hidden="1">
            <a:extLst>
              <a:ext uri="{FF2B5EF4-FFF2-40B4-BE49-F238E27FC236}">
                <a16:creationId xmlns:a16="http://schemas.microsoft.com/office/drawing/2014/main" id="{9811FBFA-B244-CB8B-A38C-C156729DCC13}"/>
              </a:ext>
            </a:extLst>
          </p:cNvPr>
          <p:cNvSpPr txBox="1"/>
          <p:nvPr>
            <p:custDataLst>
              <p:tags r:id="rId19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61" name="OTLSHAPE_SLT_04ba4b80366a4ad9acd058ae51a09f96_EndDate" hidden="1">
            <a:extLst>
              <a:ext uri="{FF2B5EF4-FFF2-40B4-BE49-F238E27FC236}">
                <a16:creationId xmlns:a16="http://schemas.microsoft.com/office/drawing/2014/main" id="{5FFB258E-F3A2-AF3B-97C1-15E4D4BBE379}"/>
              </a:ext>
            </a:extLst>
          </p:cNvPr>
          <p:cNvSpPr txBox="1"/>
          <p:nvPr>
            <p:custDataLst>
              <p:tags r:id="rId19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65" name="OTLSHAPE_SLT_04ba4b80366a4ad9acd058ae51a09f96_Title">
            <a:extLst>
              <a:ext uri="{FF2B5EF4-FFF2-40B4-BE49-F238E27FC236}">
                <a16:creationId xmlns:a16="http://schemas.microsoft.com/office/drawing/2014/main" id="{A07952C5-E619-37E5-F27A-E068DF1435D8}"/>
              </a:ext>
            </a:extLst>
          </p:cNvPr>
          <p:cNvSpPr txBox="1"/>
          <p:nvPr>
            <p:custDataLst>
              <p:tags r:id="rId197"/>
            </p:custDataLst>
          </p:nvPr>
        </p:nvSpPr>
        <p:spPr>
          <a:xfrm>
            <a:off x="3297175" y="3214229"/>
            <a:ext cx="5080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Site ready </a:t>
            </a:r>
          </a:p>
        </p:txBody>
      </p:sp>
      <p:sp>
        <p:nvSpPr>
          <p:cNvPr id="466" name="OTLSHAPE_SLT_04ba4b80366a4ad9acd058ae51a09f96_TextPercentage" hidden="1">
            <a:extLst>
              <a:ext uri="{FF2B5EF4-FFF2-40B4-BE49-F238E27FC236}">
                <a16:creationId xmlns:a16="http://schemas.microsoft.com/office/drawing/2014/main" id="{4FBA7658-5070-5797-E55F-D2EC024A3E8E}"/>
              </a:ext>
            </a:extLst>
          </p:cNvPr>
          <p:cNvSpPr txBox="1"/>
          <p:nvPr>
            <p:custDataLst>
              <p:tags r:id="rId19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b="1">
              <a:solidFill>
                <a:srgbClr val="7F6000"/>
              </a:solidFill>
              <a:latin typeface="Calibri" panose="020F0502020204030204" pitchFamily="34" charset="0"/>
            </a:endParaRPr>
          </a:p>
        </p:txBody>
      </p:sp>
      <p:sp>
        <p:nvSpPr>
          <p:cNvPr id="83" name="OTLSHAPE_SLT_3de880a068c8477688aba1bad8676146_Duration" hidden="1">
            <a:extLst>
              <a:ext uri="{FF2B5EF4-FFF2-40B4-BE49-F238E27FC236}">
                <a16:creationId xmlns:a16="http://schemas.microsoft.com/office/drawing/2014/main" id="{D8751A68-F2C9-AA88-B564-9D2760A549FE}"/>
              </a:ext>
            </a:extLst>
          </p:cNvPr>
          <p:cNvSpPr txBox="1"/>
          <p:nvPr>
            <p:custDataLst>
              <p:tags r:id="rId199"/>
            </p:custDataLst>
          </p:nvPr>
        </p:nvSpPr>
        <p:spPr>
          <a:xfrm>
            <a:off x="12700" y="-387410"/>
            <a:ext cx="431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2.5 days</a:t>
            </a:r>
          </a:p>
        </p:txBody>
      </p:sp>
      <p:sp>
        <p:nvSpPr>
          <p:cNvPr id="84" name="OTLSHAPE_SLT_3de880a068c8477688aba1bad8676146_JoinedDate" hidden="1">
            <a:extLst>
              <a:ext uri="{FF2B5EF4-FFF2-40B4-BE49-F238E27FC236}">
                <a16:creationId xmlns:a16="http://schemas.microsoft.com/office/drawing/2014/main" id="{C56B475C-9F56-5572-7A9D-E137D3736895}"/>
              </a:ext>
            </a:extLst>
          </p:cNvPr>
          <p:cNvSpPr txBox="1"/>
          <p:nvPr>
            <p:custDataLst>
              <p:tags r:id="rId200"/>
            </p:custDataLst>
          </p:nvPr>
        </p:nvSpPr>
        <p:spPr>
          <a:xfrm>
            <a:off x="12700" y="-695186"/>
            <a:ext cx="787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Feb 15 - Feb 18</a:t>
            </a:r>
          </a:p>
        </p:txBody>
      </p:sp>
      <p:sp>
        <p:nvSpPr>
          <p:cNvPr id="85" name="OTLSHAPE_SLT_3de880a068c8477688aba1bad8676146_StartDate" hidden="1">
            <a:extLst>
              <a:ext uri="{FF2B5EF4-FFF2-40B4-BE49-F238E27FC236}">
                <a16:creationId xmlns:a16="http://schemas.microsoft.com/office/drawing/2014/main" id="{A723B6F7-8AC5-74C7-7B0D-7BA82DA2560D}"/>
              </a:ext>
            </a:extLst>
          </p:cNvPr>
          <p:cNvSpPr txBox="1"/>
          <p:nvPr>
            <p:custDataLst>
              <p:tags r:id="rId20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98" name="OTLSHAPE_SLT_3de880a068c8477688aba1bad8676146_EndDate" hidden="1">
            <a:extLst>
              <a:ext uri="{FF2B5EF4-FFF2-40B4-BE49-F238E27FC236}">
                <a16:creationId xmlns:a16="http://schemas.microsoft.com/office/drawing/2014/main" id="{C8CDF24C-A93F-7C47-F895-6AE8970F8E63}"/>
              </a:ext>
            </a:extLst>
          </p:cNvPr>
          <p:cNvSpPr txBox="1"/>
          <p:nvPr>
            <p:custDataLst>
              <p:tags r:id="rId20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99" name="OTLSHAPE_SLT_3de880a068c8477688aba1bad8676146_Title">
            <a:extLst>
              <a:ext uri="{FF2B5EF4-FFF2-40B4-BE49-F238E27FC236}">
                <a16:creationId xmlns:a16="http://schemas.microsoft.com/office/drawing/2014/main" id="{E5C5F7A8-2858-2F9D-EAE0-0A47DD79A46C}"/>
              </a:ext>
            </a:extLst>
          </p:cNvPr>
          <p:cNvSpPr txBox="1"/>
          <p:nvPr>
            <p:custDataLst>
              <p:tags r:id="rId203"/>
            </p:custDataLst>
          </p:nvPr>
        </p:nvSpPr>
        <p:spPr>
          <a:xfrm>
            <a:off x="1037611" y="2796991"/>
            <a:ext cx="1181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V22  EU Demo &amp; Taining </a:t>
            </a:r>
          </a:p>
        </p:txBody>
      </p:sp>
      <p:sp>
        <p:nvSpPr>
          <p:cNvPr id="100" name="OTLSHAPE_SLT_3de880a068c8477688aba1bad8676146_TextPercentage" hidden="1">
            <a:extLst>
              <a:ext uri="{FF2B5EF4-FFF2-40B4-BE49-F238E27FC236}">
                <a16:creationId xmlns:a16="http://schemas.microsoft.com/office/drawing/2014/main" id="{71703BB3-8F98-5009-20A3-52B22B19F31C}"/>
              </a:ext>
            </a:extLst>
          </p:cNvPr>
          <p:cNvSpPr txBox="1"/>
          <p:nvPr>
            <p:custDataLst>
              <p:tags r:id="rId20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b="1">
              <a:solidFill>
                <a:srgbClr val="7F6000"/>
              </a:solidFill>
              <a:latin typeface="Calibri" panose="020F0502020204030204" pitchFamily="34" charset="0"/>
            </a:endParaRPr>
          </a:p>
        </p:txBody>
      </p:sp>
      <p:cxnSp>
        <p:nvCxnSpPr>
          <p:cNvPr id="269" name="OTLSHAPE_TB_00000000000000000000000000000000_MiddleSeparator1">
            <a:extLst>
              <a:ext uri="{FF2B5EF4-FFF2-40B4-BE49-F238E27FC236}">
                <a16:creationId xmlns:a16="http://schemas.microsoft.com/office/drawing/2014/main" id="{40BB155C-6E6A-B00B-906C-E5B4BFB10682}"/>
              </a:ext>
            </a:extLst>
          </p:cNvPr>
          <p:cNvCxnSpPr/>
          <p:nvPr>
            <p:custDataLst>
              <p:tags r:id="rId205"/>
            </p:custDataLst>
          </p:nvPr>
        </p:nvCxnSpPr>
        <p:spPr>
          <a:xfrm>
            <a:off x="1958777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OTLSHAPE_TB_00000000000000000000000000000000_MiddleSeparator2">
            <a:extLst>
              <a:ext uri="{FF2B5EF4-FFF2-40B4-BE49-F238E27FC236}">
                <a16:creationId xmlns:a16="http://schemas.microsoft.com/office/drawing/2014/main" id="{D5F3137E-9A29-D4C8-353B-E16FA8E4C15E}"/>
              </a:ext>
            </a:extLst>
          </p:cNvPr>
          <p:cNvCxnSpPr/>
          <p:nvPr>
            <p:custDataLst>
              <p:tags r:id="rId206"/>
            </p:custDataLst>
          </p:nvPr>
        </p:nvCxnSpPr>
        <p:spPr>
          <a:xfrm>
            <a:off x="2559333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OTLSHAPE_TB_00000000000000000000000000000000_MiddleSeparator3">
            <a:extLst>
              <a:ext uri="{FF2B5EF4-FFF2-40B4-BE49-F238E27FC236}">
                <a16:creationId xmlns:a16="http://schemas.microsoft.com/office/drawing/2014/main" id="{8CCE8534-774F-FCF7-89E0-51469C215BFC}"/>
              </a:ext>
            </a:extLst>
          </p:cNvPr>
          <p:cNvCxnSpPr/>
          <p:nvPr>
            <p:custDataLst>
              <p:tags r:id="rId207"/>
            </p:custDataLst>
          </p:nvPr>
        </p:nvCxnSpPr>
        <p:spPr>
          <a:xfrm>
            <a:off x="3224234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OTLSHAPE_TB_00000000000000000000000000000000_MiddleSeparator4">
            <a:extLst>
              <a:ext uri="{FF2B5EF4-FFF2-40B4-BE49-F238E27FC236}">
                <a16:creationId xmlns:a16="http://schemas.microsoft.com/office/drawing/2014/main" id="{B12C73C0-1D24-CA03-5B5C-CC50585444AB}"/>
              </a:ext>
            </a:extLst>
          </p:cNvPr>
          <p:cNvCxnSpPr/>
          <p:nvPr>
            <p:custDataLst>
              <p:tags r:id="rId208"/>
            </p:custDataLst>
          </p:nvPr>
        </p:nvCxnSpPr>
        <p:spPr>
          <a:xfrm>
            <a:off x="3867687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OTLSHAPE_TB_00000000000000000000000000000000_MiddleSeparator5">
            <a:extLst>
              <a:ext uri="{FF2B5EF4-FFF2-40B4-BE49-F238E27FC236}">
                <a16:creationId xmlns:a16="http://schemas.microsoft.com/office/drawing/2014/main" id="{116A6577-AB69-343D-8C40-2D28D9667DEF}"/>
              </a:ext>
            </a:extLst>
          </p:cNvPr>
          <p:cNvCxnSpPr/>
          <p:nvPr>
            <p:custDataLst>
              <p:tags r:id="rId209"/>
            </p:custDataLst>
          </p:nvPr>
        </p:nvCxnSpPr>
        <p:spPr>
          <a:xfrm>
            <a:off x="4532588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OTLSHAPE_TB_00000000000000000000000000000000_MiddleSeparator6">
            <a:extLst>
              <a:ext uri="{FF2B5EF4-FFF2-40B4-BE49-F238E27FC236}">
                <a16:creationId xmlns:a16="http://schemas.microsoft.com/office/drawing/2014/main" id="{FE9BC419-8684-2CBA-D09E-3792D62B59AA}"/>
              </a:ext>
            </a:extLst>
          </p:cNvPr>
          <p:cNvCxnSpPr/>
          <p:nvPr>
            <p:custDataLst>
              <p:tags r:id="rId210"/>
            </p:custDataLst>
          </p:nvPr>
        </p:nvCxnSpPr>
        <p:spPr>
          <a:xfrm>
            <a:off x="5176041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OTLSHAPE_TB_00000000000000000000000000000000_MiddleSeparator7">
            <a:extLst>
              <a:ext uri="{FF2B5EF4-FFF2-40B4-BE49-F238E27FC236}">
                <a16:creationId xmlns:a16="http://schemas.microsoft.com/office/drawing/2014/main" id="{6FB8EAAD-83D0-5185-FD5B-49F83ED54E0B}"/>
              </a:ext>
            </a:extLst>
          </p:cNvPr>
          <p:cNvCxnSpPr/>
          <p:nvPr>
            <p:custDataLst>
              <p:tags r:id="rId211"/>
            </p:custDataLst>
          </p:nvPr>
        </p:nvCxnSpPr>
        <p:spPr>
          <a:xfrm>
            <a:off x="5840942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OTLSHAPE_TB_00000000000000000000000000000000_MiddleSeparator8">
            <a:extLst>
              <a:ext uri="{FF2B5EF4-FFF2-40B4-BE49-F238E27FC236}">
                <a16:creationId xmlns:a16="http://schemas.microsoft.com/office/drawing/2014/main" id="{3C99A1C0-3DE1-3668-52B2-8DF0A6D3D0D7}"/>
              </a:ext>
            </a:extLst>
          </p:cNvPr>
          <p:cNvCxnSpPr/>
          <p:nvPr>
            <p:custDataLst>
              <p:tags r:id="rId212"/>
            </p:custDataLst>
          </p:nvPr>
        </p:nvCxnSpPr>
        <p:spPr>
          <a:xfrm>
            <a:off x="6505842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OTLSHAPE_TB_00000000000000000000000000000000_MiddleSeparator9">
            <a:extLst>
              <a:ext uri="{FF2B5EF4-FFF2-40B4-BE49-F238E27FC236}">
                <a16:creationId xmlns:a16="http://schemas.microsoft.com/office/drawing/2014/main" id="{2B776A2A-259A-260F-8689-76393DB771B3}"/>
              </a:ext>
            </a:extLst>
          </p:cNvPr>
          <p:cNvCxnSpPr/>
          <p:nvPr>
            <p:custDataLst>
              <p:tags r:id="rId213"/>
            </p:custDataLst>
          </p:nvPr>
        </p:nvCxnSpPr>
        <p:spPr>
          <a:xfrm>
            <a:off x="7149295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OTLSHAPE_TB_00000000000000000000000000000000_MiddleSeparator10">
            <a:extLst>
              <a:ext uri="{FF2B5EF4-FFF2-40B4-BE49-F238E27FC236}">
                <a16:creationId xmlns:a16="http://schemas.microsoft.com/office/drawing/2014/main" id="{71D10D79-9680-30A3-C095-D06FE7C39473}"/>
              </a:ext>
            </a:extLst>
          </p:cNvPr>
          <p:cNvCxnSpPr/>
          <p:nvPr>
            <p:custDataLst>
              <p:tags r:id="rId214"/>
            </p:custDataLst>
          </p:nvPr>
        </p:nvCxnSpPr>
        <p:spPr>
          <a:xfrm>
            <a:off x="7814197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OTLSHAPE_TB_00000000000000000000000000000000_MiddleSeparator11">
            <a:extLst>
              <a:ext uri="{FF2B5EF4-FFF2-40B4-BE49-F238E27FC236}">
                <a16:creationId xmlns:a16="http://schemas.microsoft.com/office/drawing/2014/main" id="{69A4A2B1-C95F-1F48-200B-E4D327403DB0}"/>
              </a:ext>
            </a:extLst>
          </p:cNvPr>
          <p:cNvCxnSpPr/>
          <p:nvPr>
            <p:custDataLst>
              <p:tags r:id="rId215"/>
            </p:custDataLst>
          </p:nvPr>
        </p:nvCxnSpPr>
        <p:spPr>
          <a:xfrm>
            <a:off x="8457650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OTLSHAPE_TB_00000000000000000000000000000000_Separator1">
            <a:extLst>
              <a:ext uri="{FF2B5EF4-FFF2-40B4-BE49-F238E27FC236}">
                <a16:creationId xmlns:a16="http://schemas.microsoft.com/office/drawing/2014/main" id="{C81EADDA-FBEC-7E2A-D7E6-422D3287F94A}"/>
              </a:ext>
            </a:extLst>
          </p:cNvPr>
          <p:cNvCxnSpPr/>
          <p:nvPr>
            <p:custDataLst>
              <p:tags r:id="rId216"/>
            </p:custDataLst>
          </p:nvPr>
        </p:nvCxnSpPr>
        <p:spPr>
          <a:xfrm>
            <a:off x="9122550" y="1554000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OTLSHAPE_TB_00000000000000000000000000000000_MiddleSeparator12">
            <a:extLst>
              <a:ext uri="{FF2B5EF4-FFF2-40B4-BE49-F238E27FC236}">
                <a16:creationId xmlns:a16="http://schemas.microsoft.com/office/drawing/2014/main" id="{796E10EE-CC78-2292-AB8D-489EE41DCB78}"/>
              </a:ext>
            </a:extLst>
          </p:cNvPr>
          <p:cNvCxnSpPr/>
          <p:nvPr>
            <p:custDataLst>
              <p:tags r:id="rId217"/>
            </p:custDataLst>
          </p:nvPr>
        </p:nvCxnSpPr>
        <p:spPr>
          <a:xfrm>
            <a:off x="9122550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OTLSHAPE_TB_00000000000000000000000000000000_MiddleSeparator13">
            <a:extLst>
              <a:ext uri="{FF2B5EF4-FFF2-40B4-BE49-F238E27FC236}">
                <a16:creationId xmlns:a16="http://schemas.microsoft.com/office/drawing/2014/main" id="{3079B381-C038-E8C2-8B20-78D141A15E9A}"/>
              </a:ext>
            </a:extLst>
          </p:cNvPr>
          <p:cNvCxnSpPr/>
          <p:nvPr>
            <p:custDataLst>
              <p:tags r:id="rId218"/>
            </p:custDataLst>
          </p:nvPr>
        </p:nvCxnSpPr>
        <p:spPr>
          <a:xfrm>
            <a:off x="9787451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OTLSHAPE_TB_00000000000000000000000000000000_MiddleSeparator14">
            <a:extLst>
              <a:ext uri="{FF2B5EF4-FFF2-40B4-BE49-F238E27FC236}">
                <a16:creationId xmlns:a16="http://schemas.microsoft.com/office/drawing/2014/main" id="{D4AB2C6F-D6B2-94B9-A188-4DFC539D3628}"/>
              </a:ext>
            </a:extLst>
          </p:cNvPr>
          <p:cNvCxnSpPr/>
          <p:nvPr>
            <p:custDataLst>
              <p:tags r:id="rId219"/>
            </p:custDataLst>
          </p:nvPr>
        </p:nvCxnSpPr>
        <p:spPr>
          <a:xfrm>
            <a:off x="10388008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OTLSHAPE_TB_00000000000000000000000000000000_MiddleSeparator15">
            <a:extLst>
              <a:ext uri="{FF2B5EF4-FFF2-40B4-BE49-F238E27FC236}">
                <a16:creationId xmlns:a16="http://schemas.microsoft.com/office/drawing/2014/main" id="{F01F5B05-BB4A-5CD3-FA39-81F5182CE93E}"/>
              </a:ext>
            </a:extLst>
          </p:cNvPr>
          <p:cNvCxnSpPr/>
          <p:nvPr>
            <p:custDataLst>
              <p:tags r:id="rId220"/>
            </p:custDataLst>
          </p:nvPr>
        </p:nvCxnSpPr>
        <p:spPr>
          <a:xfrm>
            <a:off x="11052908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614126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26351-D785-97F0-2186-24F3A0135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16FEE5-F4F3-FEA3-71BD-349C607EC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49" y="4589894"/>
            <a:ext cx="7905199" cy="1077627"/>
          </a:xfrm>
        </p:spPr>
        <p:txBody>
          <a:bodyPr/>
          <a:lstStyle/>
          <a:p>
            <a:r>
              <a:rPr lang="en-DE" dirty="0"/>
              <a:t>Program Management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42DDCD-DD71-D9F9-D63B-DC2EFC63E12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6500" y="6253163"/>
            <a:ext cx="8255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A2350A-29EC-E546-BCCA-FF7831B45487}" type="slidenum"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48206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 Routines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C1CB315-D128-EB10-BD8F-DF2392C349D1}"/>
              </a:ext>
            </a:extLst>
          </p:cNvPr>
          <p:cNvSpPr txBox="1">
            <a:spLocks/>
          </p:cNvSpPr>
          <p:nvPr/>
        </p:nvSpPr>
        <p:spPr>
          <a:xfrm>
            <a:off x="624840" y="1605642"/>
            <a:ext cx="11247120" cy="48414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Century Gothic" panose="020B0502020202020204" pitchFamily="34" charset="0"/>
              <a:buChar char="+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Century Gothic" panose="020B0502020202020204" pitchFamily="34" charset="0"/>
              <a:buChar char="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Century Gothic" panose="020B050202020202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Century Gothic" panose="020B050202020202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Century Gothic" panose="020B050202020202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  <a:spcAft>
                <a:spcPts val="60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</a:pPr>
            <a:r>
              <a:rPr lang="en-US" sz="2400" dirty="0">
                <a:latin typeface="Aptos"/>
              </a:rPr>
              <a:t>Internal</a:t>
            </a:r>
          </a:p>
          <a:p>
            <a:pPr marL="889200" lvl="2" indent="-180000">
              <a:spcAft>
                <a:spcPts val="60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</a:pPr>
            <a:r>
              <a:rPr lang="en-US" sz="1800" dirty="0">
                <a:latin typeface="Aptos"/>
              </a:rPr>
              <a:t>Daily FIR</a:t>
            </a:r>
          </a:p>
          <a:p>
            <a:pPr marL="889200" lvl="2" indent="-180000">
              <a:spcAft>
                <a:spcPts val="60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</a:pPr>
            <a:r>
              <a:rPr lang="en-US" sz="1800" dirty="0">
                <a:latin typeface="Aptos"/>
              </a:rPr>
              <a:t>Weekly Core team </a:t>
            </a:r>
          </a:p>
          <a:p>
            <a:pPr marL="889200" lvl="2" indent="-180000">
              <a:spcAft>
                <a:spcPts val="60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</a:pPr>
            <a:r>
              <a:rPr lang="en-US" sz="1800" dirty="0">
                <a:latin typeface="Aptos"/>
              </a:rPr>
              <a:t>Monthly Management status </a:t>
            </a:r>
          </a:p>
          <a:p>
            <a:pPr marL="889200" lvl="2" indent="-180000">
              <a:spcAft>
                <a:spcPts val="60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</a:pPr>
            <a:r>
              <a:rPr lang="en-US" sz="1800" dirty="0">
                <a:latin typeface="Aptos"/>
              </a:rPr>
              <a:t>Monthly Email progress report </a:t>
            </a:r>
          </a:p>
          <a:p>
            <a:endParaRPr lang="en-US" sz="2400" dirty="0"/>
          </a:p>
          <a:p>
            <a:pPr>
              <a:spcBef>
                <a:spcPts val="500"/>
              </a:spcBef>
              <a:spcAft>
                <a:spcPts val="60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</a:pPr>
            <a:r>
              <a:rPr lang="en-US" sz="2400" dirty="0">
                <a:latin typeface="Aptos"/>
              </a:rPr>
              <a:t>External</a:t>
            </a:r>
          </a:p>
          <a:p>
            <a:pPr marL="889200" lvl="2" indent="-180000">
              <a:spcAft>
                <a:spcPts val="60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</a:pPr>
            <a:r>
              <a:rPr lang="en-US" sz="1800" dirty="0">
                <a:latin typeface="Aptos"/>
              </a:rPr>
              <a:t>Scoping </a:t>
            </a:r>
          </a:p>
          <a:p>
            <a:pPr marL="889200" lvl="2" indent="-180000">
              <a:spcAft>
                <a:spcPts val="60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</a:pPr>
            <a:r>
              <a:rPr lang="en-US" sz="1800" dirty="0">
                <a:latin typeface="Aptos"/>
              </a:rPr>
              <a:t>Weekly project meeting</a:t>
            </a:r>
          </a:p>
          <a:p>
            <a:pPr marL="889200" lvl="2" indent="-180000">
              <a:spcAft>
                <a:spcPts val="60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</a:pPr>
            <a:r>
              <a:rPr lang="en-US" sz="1800" dirty="0">
                <a:latin typeface="Aptos"/>
              </a:rPr>
              <a:t>Quarterly Management Meeting</a:t>
            </a:r>
          </a:p>
          <a:p>
            <a:pPr marL="889200" lvl="2" indent="-180000">
              <a:spcAft>
                <a:spcPts val="60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</a:pPr>
            <a:r>
              <a:rPr lang="en-US" sz="1800" dirty="0">
                <a:latin typeface="Aptos"/>
              </a:rPr>
              <a:t>Ad-Hoc meetings </a:t>
            </a:r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257715-7AE4-0C63-219F-442013FB0F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556" b="76508" l="29000" r="70556">
                        <a14:foregroundMark x1="36333" y1="31270" x2="36333" y2="31270"/>
                        <a14:foregroundMark x1="31222" y1="44921" x2="31222" y2="44921"/>
                        <a14:foregroundMark x1="29444" y1="53333" x2="29444" y2="53333"/>
                        <a14:foregroundMark x1="60222" y1="34603" x2="60222" y2="34603"/>
                        <a14:foregroundMark x1="59556" y1="32698" x2="59556" y2="32698"/>
                        <a14:foregroundMark x1="59556" y1="29841" x2="59556" y2="29841"/>
                        <a14:foregroundMark x1="59222" y1="28254" x2="59222" y2="28254"/>
                        <a14:foregroundMark x1="60222" y1="25556" x2="60222" y2="25556"/>
                        <a14:foregroundMark x1="54889" y1="63810" x2="54889" y2="63810"/>
                        <a14:foregroundMark x1="55111" y1="63333" x2="55111" y2="63333"/>
                        <a14:foregroundMark x1="59333" y1="76508" x2="59333" y2="76508"/>
                        <a14:foregroundMark x1="70556" y1="64127" x2="70556" y2="64127"/>
                        <a14:foregroundMark x1="52000" y1="51111" x2="52000" y2="51111"/>
                        <a14:foregroundMark x1="55333" y1="46825" x2="55333" y2="46825"/>
                        <a14:foregroundMark x1="60333" y1="53333" x2="60333" y2="53333"/>
                        <a14:foregroundMark x1="67333" y1="43968" x2="67333" y2="43968"/>
                        <a14:foregroundMark x1="58778" y1="37460" x2="58778" y2="37460"/>
                        <a14:foregroundMark x1="54778" y1="37619" x2="54778" y2="37619"/>
                        <a14:foregroundMark x1="55000" y1="35556" x2="55000" y2="35556"/>
                        <a14:foregroundMark x1="55222" y1="32857" x2="55222" y2="32857"/>
                        <a14:foregroundMark x1="55222" y1="30794" x2="55222" y2="30794"/>
                        <a14:foregroundMark x1="55000" y1="28413" x2="55000" y2="28413"/>
                        <a14:foregroundMark x1="55000" y1="25714" x2="55000" y2="25714"/>
                        <a14:foregroundMark x1="55000" y1="30317" x2="55000" y2="30317"/>
                      </a14:backgroundRemoval>
                    </a14:imgEffect>
                  </a14:imgLayer>
                </a14:imgProps>
              </a:ext>
            </a:extLst>
          </a:blip>
          <a:srcRect l="27016" t="23153" r="27778" b="21700"/>
          <a:stretch/>
        </p:blipFill>
        <p:spPr>
          <a:xfrm>
            <a:off x="9034417" y="3670752"/>
            <a:ext cx="2939143" cy="250983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8280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21D33-CD30-38B9-9F2E-88DEB67E7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A26C39-BDFA-44C8-96EE-9A859F7F8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885" y="2953599"/>
            <a:ext cx="7905199" cy="1077627"/>
          </a:xfrm>
        </p:spPr>
        <p:txBody>
          <a:bodyPr/>
          <a:lstStyle/>
          <a:p>
            <a:r>
              <a:rPr lang="en-US" dirty="0"/>
              <a:t>Labs</a:t>
            </a:r>
            <a:endParaRPr lang="en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688993-EAA2-ED5B-AB51-B07B8BB4D01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6500" y="6253163"/>
            <a:ext cx="8255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A2350A-29EC-E546-BCCA-FF7831B45487}" type="slidenum"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0825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89A987F-BF21-36EC-B23A-6F61BAD99DDF}"/>
              </a:ext>
            </a:extLst>
          </p:cNvPr>
          <p:cNvSpPr txBox="1">
            <a:spLocks/>
          </p:cNvSpPr>
          <p:nvPr/>
        </p:nvSpPr>
        <p:spPr>
          <a:xfrm>
            <a:off x="12389137" y="2331720"/>
            <a:ext cx="11247120" cy="10972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DDB4B4A-CC49-BD18-143E-50489FF94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cs typeface="Arial"/>
              </a:rPr>
              <a:t>In Cognyte</a:t>
            </a:r>
          </a:p>
          <a:p>
            <a:r>
              <a:rPr lang="en-US" sz="2400" dirty="0">
                <a:ea typeface="+mn-lt"/>
                <a:cs typeface="+mn-lt"/>
              </a:rPr>
              <a:t>Lab#1 – Service lab with V19 (same version as on site) </a:t>
            </a:r>
          </a:p>
          <a:p>
            <a:r>
              <a:rPr lang="en-US" sz="2400" dirty="0">
                <a:ea typeface="+mn-lt"/>
                <a:cs typeface="+mn-lt"/>
              </a:rPr>
              <a:t>Lab#2 – Fresh installation of V22 </a:t>
            </a:r>
          </a:p>
          <a:p>
            <a:r>
              <a:rPr lang="en-US" sz="2400" dirty="0">
                <a:ea typeface="+mn-lt"/>
                <a:cs typeface="+mn-lt"/>
              </a:rPr>
              <a:t>FE with dual delivery to both labs </a:t>
            </a:r>
            <a:endParaRPr lang="en-US" dirty="0">
              <a:cs typeface="Arial"/>
            </a:endParaRPr>
          </a:p>
          <a:p>
            <a:pPr marL="228600" lvl="1" indent="-228600"/>
            <a:r>
              <a:rPr lang="en-US" sz="2400" dirty="0">
                <a:latin typeface="Aptos" panose="020B0004020202020204" pitchFamily="34" charset="0"/>
                <a:ea typeface="+mn-lt"/>
                <a:cs typeface="+mn-lt"/>
              </a:rPr>
              <a:t>Both labs will need </a:t>
            </a:r>
          </a:p>
          <a:p>
            <a:pPr lvl="2">
              <a:spcAft>
                <a:spcPts val="600"/>
              </a:spcAft>
            </a:pPr>
            <a:r>
              <a:rPr lang="en-US" sz="2200" dirty="0">
                <a:latin typeface="Aptos"/>
              </a:rPr>
              <a:t>Mobile Arts GMLC &amp; simulators for QA </a:t>
            </a:r>
          </a:p>
          <a:p>
            <a:pPr lvl="2">
              <a:spcAft>
                <a:spcPts val="600"/>
              </a:spcAft>
            </a:pPr>
            <a:r>
              <a:rPr lang="en-US" sz="2200" dirty="0">
                <a:latin typeface="Aptos"/>
              </a:rPr>
              <a:t>NG probe  and ODIN/GL simulator for QA</a:t>
            </a:r>
          </a:p>
          <a:p>
            <a:pPr lvl="2">
              <a:spcAft>
                <a:spcPts val="600"/>
              </a:spcAft>
            </a:pPr>
            <a:r>
              <a:rPr lang="en-US" sz="2200" dirty="0">
                <a:latin typeface="Aptos"/>
              </a:rPr>
              <a:t>Grafana enterprise license (MND)</a:t>
            </a:r>
          </a:p>
          <a:p>
            <a:pPr marL="1420200" lvl="3" indent="0">
              <a:buNone/>
            </a:pPr>
            <a:endParaRPr lang="en-US" sz="2800" dirty="0">
              <a:ea typeface="+mn-lt"/>
              <a:cs typeface="+mn-lt"/>
            </a:endParaRPr>
          </a:p>
          <a:p>
            <a:pPr marL="252000" lvl="1" indent="0">
              <a:lnSpc>
                <a:spcPct val="150000"/>
              </a:lnSpc>
              <a:buNone/>
            </a:pPr>
            <a:endParaRPr lang="en-US" sz="1400" dirty="0"/>
          </a:p>
          <a:p>
            <a:pPr lvl="1">
              <a:lnSpc>
                <a:spcPct val="150000"/>
              </a:lnSpc>
            </a:pPr>
            <a:endParaRPr lang="en-US" sz="1400" dirty="0"/>
          </a:p>
          <a:p>
            <a:pPr marL="0" indent="0">
              <a:buNone/>
            </a:pPr>
            <a:endParaRPr lang="en-US" sz="2200" dirty="0">
              <a:latin typeface="Aptos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ED8609D9-43B6-98A9-E632-EBDFBF1B4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923" y="1"/>
            <a:ext cx="10780608" cy="980651"/>
          </a:xfrm>
        </p:spPr>
        <p:txBody>
          <a:bodyPr/>
          <a:lstStyle/>
          <a:p>
            <a:r>
              <a:rPr lang="en-US" dirty="0"/>
              <a:t>Labs</a:t>
            </a:r>
          </a:p>
        </p:txBody>
      </p:sp>
    </p:spTree>
    <p:extLst>
      <p:ext uri="{BB962C8B-B14F-4D97-AF65-F5344CB8AC3E}">
        <p14:creationId xmlns:p14="http://schemas.microsoft.com/office/powerpoint/2010/main" val="1948086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16BB2B-10C6-F11D-01F8-229F27C59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61A2F6-21AA-1793-9620-1F752902F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885" y="2953599"/>
            <a:ext cx="7905199" cy="1077627"/>
          </a:xfrm>
        </p:spPr>
        <p:txBody>
          <a:bodyPr/>
          <a:lstStyle/>
          <a:p>
            <a:r>
              <a:rPr lang="en-US" dirty="0"/>
              <a:t> Training </a:t>
            </a:r>
            <a:endParaRPr lang="en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BBC6B8-D3FC-3F2F-00A9-7DAAE621EB4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6500" y="6253163"/>
            <a:ext cx="8255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A2350A-29EC-E546-BCCA-FF7831B45487}" type="slidenum"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0579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C102-43A2-20D9-C496-09F040FFB4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Training for V22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AF47A-3998-3368-82F4-10A323A68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Early  training V22  (scheduled week of Feb 8</a:t>
            </a:r>
            <a:r>
              <a:rPr lang="en-US" sz="2400" baseline="30000" dirty="0"/>
              <a:t>th</a:t>
            </a:r>
            <a:r>
              <a:rPr lang="en-US" sz="2400" dirty="0"/>
              <a:t> in Romania) </a:t>
            </a:r>
          </a:p>
          <a:p>
            <a:r>
              <a:rPr lang="en-US" sz="2400" dirty="0"/>
              <a:t> 3  x  V22 hands-on training session for organization #1  (NIA) </a:t>
            </a:r>
          </a:p>
          <a:p>
            <a:r>
              <a:rPr lang="en-US" sz="2400" dirty="0"/>
              <a:t> 3  x  V22 hands-on training session for organization #2  (BDF)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682077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F2953-2910-A970-5129-94BB4E6E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5A64E4-9C2C-5C66-022F-96ECFA138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885" y="2953599"/>
            <a:ext cx="7905199" cy="1077627"/>
          </a:xfrm>
        </p:spPr>
        <p:txBody>
          <a:bodyPr/>
          <a:lstStyle/>
          <a:p>
            <a:r>
              <a:rPr lang="en-US" dirty="0"/>
              <a:t> Risks 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03A9D8-103D-EFB3-6235-A967A7AC208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6500" y="6253163"/>
            <a:ext cx="8255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A2350A-29EC-E546-BCCA-FF7831B45487}" type="slidenum"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80514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6232B-7C1A-DB8D-8C58-4BABB196EA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Main Risks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9883BB-6A56-EEB5-7901-D23B2501CBAD}"/>
              </a:ext>
            </a:extLst>
          </p:cNvPr>
          <p:cNvGraphicFramePr>
            <a:graphicFrameLocks noGrp="1"/>
          </p:cNvGraphicFramePr>
          <p:nvPr/>
        </p:nvGraphicFramePr>
        <p:xfrm>
          <a:off x="253163" y="1852871"/>
          <a:ext cx="11685674" cy="3947160"/>
        </p:xfrm>
        <a:graphic>
          <a:graphicData uri="http://schemas.openxmlformats.org/drawingml/2006/table">
            <a:tbl>
              <a:tblPr/>
              <a:tblGrid>
                <a:gridCol w="496439">
                  <a:extLst>
                    <a:ext uri="{9D8B030D-6E8A-4147-A177-3AD203B41FA5}">
                      <a16:colId xmlns:a16="http://schemas.microsoft.com/office/drawing/2014/main" val="1094662468"/>
                    </a:ext>
                  </a:extLst>
                </a:gridCol>
                <a:gridCol w="1511833">
                  <a:extLst>
                    <a:ext uri="{9D8B030D-6E8A-4147-A177-3AD203B41FA5}">
                      <a16:colId xmlns:a16="http://schemas.microsoft.com/office/drawing/2014/main" val="1999807304"/>
                    </a:ext>
                  </a:extLst>
                </a:gridCol>
                <a:gridCol w="2802178">
                  <a:extLst>
                    <a:ext uri="{9D8B030D-6E8A-4147-A177-3AD203B41FA5}">
                      <a16:colId xmlns:a16="http://schemas.microsoft.com/office/drawing/2014/main" val="113273078"/>
                    </a:ext>
                  </a:extLst>
                </a:gridCol>
                <a:gridCol w="875071">
                  <a:extLst>
                    <a:ext uri="{9D8B030D-6E8A-4147-A177-3AD203B41FA5}">
                      <a16:colId xmlns:a16="http://schemas.microsoft.com/office/drawing/2014/main" val="2604643327"/>
                    </a:ext>
                  </a:extLst>
                </a:gridCol>
                <a:gridCol w="973393">
                  <a:extLst>
                    <a:ext uri="{9D8B030D-6E8A-4147-A177-3AD203B41FA5}">
                      <a16:colId xmlns:a16="http://schemas.microsoft.com/office/drawing/2014/main" val="2359410622"/>
                    </a:ext>
                  </a:extLst>
                </a:gridCol>
                <a:gridCol w="953729">
                  <a:extLst>
                    <a:ext uri="{9D8B030D-6E8A-4147-A177-3AD203B41FA5}">
                      <a16:colId xmlns:a16="http://schemas.microsoft.com/office/drawing/2014/main" val="1501697632"/>
                    </a:ext>
                  </a:extLst>
                </a:gridCol>
                <a:gridCol w="4073031">
                  <a:extLst>
                    <a:ext uri="{9D8B030D-6E8A-4147-A177-3AD203B41FA5}">
                      <a16:colId xmlns:a16="http://schemas.microsoft.com/office/drawing/2014/main" val="1302235563"/>
                    </a:ext>
                  </a:extLst>
                </a:gridCol>
              </a:tblGrid>
              <a:tr h="1392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Risk #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Risk type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 description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Severity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Probability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Risk score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Mitigation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26117"/>
                  </a:ext>
                </a:extLst>
              </a:tr>
              <a:tr h="592466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BWC and Delayed V22 Approval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5775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Extended efforts</a:t>
                      </a:r>
                    </a:p>
                    <a:p>
                      <a:pPr marL="35775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Delayed start of subscription and revenue. </a:t>
                      </a:r>
                    </a:p>
                    <a:p>
                      <a:pPr marL="35775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Penalties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1778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Fully Mapped BWC document and Tech Spec in place. </a:t>
                      </a:r>
                    </a:p>
                    <a:p>
                      <a:pPr marL="72000" indent="-1778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Early training on V22</a:t>
                      </a:r>
                    </a:p>
                    <a:p>
                      <a:pPr marL="72000" indent="-1778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Draft SAT as part of contract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437708"/>
                  </a:ext>
                </a:extLst>
              </a:tr>
              <a:tr h="592466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CFE and infrastructure readiness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 Above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1778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SOW plan to reflect the dependencies, no start  before full infra readiness </a:t>
                      </a:r>
                    </a:p>
                    <a:p>
                      <a:pPr marL="72000" marR="0" lvl="0" indent="-1778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Close monitoring of partner progress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016742"/>
                  </a:ext>
                </a:extLst>
              </a:tr>
              <a:tr h="733779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71755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CFE BOM gaps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BOM gaps may be attributed to Cognyte  </a:t>
                      </a:r>
                    </a:p>
                    <a:p>
                      <a:pPr marL="720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889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BOM review done prior to PO </a:t>
                      </a:r>
                    </a:p>
                    <a:p>
                      <a:pPr marL="72000" indent="-889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Buffer H/W taken by Cognyte as part of BOM</a:t>
                      </a:r>
                    </a:p>
                    <a:p>
                      <a:pPr marL="72000" indent="-889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Buffer H/W taken by partner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430902"/>
                  </a:ext>
                </a:extLst>
              </a:tr>
              <a:tr h="740583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Side-by-Side operations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End user will be able to compare between the V19 and the new V22 system.</a:t>
                      </a:r>
                    </a:p>
                    <a:p>
                      <a:pPr marL="720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71755" indent="-889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Demonstrate to Cyborg as soon as possible and get approval 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71755" indent="-889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HO the system to end user only after target migration to V22 is completed </a:t>
                      </a:r>
                    </a:p>
                    <a:p>
                      <a:pPr marL="0" indent="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41905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4EC833F-BA84-CC5C-0DB8-BA33FE5C0761}"/>
              </a:ext>
            </a:extLst>
          </p:cNvPr>
          <p:cNvGraphicFramePr>
            <a:graphicFrameLocks noGrp="1"/>
          </p:cNvGraphicFramePr>
          <p:nvPr/>
        </p:nvGraphicFramePr>
        <p:xfrm>
          <a:off x="8657028" y="203326"/>
          <a:ext cx="3436956" cy="1090400"/>
        </p:xfrm>
        <a:graphic>
          <a:graphicData uri="http://schemas.openxmlformats.org/drawingml/2006/table">
            <a:tbl>
              <a:tblPr/>
              <a:tblGrid>
                <a:gridCol w="572826">
                  <a:extLst>
                    <a:ext uri="{9D8B030D-6E8A-4147-A177-3AD203B41FA5}">
                      <a16:colId xmlns:a16="http://schemas.microsoft.com/office/drawing/2014/main" val="1373972840"/>
                    </a:ext>
                  </a:extLst>
                </a:gridCol>
                <a:gridCol w="572826">
                  <a:extLst>
                    <a:ext uri="{9D8B030D-6E8A-4147-A177-3AD203B41FA5}">
                      <a16:colId xmlns:a16="http://schemas.microsoft.com/office/drawing/2014/main" val="2124425038"/>
                    </a:ext>
                  </a:extLst>
                </a:gridCol>
                <a:gridCol w="572826">
                  <a:extLst>
                    <a:ext uri="{9D8B030D-6E8A-4147-A177-3AD203B41FA5}">
                      <a16:colId xmlns:a16="http://schemas.microsoft.com/office/drawing/2014/main" val="1385400889"/>
                    </a:ext>
                  </a:extLst>
                </a:gridCol>
                <a:gridCol w="572826">
                  <a:extLst>
                    <a:ext uri="{9D8B030D-6E8A-4147-A177-3AD203B41FA5}">
                      <a16:colId xmlns:a16="http://schemas.microsoft.com/office/drawing/2014/main" val="4028657664"/>
                    </a:ext>
                  </a:extLst>
                </a:gridCol>
                <a:gridCol w="572826">
                  <a:extLst>
                    <a:ext uri="{9D8B030D-6E8A-4147-A177-3AD203B41FA5}">
                      <a16:colId xmlns:a16="http://schemas.microsoft.com/office/drawing/2014/main" val="1190754821"/>
                    </a:ext>
                  </a:extLst>
                </a:gridCol>
                <a:gridCol w="572826">
                  <a:extLst>
                    <a:ext uri="{9D8B030D-6E8A-4147-A177-3AD203B41FA5}">
                      <a16:colId xmlns:a16="http://schemas.microsoft.com/office/drawing/2014/main" val="2111153366"/>
                    </a:ext>
                  </a:extLst>
                </a:gridCol>
              </a:tblGrid>
              <a:tr h="17549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Probability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508391"/>
                  </a:ext>
                </a:extLst>
              </a:tr>
              <a:tr h="175491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Severity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700216"/>
                  </a:ext>
                </a:extLst>
              </a:tr>
              <a:tr h="1754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862737"/>
                  </a:ext>
                </a:extLst>
              </a:tr>
              <a:tr h="1754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368127"/>
                  </a:ext>
                </a:extLst>
              </a:tr>
              <a:tr h="1754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865044"/>
                  </a:ext>
                </a:extLst>
              </a:tr>
              <a:tr h="2045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37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45161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6EFE8-321D-AC9F-B897-FA061448E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950B7D-0630-83D8-F454-231FD598D9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68928D-E819-2801-2095-173D2A0279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63913EF-B46C-3D5A-EEFE-734DBFCB7B26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defPPr>
              <a:defRPr lang="en-DE"/>
            </a:defPPr>
            <a:lvl1pPr marL="0" algn="ctr" defTabSz="914400" rtl="0" eaLnBrk="1" latinLnBrk="0" hangingPunct="1">
              <a:defRPr sz="600" b="0" kern="120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A2350A-29EC-E546-BCCA-FF7831B45487}" type="slidenum">
              <a:rPr lang="en-US" smtClean="0">
                <a:solidFill>
                  <a:schemeClr val="bg1"/>
                </a:solidFill>
              </a:rPr>
              <a:pPr/>
              <a:t>32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5386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A54E4-CCD3-50B7-1002-199E4F1E1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FC8140-0947-0A2D-CCEA-99BF7E96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350A-29EC-E546-BCCA-FF7831B45487}" type="slidenum">
              <a:rPr lang="en-US" smtClean="0"/>
              <a:t>33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E22C1B-11EC-82B0-5898-728C9686FF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HLP/Contractual Milestones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94718-3213-404A-B63E-4C214C2FE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Type: ARR project/Scratch installation/Upgrade</a:t>
            </a:r>
          </a:p>
          <a:p>
            <a:r>
              <a:rPr lang="en-US" dirty="0"/>
              <a:t>Phases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Ph1 – Based version: xxx</a:t>
            </a:r>
          </a:p>
          <a:p>
            <a:pPr lvl="2"/>
            <a:r>
              <a:rPr lang="en-US" dirty="0">
                <a:latin typeface="Aptos" panose="020B0004020202020204" pitchFamily="34" charset="0"/>
              </a:rPr>
              <a:t>HW readiness 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Ph2 – Based Version: xxx</a:t>
            </a:r>
          </a:p>
          <a:p>
            <a:r>
              <a:rPr lang="en-US" dirty="0"/>
              <a:t>Contractual Milestones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HW delivery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8566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2BA93-857C-DA51-7588-D08FC9183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B1BC67-40AD-21C8-9CF4-4FD1A899C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350A-29EC-E546-BCCA-FF7831B45487}" type="slidenum">
              <a:rPr lang="en-US" smtClean="0"/>
              <a:t>34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A68BDA2-3158-0BD2-605F-319091EFDB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Preliminary Risks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6BA7BF-D14B-2DE0-A1AD-948142A4EF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4884495"/>
              </p:ext>
            </p:extLst>
          </p:nvPr>
        </p:nvGraphicFramePr>
        <p:xfrm>
          <a:off x="412750" y="1804987"/>
          <a:ext cx="11283948" cy="3436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625">
                  <a:extLst>
                    <a:ext uri="{9D8B030D-6E8A-4147-A177-3AD203B41FA5}">
                      <a16:colId xmlns:a16="http://schemas.microsoft.com/office/drawing/2014/main" val="1667323417"/>
                    </a:ext>
                  </a:extLst>
                </a:gridCol>
                <a:gridCol w="3127691">
                  <a:extLst>
                    <a:ext uri="{9D8B030D-6E8A-4147-A177-3AD203B41FA5}">
                      <a16:colId xmlns:a16="http://schemas.microsoft.com/office/drawing/2014/main" val="2184602847"/>
                    </a:ext>
                  </a:extLst>
                </a:gridCol>
                <a:gridCol w="1880658">
                  <a:extLst>
                    <a:ext uri="{9D8B030D-6E8A-4147-A177-3AD203B41FA5}">
                      <a16:colId xmlns:a16="http://schemas.microsoft.com/office/drawing/2014/main" val="3009195733"/>
                    </a:ext>
                  </a:extLst>
                </a:gridCol>
                <a:gridCol w="1880658">
                  <a:extLst>
                    <a:ext uri="{9D8B030D-6E8A-4147-A177-3AD203B41FA5}">
                      <a16:colId xmlns:a16="http://schemas.microsoft.com/office/drawing/2014/main" val="4087654314"/>
                    </a:ext>
                  </a:extLst>
                </a:gridCol>
                <a:gridCol w="1880658">
                  <a:extLst>
                    <a:ext uri="{9D8B030D-6E8A-4147-A177-3AD203B41FA5}">
                      <a16:colId xmlns:a16="http://schemas.microsoft.com/office/drawing/2014/main" val="67883921"/>
                    </a:ext>
                  </a:extLst>
                </a:gridCol>
                <a:gridCol w="1880658">
                  <a:extLst>
                    <a:ext uri="{9D8B030D-6E8A-4147-A177-3AD203B41FA5}">
                      <a16:colId xmlns:a16="http://schemas.microsoft.com/office/drawing/2014/main" val="4095414815"/>
                    </a:ext>
                  </a:extLst>
                </a:gridCol>
              </a:tblGrid>
              <a:tr h="429539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Risk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Severity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Mitigation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Owner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Comments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936075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913243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157230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909370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15802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49824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517056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277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92087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94EEF-738E-7A38-5607-91D53195B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7F7546-1486-8560-11D7-ABD075880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350A-29EC-E546-BCCA-FF7831B45487}" type="slidenum">
              <a:rPr lang="en-US" smtClean="0"/>
              <a:t>35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8ED77B1-57F9-84E1-7E17-C4FFDF37E1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Full Kit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F5D566-9803-1192-4F8F-EE5FF15506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7538338"/>
              </p:ext>
            </p:extLst>
          </p:nvPr>
        </p:nvGraphicFramePr>
        <p:xfrm>
          <a:off x="412750" y="1804987"/>
          <a:ext cx="11283948" cy="3436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625">
                  <a:extLst>
                    <a:ext uri="{9D8B030D-6E8A-4147-A177-3AD203B41FA5}">
                      <a16:colId xmlns:a16="http://schemas.microsoft.com/office/drawing/2014/main" val="1667323417"/>
                    </a:ext>
                  </a:extLst>
                </a:gridCol>
                <a:gridCol w="3127691">
                  <a:extLst>
                    <a:ext uri="{9D8B030D-6E8A-4147-A177-3AD203B41FA5}">
                      <a16:colId xmlns:a16="http://schemas.microsoft.com/office/drawing/2014/main" val="2184602847"/>
                    </a:ext>
                  </a:extLst>
                </a:gridCol>
                <a:gridCol w="1880658">
                  <a:extLst>
                    <a:ext uri="{9D8B030D-6E8A-4147-A177-3AD203B41FA5}">
                      <a16:colId xmlns:a16="http://schemas.microsoft.com/office/drawing/2014/main" val="3009195733"/>
                    </a:ext>
                  </a:extLst>
                </a:gridCol>
                <a:gridCol w="1880658">
                  <a:extLst>
                    <a:ext uri="{9D8B030D-6E8A-4147-A177-3AD203B41FA5}">
                      <a16:colId xmlns:a16="http://schemas.microsoft.com/office/drawing/2014/main" val="4087654314"/>
                    </a:ext>
                  </a:extLst>
                </a:gridCol>
                <a:gridCol w="1880658">
                  <a:extLst>
                    <a:ext uri="{9D8B030D-6E8A-4147-A177-3AD203B41FA5}">
                      <a16:colId xmlns:a16="http://schemas.microsoft.com/office/drawing/2014/main" val="67883921"/>
                    </a:ext>
                  </a:extLst>
                </a:gridCol>
                <a:gridCol w="1880658">
                  <a:extLst>
                    <a:ext uri="{9D8B030D-6E8A-4147-A177-3AD203B41FA5}">
                      <a16:colId xmlns:a16="http://schemas.microsoft.com/office/drawing/2014/main" val="4095414815"/>
                    </a:ext>
                  </a:extLst>
                </a:gridCol>
              </a:tblGrid>
              <a:tr h="429539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936075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913243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157230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909370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15802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49824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517056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277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8719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537FB-47A3-5A47-B7F9-03EB255FE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0A8112-8C57-177F-8FEF-BF4F9E23E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350A-29EC-E546-BCCA-FF7831B45487}" type="slidenum">
              <a:rPr lang="en-DE"/>
              <a:pPr/>
              <a:t>36</a:t>
            </a:fld>
            <a:endParaRPr lang="en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48E0F8E-3FF0-D3A9-FF2F-ED1EE96F4C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B9A04B2-6372-4FAC-0A28-C009B88D2D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590C63C-99B5-5C5A-7284-AA37AA16C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021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884D2B-C61E-8B12-82A0-F125E1B5D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350A-29EC-E546-BCCA-FF7831B45487}" type="slidenum">
              <a:rPr lang="en-DE" smtClean="0"/>
              <a:pPr/>
              <a:t>37</a:t>
            </a:fld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AFCA7B-45FD-162C-19D5-AEA842A1B9C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29D73F-62E8-BC57-717B-D2C8DE4D0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6AFE9D-9FE2-0E25-A111-B0FBD7FA61A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C0D59B3-2E4E-3F8D-8091-F3BF16625A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1060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CC40B-5712-3E9F-9878-DD32B41A2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E42697-F5E8-B632-D31D-C1BBEFE7BB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3D89722-8D3C-6CC7-17B6-5E1D5C8491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D77016-53C5-5F9B-54A6-B0FA10AC8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A2350A-29EC-E546-BCCA-FF7831B45487}" type="slidenum">
              <a:rPr lang="en-DE"/>
              <a:pPr/>
              <a:t>38</a:t>
            </a:fld>
            <a:endParaRPr lang="en-DE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B6E6CE-E33A-ECB4-3A81-BDB370EC1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472568"/>
              </p:ext>
            </p:extLst>
          </p:nvPr>
        </p:nvGraphicFramePr>
        <p:xfrm>
          <a:off x="4582160" y="1286514"/>
          <a:ext cx="6914512" cy="1854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728628">
                  <a:extLst>
                    <a:ext uri="{9D8B030D-6E8A-4147-A177-3AD203B41FA5}">
                      <a16:colId xmlns:a16="http://schemas.microsoft.com/office/drawing/2014/main" val="3404607808"/>
                    </a:ext>
                  </a:extLst>
                </a:gridCol>
                <a:gridCol w="1728628">
                  <a:extLst>
                    <a:ext uri="{9D8B030D-6E8A-4147-A177-3AD203B41FA5}">
                      <a16:colId xmlns:a16="http://schemas.microsoft.com/office/drawing/2014/main" val="2901175421"/>
                    </a:ext>
                  </a:extLst>
                </a:gridCol>
                <a:gridCol w="1728628">
                  <a:extLst>
                    <a:ext uri="{9D8B030D-6E8A-4147-A177-3AD203B41FA5}">
                      <a16:colId xmlns:a16="http://schemas.microsoft.com/office/drawing/2014/main" val="1131049921"/>
                    </a:ext>
                  </a:extLst>
                </a:gridCol>
                <a:gridCol w="1728628">
                  <a:extLst>
                    <a:ext uri="{9D8B030D-6E8A-4147-A177-3AD203B41FA5}">
                      <a16:colId xmlns:a16="http://schemas.microsoft.com/office/drawing/2014/main" val="42382018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68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938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61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775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940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38770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AEE71-1E3E-40D5-F744-B2584C5DD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1E8A8AB-107D-D526-5D65-D2E88EFC5B2E}"/>
              </a:ext>
            </a:extLst>
          </p:cNvPr>
          <p:cNvGrpSpPr/>
          <p:nvPr/>
        </p:nvGrpSpPr>
        <p:grpSpPr>
          <a:xfrm>
            <a:off x="8676769" y="2543265"/>
            <a:ext cx="2038337" cy="3151790"/>
            <a:chOff x="8676769" y="2543265"/>
            <a:chExt cx="2038337" cy="3151790"/>
          </a:xfrm>
        </p:grpSpPr>
        <p:sp>
          <p:nvSpPr>
            <p:cNvPr id="4" name="Round Single Corner of Rectangle 3">
              <a:extLst>
                <a:ext uri="{FF2B5EF4-FFF2-40B4-BE49-F238E27FC236}">
                  <a16:creationId xmlns:a16="http://schemas.microsoft.com/office/drawing/2014/main" id="{5236C345-FEB3-B1CB-1A71-AED157B3A487}"/>
                </a:ext>
              </a:extLst>
            </p:cNvPr>
            <p:cNvSpPr/>
            <p:nvPr/>
          </p:nvSpPr>
          <p:spPr>
            <a:xfrm rot="10800000" flipH="1">
              <a:off x="8676769" y="2543265"/>
              <a:ext cx="2038337" cy="3151790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95B5A6CB-1044-79EC-22D7-2C5B04571FF7}"/>
                </a:ext>
              </a:extLst>
            </p:cNvPr>
            <p:cNvSpPr txBox="1">
              <a:spLocks/>
            </p:cNvSpPr>
            <p:nvPr/>
          </p:nvSpPr>
          <p:spPr>
            <a:xfrm>
              <a:off x="8676769" y="4601404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18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Text</a:t>
              </a:r>
              <a:endParaRPr lang="en-DE" dirty="0"/>
            </a:p>
          </p:txBody>
        </p:sp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2A000402-CA56-88D3-C1BB-85319CA39545}"/>
                </a:ext>
              </a:extLst>
            </p:cNvPr>
            <p:cNvSpPr txBox="1">
              <a:spLocks/>
            </p:cNvSpPr>
            <p:nvPr/>
          </p:nvSpPr>
          <p:spPr>
            <a:xfrm>
              <a:off x="8676769" y="3670379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5500" b="0" i="0" kern="1200">
                  <a:solidFill>
                    <a:srgbClr val="403592"/>
                  </a:solidFill>
                  <a:latin typeface="Century Gothic" panose="020B0502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1.5B</a:t>
              </a:r>
              <a:endParaRPr lang="en-DE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DF1F2B4-25D4-78F4-E2E2-774B3DD324CE}"/>
              </a:ext>
            </a:extLst>
          </p:cNvPr>
          <p:cNvGrpSpPr/>
          <p:nvPr/>
        </p:nvGrpSpPr>
        <p:grpSpPr>
          <a:xfrm>
            <a:off x="6099823" y="2543265"/>
            <a:ext cx="2043880" cy="3151790"/>
            <a:chOff x="6099823" y="2543265"/>
            <a:chExt cx="2043880" cy="3151790"/>
          </a:xfrm>
        </p:grpSpPr>
        <p:sp>
          <p:nvSpPr>
            <p:cNvPr id="18" name="Round Single Corner of Rectangle 17">
              <a:extLst>
                <a:ext uri="{FF2B5EF4-FFF2-40B4-BE49-F238E27FC236}">
                  <a16:creationId xmlns:a16="http://schemas.microsoft.com/office/drawing/2014/main" id="{B77DF1CF-DB2B-3BAA-5E2B-C0D6E747DFEB}"/>
                </a:ext>
              </a:extLst>
            </p:cNvPr>
            <p:cNvSpPr/>
            <p:nvPr/>
          </p:nvSpPr>
          <p:spPr>
            <a:xfrm rot="10800000" flipH="1">
              <a:off x="6105366" y="2543265"/>
              <a:ext cx="2038337" cy="3151790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21" name="Content Placeholder 2">
              <a:extLst>
                <a:ext uri="{FF2B5EF4-FFF2-40B4-BE49-F238E27FC236}">
                  <a16:creationId xmlns:a16="http://schemas.microsoft.com/office/drawing/2014/main" id="{867949CC-1456-CA52-F96C-DC5BFEF379BF}"/>
                </a:ext>
              </a:extLst>
            </p:cNvPr>
            <p:cNvSpPr txBox="1">
              <a:spLocks/>
            </p:cNvSpPr>
            <p:nvPr/>
          </p:nvSpPr>
          <p:spPr>
            <a:xfrm>
              <a:off x="6099823" y="4601404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18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Text</a:t>
              </a:r>
              <a:endParaRPr lang="en-DE" dirty="0"/>
            </a:p>
          </p:txBody>
        </p:sp>
        <p:sp>
          <p:nvSpPr>
            <p:cNvPr id="22" name="Content Placeholder 2">
              <a:extLst>
                <a:ext uri="{FF2B5EF4-FFF2-40B4-BE49-F238E27FC236}">
                  <a16:creationId xmlns:a16="http://schemas.microsoft.com/office/drawing/2014/main" id="{FF9126BF-382B-90D0-025D-CCB2C428E9CD}"/>
                </a:ext>
              </a:extLst>
            </p:cNvPr>
            <p:cNvSpPr txBox="1">
              <a:spLocks/>
            </p:cNvSpPr>
            <p:nvPr/>
          </p:nvSpPr>
          <p:spPr>
            <a:xfrm>
              <a:off x="6099823" y="3670379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5500" b="0" i="0" kern="1200">
                  <a:solidFill>
                    <a:srgbClr val="403592"/>
                  </a:solidFill>
                  <a:latin typeface="Century Gothic" panose="020B0502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1.5B</a:t>
              </a:r>
              <a:endParaRPr lang="en-DE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D3F4854-B8CE-86E8-459F-4011788D0BA6}"/>
              </a:ext>
            </a:extLst>
          </p:cNvPr>
          <p:cNvGrpSpPr/>
          <p:nvPr/>
        </p:nvGrpSpPr>
        <p:grpSpPr>
          <a:xfrm>
            <a:off x="3531191" y="2543265"/>
            <a:ext cx="2041108" cy="3151790"/>
            <a:chOff x="3531191" y="2543265"/>
            <a:chExt cx="2041108" cy="3151790"/>
          </a:xfrm>
        </p:grpSpPr>
        <p:sp>
          <p:nvSpPr>
            <p:cNvPr id="19" name="Round Single Corner of Rectangle 18">
              <a:extLst>
                <a:ext uri="{FF2B5EF4-FFF2-40B4-BE49-F238E27FC236}">
                  <a16:creationId xmlns:a16="http://schemas.microsoft.com/office/drawing/2014/main" id="{25C4717A-A249-F437-21A9-0897B82542D1}"/>
                </a:ext>
              </a:extLst>
            </p:cNvPr>
            <p:cNvSpPr/>
            <p:nvPr/>
          </p:nvSpPr>
          <p:spPr>
            <a:xfrm rot="10800000" flipH="1">
              <a:off x="3533962" y="2543265"/>
              <a:ext cx="2038337" cy="3151790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23" name="Content Placeholder 2">
              <a:extLst>
                <a:ext uri="{FF2B5EF4-FFF2-40B4-BE49-F238E27FC236}">
                  <a16:creationId xmlns:a16="http://schemas.microsoft.com/office/drawing/2014/main" id="{46848993-1750-0E86-9307-C2D65A66FBB7}"/>
                </a:ext>
              </a:extLst>
            </p:cNvPr>
            <p:cNvSpPr txBox="1">
              <a:spLocks/>
            </p:cNvSpPr>
            <p:nvPr/>
          </p:nvSpPr>
          <p:spPr>
            <a:xfrm>
              <a:off x="3531191" y="4601404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18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Text</a:t>
              </a:r>
              <a:endParaRPr lang="en-DE" dirty="0"/>
            </a:p>
          </p:txBody>
        </p:sp>
        <p:sp>
          <p:nvSpPr>
            <p:cNvPr id="24" name="Content Placeholder 2">
              <a:extLst>
                <a:ext uri="{FF2B5EF4-FFF2-40B4-BE49-F238E27FC236}">
                  <a16:creationId xmlns:a16="http://schemas.microsoft.com/office/drawing/2014/main" id="{F9EAAA02-4370-5C1E-2CC9-33D6BB8FC72A}"/>
                </a:ext>
              </a:extLst>
            </p:cNvPr>
            <p:cNvSpPr txBox="1">
              <a:spLocks/>
            </p:cNvSpPr>
            <p:nvPr/>
          </p:nvSpPr>
          <p:spPr>
            <a:xfrm>
              <a:off x="3531191" y="3670379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5500" b="0" i="0" kern="1200">
                  <a:solidFill>
                    <a:srgbClr val="403592"/>
                  </a:solidFill>
                  <a:latin typeface="Century Gothic" panose="020B0502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1.5B</a:t>
              </a:r>
              <a:endParaRPr lang="en-DE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C682BB7-EAFD-9010-0D1D-BFAA44FB6BCC}"/>
              </a:ext>
            </a:extLst>
          </p:cNvPr>
          <p:cNvGrpSpPr/>
          <p:nvPr/>
        </p:nvGrpSpPr>
        <p:grpSpPr>
          <a:xfrm>
            <a:off x="962558" y="2543265"/>
            <a:ext cx="2046650" cy="3151790"/>
            <a:chOff x="962558" y="2543265"/>
            <a:chExt cx="2046650" cy="3151790"/>
          </a:xfrm>
        </p:grpSpPr>
        <p:sp>
          <p:nvSpPr>
            <p:cNvPr id="20" name="Round Single Corner of Rectangle 19">
              <a:extLst>
                <a:ext uri="{FF2B5EF4-FFF2-40B4-BE49-F238E27FC236}">
                  <a16:creationId xmlns:a16="http://schemas.microsoft.com/office/drawing/2014/main" id="{D721269C-3AA8-674B-C88C-58051C3FB788}"/>
                </a:ext>
              </a:extLst>
            </p:cNvPr>
            <p:cNvSpPr/>
            <p:nvPr/>
          </p:nvSpPr>
          <p:spPr>
            <a:xfrm rot="10800000" flipH="1">
              <a:off x="962558" y="2543265"/>
              <a:ext cx="2038337" cy="3151790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25" name="Content Placeholder 2">
              <a:extLst>
                <a:ext uri="{FF2B5EF4-FFF2-40B4-BE49-F238E27FC236}">
                  <a16:creationId xmlns:a16="http://schemas.microsoft.com/office/drawing/2014/main" id="{23B8CB32-647B-21F3-FDA0-E4A1FE8EC685}"/>
                </a:ext>
              </a:extLst>
            </p:cNvPr>
            <p:cNvSpPr txBox="1">
              <a:spLocks/>
            </p:cNvSpPr>
            <p:nvPr/>
          </p:nvSpPr>
          <p:spPr>
            <a:xfrm>
              <a:off x="970871" y="4601404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18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Text</a:t>
              </a:r>
              <a:endParaRPr lang="en-DE" dirty="0"/>
            </a:p>
          </p:txBody>
        </p:sp>
        <p:sp>
          <p:nvSpPr>
            <p:cNvPr id="26" name="Content Placeholder 2">
              <a:extLst>
                <a:ext uri="{FF2B5EF4-FFF2-40B4-BE49-F238E27FC236}">
                  <a16:creationId xmlns:a16="http://schemas.microsoft.com/office/drawing/2014/main" id="{199782F3-7EA2-1699-AEC4-655C217F526C}"/>
                </a:ext>
              </a:extLst>
            </p:cNvPr>
            <p:cNvSpPr txBox="1">
              <a:spLocks/>
            </p:cNvSpPr>
            <p:nvPr/>
          </p:nvSpPr>
          <p:spPr>
            <a:xfrm>
              <a:off x="970871" y="3670379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5500" b="0" i="0" kern="1200">
                  <a:solidFill>
                    <a:srgbClr val="403592"/>
                  </a:solidFill>
                  <a:latin typeface="Century Gothic" panose="020B0502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1.5B</a:t>
              </a:r>
              <a:endParaRPr lang="en-DE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4ADBA2-E75F-39ED-5340-1F50C8AB6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350A-29EC-E546-BCCA-FF7831B45487}" type="slidenum">
              <a:rPr lang="en-DE"/>
              <a:pPr/>
              <a:t>39</a:t>
            </a:fld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C8FCCE-06FD-BA76-CF4D-D298B266E7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650E1C1-8E5A-AD5D-30EA-F26C8AC4640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2319" y="2848082"/>
            <a:ext cx="658813" cy="641350"/>
          </a:xfrm>
          <a:prstGeom prst="rect">
            <a:avLst/>
          </a:prstGeom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FF05C3B8-75C3-1876-5C1A-EC257C0AA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5741" y="2848486"/>
            <a:ext cx="659524" cy="640946"/>
          </a:xfrm>
          <a:prstGeom prst="rect">
            <a:avLst/>
          </a:prstGeom>
        </p:spPr>
      </p:pic>
      <p:pic>
        <p:nvPicPr>
          <p:cNvPr id="15" name="Content Placeholder 6">
            <a:extLst>
              <a:ext uri="{FF2B5EF4-FFF2-40B4-BE49-F238E27FC236}">
                <a16:creationId xmlns:a16="http://schemas.microsoft.com/office/drawing/2014/main" id="{145B61AA-2912-FA1A-E337-7E5BAA824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6974" y="2848486"/>
            <a:ext cx="659524" cy="640946"/>
          </a:xfrm>
          <a:prstGeom prst="rect">
            <a:avLst/>
          </a:prstGeom>
        </p:spPr>
      </p:pic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0665379B-C65F-DF16-60EC-A60475504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05570" y="2848486"/>
            <a:ext cx="659524" cy="64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719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474F1-ED37-494A-8199-1F6A72EB0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D958F1-9BAF-D319-7572-D1456E4BE4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054FFC-D8FA-3472-24FD-F9B49B48D9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1BC0E1-43B9-08CA-C9C4-0F0524D48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A2350A-29EC-E546-BCCA-FF7831B45487}" type="slidenum">
              <a:rPr lang="en-DE"/>
              <a:pPr/>
              <a:t>40</a:t>
            </a:fld>
            <a:endParaRPr lang="en-DE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94A67A1-24CE-C2E3-CEFC-743A01854EA3}"/>
              </a:ext>
            </a:extLst>
          </p:cNvPr>
          <p:cNvGrpSpPr/>
          <p:nvPr/>
        </p:nvGrpSpPr>
        <p:grpSpPr>
          <a:xfrm>
            <a:off x="4601497" y="744810"/>
            <a:ext cx="2046650" cy="2302218"/>
            <a:chOff x="4601497" y="744810"/>
            <a:chExt cx="2046650" cy="2302218"/>
          </a:xfrm>
        </p:grpSpPr>
        <p:sp>
          <p:nvSpPr>
            <p:cNvPr id="4" name="Round Single Corner of Rectangle 3">
              <a:extLst>
                <a:ext uri="{FF2B5EF4-FFF2-40B4-BE49-F238E27FC236}">
                  <a16:creationId xmlns:a16="http://schemas.microsoft.com/office/drawing/2014/main" id="{8A97051C-47D4-7144-737F-BC60B747A703}"/>
                </a:ext>
              </a:extLst>
            </p:cNvPr>
            <p:cNvSpPr/>
            <p:nvPr/>
          </p:nvSpPr>
          <p:spPr>
            <a:xfrm rot="10800000" flipH="1">
              <a:off x="4601497" y="744810"/>
              <a:ext cx="2038337" cy="2302218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ABAF088B-162E-8F8C-ECA7-40ECA1C9CA8B}"/>
                </a:ext>
              </a:extLst>
            </p:cNvPr>
            <p:cNvSpPr txBox="1">
              <a:spLocks/>
            </p:cNvSpPr>
            <p:nvPr/>
          </p:nvSpPr>
          <p:spPr>
            <a:xfrm>
              <a:off x="4609810" y="1973127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18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Text</a:t>
              </a:r>
              <a:endParaRPr lang="en-DE" dirty="0"/>
            </a:p>
          </p:txBody>
        </p:sp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92A9FF19-4D9B-219B-F582-7A0E0D5984B9}"/>
                </a:ext>
              </a:extLst>
            </p:cNvPr>
            <p:cNvSpPr txBox="1">
              <a:spLocks/>
            </p:cNvSpPr>
            <p:nvPr/>
          </p:nvSpPr>
          <p:spPr>
            <a:xfrm>
              <a:off x="4609810" y="1042102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5500" b="0" i="0" kern="1200">
                  <a:solidFill>
                    <a:srgbClr val="403592"/>
                  </a:solidFill>
                  <a:latin typeface="Century Gothic" panose="020B0502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1.5B</a:t>
              </a:r>
              <a:endParaRPr lang="en-DE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97EB229-76B3-DAE4-A9CD-5AB093158FB9}"/>
              </a:ext>
            </a:extLst>
          </p:cNvPr>
          <p:cNvGrpSpPr/>
          <p:nvPr/>
        </p:nvGrpSpPr>
        <p:grpSpPr>
          <a:xfrm>
            <a:off x="7018126" y="744810"/>
            <a:ext cx="2046650" cy="2302218"/>
            <a:chOff x="7018126" y="744810"/>
            <a:chExt cx="2046650" cy="2302218"/>
          </a:xfrm>
        </p:grpSpPr>
        <p:sp>
          <p:nvSpPr>
            <p:cNvPr id="15" name="Round Single Corner of Rectangle 14">
              <a:extLst>
                <a:ext uri="{FF2B5EF4-FFF2-40B4-BE49-F238E27FC236}">
                  <a16:creationId xmlns:a16="http://schemas.microsoft.com/office/drawing/2014/main" id="{2A1EA797-D549-5D78-782C-78F4A862A3E8}"/>
                </a:ext>
              </a:extLst>
            </p:cNvPr>
            <p:cNvSpPr/>
            <p:nvPr/>
          </p:nvSpPr>
          <p:spPr>
            <a:xfrm rot="10800000" flipH="1">
              <a:off x="7018126" y="744810"/>
              <a:ext cx="2038337" cy="2302218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16" name="Content Placeholder 2">
              <a:extLst>
                <a:ext uri="{FF2B5EF4-FFF2-40B4-BE49-F238E27FC236}">
                  <a16:creationId xmlns:a16="http://schemas.microsoft.com/office/drawing/2014/main" id="{F0491C0D-F181-5098-EE88-309591873005}"/>
                </a:ext>
              </a:extLst>
            </p:cNvPr>
            <p:cNvSpPr txBox="1">
              <a:spLocks/>
            </p:cNvSpPr>
            <p:nvPr/>
          </p:nvSpPr>
          <p:spPr>
            <a:xfrm>
              <a:off x="7026439" y="1973127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18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Text</a:t>
              </a:r>
              <a:endParaRPr lang="en-DE" dirty="0"/>
            </a:p>
          </p:txBody>
        </p:sp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65F77D5A-2C09-1918-1212-293A15E8017C}"/>
                </a:ext>
              </a:extLst>
            </p:cNvPr>
            <p:cNvSpPr txBox="1">
              <a:spLocks/>
            </p:cNvSpPr>
            <p:nvPr/>
          </p:nvSpPr>
          <p:spPr>
            <a:xfrm>
              <a:off x="7026439" y="1042102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5500" b="0" i="0" kern="1200">
                  <a:solidFill>
                    <a:srgbClr val="403592"/>
                  </a:solidFill>
                  <a:latin typeface="Century Gothic" panose="020B0502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1.5B</a:t>
              </a:r>
              <a:endParaRPr lang="en-DE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BDFE050-0964-8C26-35AD-1B0197F6C08C}"/>
              </a:ext>
            </a:extLst>
          </p:cNvPr>
          <p:cNvGrpSpPr/>
          <p:nvPr/>
        </p:nvGrpSpPr>
        <p:grpSpPr>
          <a:xfrm>
            <a:off x="9434755" y="744810"/>
            <a:ext cx="2046650" cy="2302218"/>
            <a:chOff x="9434755" y="744810"/>
            <a:chExt cx="2046650" cy="2302218"/>
          </a:xfrm>
        </p:grpSpPr>
        <p:sp>
          <p:nvSpPr>
            <p:cNvPr id="18" name="Round Single Corner of Rectangle 17">
              <a:extLst>
                <a:ext uri="{FF2B5EF4-FFF2-40B4-BE49-F238E27FC236}">
                  <a16:creationId xmlns:a16="http://schemas.microsoft.com/office/drawing/2014/main" id="{266BFCB9-42D1-EA69-6FB5-3990CED1F6A3}"/>
                </a:ext>
              </a:extLst>
            </p:cNvPr>
            <p:cNvSpPr/>
            <p:nvPr/>
          </p:nvSpPr>
          <p:spPr>
            <a:xfrm rot="10800000" flipH="1">
              <a:off x="9434755" y="744810"/>
              <a:ext cx="2038337" cy="2302218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19" name="Content Placeholder 2">
              <a:extLst>
                <a:ext uri="{FF2B5EF4-FFF2-40B4-BE49-F238E27FC236}">
                  <a16:creationId xmlns:a16="http://schemas.microsoft.com/office/drawing/2014/main" id="{5B92CC8F-3120-4B86-3BFD-D752936165F4}"/>
                </a:ext>
              </a:extLst>
            </p:cNvPr>
            <p:cNvSpPr txBox="1">
              <a:spLocks/>
            </p:cNvSpPr>
            <p:nvPr/>
          </p:nvSpPr>
          <p:spPr>
            <a:xfrm>
              <a:off x="9443068" y="1973127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18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Text</a:t>
              </a:r>
              <a:endParaRPr lang="en-DE" dirty="0"/>
            </a:p>
          </p:txBody>
        </p:sp>
        <p:sp>
          <p:nvSpPr>
            <p:cNvPr id="20" name="Content Placeholder 2">
              <a:extLst>
                <a:ext uri="{FF2B5EF4-FFF2-40B4-BE49-F238E27FC236}">
                  <a16:creationId xmlns:a16="http://schemas.microsoft.com/office/drawing/2014/main" id="{1B7085A4-5825-B5C9-FFD0-7F029B177DFC}"/>
                </a:ext>
              </a:extLst>
            </p:cNvPr>
            <p:cNvSpPr txBox="1">
              <a:spLocks/>
            </p:cNvSpPr>
            <p:nvPr/>
          </p:nvSpPr>
          <p:spPr>
            <a:xfrm>
              <a:off x="9443068" y="1042102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5500" b="0" i="0" kern="1200">
                  <a:solidFill>
                    <a:srgbClr val="403592"/>
                  </a:solidFill>
                  <a:latin typeface="Century Gothic" panose="020B0502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1.5B</a:t>
              </a:r>
              <a:endParaRPr lang="en-DE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816D07A-AC4E-B9BB-F876-0B450DD3CFEE}"/>
              </a:ext>
            </a:extLst>
          </p:cNvPr>
          <p:cNvGrpSpPr/>
          <p:nvPr/>
        </p:nvGrpSpPr>
        <p:grpSpPr>
          <a:xfrm>
            <a:off x="4601497" y="3413365"/>
            <a:ext cx="2046650" cy="2302218"/>
            <a:chOff x="4601497" y="3413365"/>
            <a:chExt cx="2046650" cy="2302218"/>
          </a:xfrm>
        </p:grpSpPr>
        <p:sp>
          <p:nvSpPr>
            <p:cNvPr id="21" name="Round Single Corner of Rectangle 20">
              <a:extLst>
                <a:ext uri="{FF2B5EF4-FFF2-40B4-BE49-F238E27FC236}">
                  <a16:creationId xmlns:a16="http://schemas.microsoft.com/office/drawing/2014/main" id="{6D89AB11-7ABC-6C7A-458B-6B267098B6FB}"/>
                </a:ext>
              </a:extLst>
            </p:cNvPr>
            <p:cNvSpPr/>
            <p:nvPr/>
          </p:nvSpPr>
          <p:spPr>
            <a:xfrm rot="10800000" flipH="1">
              <a:off x="4601497" y="3413365"/>
              <a:ext cx="2038337" cy="2302218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22" name="Content Placeholder 2">
              <a:extLst>
                <a:ext uri="{FF2B5EF4-FFF2-40B4-BE49-F238E27FC236}">
                  <a16:creationId xmlns:a16="http://schemas.microsoft.com/office/drawing/2014/main" id="{CC9C48E7-08E5-407E-50CE-ABE30E007EF0}"/>
                </a:ext>
              </a:extLst>
            </p:cNvPr>
            <p:cNvSpPr txBox="1">
              <a:spLocks/>
            </p:cNvSpPr>
            <p:nvPr/>
          </p:nvSpPr>
          <p:spPr>
            <a:xfrm>
              <a:off x="4609810" y="4641682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18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Text</a:t>
              </a:r>
              <a:endParaRPr lang="en-DE" dirty="0"/>
            </a:p>
          </p:txBody>
        </p:sp>
        <p:sp>
          <p:nvSpPr>
            <p:cNvPr id="24" name="Content Placeholder 2">
              <a:extLst>
                <a:ext uri="{FF2B5EF4-FFF2-40B4-BE49-F238E27FC236}">
                  <a16:creationId xmlns:a16="http://schemas.microsoft.com/office/drawing/2014/main" id="{B291D983-3369-A73A-F8CD-BFD7B6F9A34A}"/>
                </a:ext>
              </a:extLst>
            </p:cNvPr>
            <p:cNvSpPr txBox="1">
              <a:spLocks/>
            </p:cNvSpPr>
            <p:nvPr/>
          </p:nvSpPr>
          <p:spPr>
            <a:xfrm>
              <a:off x="4609810" y="3710657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5500" b="0" i="0" kern="1200">
                  <a:solidFill>
                    <a:srgbClr val="403592"/>
                  </a:solidFill>
                  <a:latin typeface="Century Gothic" panose="020B0502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1.5B</a:t>
              </a:r>
              <a:endParaRPr lang="en-DE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5178A69-3306-F4A4-C803-35BBC80BE57E}"/>
              </a:ext>
            </a:extLst>
          </p:cNvPr>
          <p:cNvGrpSpPr/>
          <p:nvPr/>
        </p:nvGrpSpPr>
        <p:grpSpPr>
          <a:xfrm>
            <a:off x="7018126" y="3413365"/>
            <a:ext cx="2046650" cy="2302218"/>
            <a:chOff x="7018126" y="3413365"/>
            <a:chExt cx="2046650" cy="2302218"/>
          </a:xfrm>
        </p:grpSpPr>
        <p:sp>
          <p:nvSpPr>
            <p:cNvPr id="25" name="Round Single Corner of Rectangle 24">
              <a:extLst>
                <a:ext uri="{FF2B5EF4-FFF2-40B4-BE49-F238E27FC236}">
                  <a16:creationId xmlns:a16="http://schemas.microsoft.com/office/drawing/2014/main" id="{DA9369BC-44B0-6D90-8C18-00FA6BEEB22F}"/>
                </a:ext>
              </a:extLst>
            </p:cNvPr>
            <p:cNvSpPr/>
            <p:nvPr/>
          </p:nvSpPr>
          <p:spPr>
            <a:xfrm rot="10800000" flipH="1">
              <a:off x="7018126" y="3413365"/>
              <a:ext cx="2038337" cy="2302218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30" name="Content Placeholder 2">
              <a:extLst>
                <a:ext uri="{FF2B5EF4-FFF2-40B4-BE49-F238E27FC236}">
                  <a16:creationId xmlns:a16="http://schemas.microsoft.com/office/drawing/2014/main" id="{E343A25D-FF2C-290B-A995-1678F43BF2BC}"/>
                </a:ext>
              </a:extLst>
            </p:cNvPr>
            <p:cNvSpPr txBox="1">
              <a:spLocks/>
            </p:cNvSpPr>
            <p:nvPr/>
          </p:nvSpPr>
          <p:spPr>
            <a:xfrm>
              <a:off x="7026439" y="4641682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18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Text</a:t>
              </a:r>
              <a:endParaRPr lang="en-DE" dirty="0"/>
            </a:p>
          </p:txBody>
        </p:sp>
        <p:sp>
          <p:nvSpPr>
            <p:cNvPr id="31" name="Content Placeholder 2">
              <a:extLst>
                <a:ext uri="{FF2B5EF4-FFF2-40B4-BE49-F238E27FC236}">
                  <a16:creationId xmlns:a16="http://schemas.microsoft.com/office/drawing/2014/main" id="{4A126056-1ECB-4A59-A5B8-7F9A3830A4B7}"/>
                </a:ext>
              </a:extLst>
            </p:cNvPr>
            <p:cNvSpPr txBox="1">
              <a:spLocks/>
            </p:cNvSpPr>
            <p:nvPr/>
          </p:nvSpPr>
          <p:spPr>
            <a:xfrm>
              <a:off x="7026439" y="3710657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5500" b="0" i="0" kern="1200">
                  <a:solidFill>
                    <a:srgbClr val="403592"/>
                  </a:solidFill>
                  <a:latin typeface="Century Gothic" panose="020B0502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1.5B</a:t>
              </a:r>
              <a:endParaRPr lang="en-DE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8580576-0799-8D2D-3CDC-9A0677E2C8F1}"/>
              </a:ext>
            </a:extLst>
          </p:cNvPr>
          <p:cNvGrpSpPr/>
          <p:nvPr/>
        </p:nvGrpSpPr>
        <p:grpSpPr>
          <a:xfrm>
            <a:off x="9434755" y="3413365"/>
            <a:ext cx="2046650" cy="2302218"/>
            <a:chOff x="9434755" y="3413365"/>
            <a:chExt cx="2046650" cy="2302218"/>
          </a:xfrm>
        </p:grpSpPr>
        <p:sp>
          <p:nvSpPr>
            <p:cNvPr id="32" name="Round Single Corner of Rectangle 31">
              <a:extLst>
                <a:ext uri="{FF2B5EF4-FFF2-40B4-BE49-F238E27FC236}">
                  <a16:creationId xmlns:a16="http://schemas.microsoft.com/office/drawing/2014/main" id="{7B14F1D0-A0BB-8CF9-9E4A-D8326B94F8D5}"/>
                </a:ext>
              </a:extLst>
            </p:cNvPr>
            <p:cNvSpPr/>
            <p:nvPr/>
          </p:nvSpPr>
          <p:spPr>
            <a:xfrm rot="10800000" flipH="1">
              <a:off x="9434755" y="3413365"/>
              <a:ext cx="2038337" cy="2302218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33" name="Content Placeholder 2">
              <a:extLst>
                <a:ext uri="{FF2B5EF4-FFF2-40B4-BE49-F238E27FC236}">
                  <a16:creationId xmlns:a16="http://schemas.microsoft.com/office/drawing/2014/main" id="{1B99BD20-F810-87D1-C530-FB5E836E808D}"/>
                </a:ext>
              </a:extLst>
            </p:cNvPr>
            <p:cNvSpPr txBox="1">
              <a:spLocks/>
            </p:cNvSpPr>
            <p:nvPr/>
          </p:nvSpPr>
          <p:spPr>
            <a:xfrm>
              <a:off x="9443068" y="4641682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18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Text</a:t>
              </a:r>
              <a:endParaRPr lang="en-DE" dirty="0"/>
            </a:p>
          </p:txBody>
        </p:sp>
        <p:sp>
          <p:nvSpPr>
            <p:cNvPr id="34" name="Content Placeholder 2">
              <a:extLst>
                <a:ext uri="{FF2B5EF4-FFF2-40B4-BE49-F238E27FC236}">
                  <a16:creationId xmlns:a16="http://schemas.microsoft.com/office/drawing/2014/main" id="{61909E6F-6B5F-3155-D39C-833E8780304F}"/>
                </a:ext>
              </a:extLst>
            </p:cNvPr>
            <p:cNvSpPr txBox="1">
              <a:spLocks/>
            </p:cNvSpPr>
            <p:nvPr/>
          </p:nvSpPr>
          <p:spPr>
            <a:xfrm>
              <a:off x="9443068" y="3710657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5500" b="0" i="0" kern="1200">
                  <a:solidFill>
                    <a:srgbClr val="403592"/>
                  </a:solidFill>
                  <a:latin typeface="Century Gothic" panose="020B0502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1.5B</a:t>
              </a:r>
              <a:endParaRPr lang="en-DE"/>
            </a:p>
          </p:txBody>
        </p:sp>
      </p:grpSp>
    </p:spTree>
    <p:extLst>
      <p:ext uri="{BB962C8B-B14F-4D97-AF65-F5344CB8AC3E}">
        <p14:creationId xmlns:p14="http://schemas.microsoft.com/office/powerpoint/2010/main" val="41473751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864D9-A9D7-7776-77BA-21F033F5C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8B1B28-541D-B646-AB19-6FB3AA323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350A-29EC-E546-BCCA-FF7831B45487}" type="slidenum">
              <a:rPr lang="en-DE"/>
              <a:pPr/>
              <a:t>41</a:t>
            </a:fld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BFA9DB-64DA-9D83-C801-E7EA24E691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A74EDAD-A1FC-CFD0-0D8F-CFDEDBBD1FD2}"/>
              </a:ext>
            </a:extLst>
          </p:cNvPr>
          <p:cNvGrpSpPr/>
          <p:nvPr/>
        </p:nvGrpSpPr>
        <p:grpSpPr>
          <a:xfrm>
            <a:off x="3481622" y="2602289"/>
            <a:ext cx="2466355" cy="2985709"/>
            <a:chOff x="3481622" y="2602289"/>
            <a:chExt cx="2466355" cy="2985709"/>
          </a:xfrm>
        </p:grpSpPr>
        <p:sp>
          <p:nvSpPr>
            <p:cNvPr id="19" name="Round Single Corner of Rectangle 18">
              <a:extLst>
                <a:ext uri="{FF2B5EF4-FFF2-40B4-BE49-F238E27FC236}">
                  <a16:creationId xmlns:a16="http://schemas.microsoft.com/office/drawing/2014/main" id="{04D8BF25-C988-5BF2-39A9-98799C33537B}"/>
                </a:ext>
              </a:extLst>
            </p:cNvPr>
            <p:cNvSpPr/>
            <p:nvPr/>
          </p:nvSpPr>
          <p:spPr>
            <a:xfrm rot="10800000" flipH="1">
              <a:off x="3481622" y="2602289"/>
              <a:ext cx="2466355" cy="2985709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20" name="Text Placeholder 2">
              <a:extLst>
                <a:ext uri="{FF2B5EF4-FFF2-40B4-BE49-F238E27FC236}">
                  <a16:creationId xmlns:a16="http://schemas.microsoft.com/office/drawing/2014/main" id="{23FAB241-9F4E-AFFD-D639-74916602BD43}"/>
                </a:ext>
              </a:extLst>
            </p:cNvPr>
            <p:cNvSpPr txBox="1">
              <a:spLocks/>
            </p:cNvSpPr>
            <p:nvPr/>
          </p:nvSpPr>
          <p:spPr>
            <a:xfrm>
              <a:off x="3481622" y="3007256"/>
              <a:ext cx="2466355" cy="325225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Title here</a:t>
              </a:r>
              <a:endParaRPr lang="en-DE"/>
            </a:p>
          </p:txBody>
        </p:sp>
        <p:sp>
          <p:nvSpPr>
            <p:cNvPr id="21" name="Text Placeholder 2">
              <a:extLst>
                <a:ext uri="{FF2B5EF4-FFF2-40B4-BE49-F238E27FC236}">
                  <a16:creationId xmlns:a16="http://schemas.microsoft.com/office/drawing/2014/main" id="{D0C7B5C3-4EF8-70ED-7942-176619608AE0}"/>
                </a:ext>
              </a:extLst>
            </p:cNvPr>
            <p:cNvSpPr txBox="1">
              <a:spLocks/>
            </p:cNvSpPr>
            <p:nvPr/>
          </p:nvSpPr>
          <p:spPr>
            <a:xfrm>
              <a:off x="3707950" y="3428503"/>
              <a:ext cx="2031871" cy="617892"/>
            </a:xfrm>
            <a:prstGeom prst="rect">
              <a:avLst/>
            </a:prstGeom>
          </p:spPr>
          <p:txBody>
            <a:bodyPr/>
            <a:lstStyle>
              <a:lvl1pPr marL="0" marR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 sz="14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1000"/>
                </a:spcBef>
                <a:defRPr/>
              </a:pPr>
              <a:r>
                <a:rPr lang="en-GB"/>
                <a:t>Text over here Text over here</a:t>
              </a:r>
              <a:r>
                <a:rPr lang="en-DE"/>
                <a:t> </a:t>
              </a:r>
              <a:r>
                <a:rPr lang="en-GB"/>
                <a:t>Text over here</a:t>
              </a:r>
              <a:endParaRPr lang="en-DE"/>
            </a:p>
            <a:p>
              <a:pPr>
                <a:defRPr/>
              </a:pPr>
              <a:r>
                <a:rPr lang="en-GB"/>
                <a:t>Text over here Text over</a:t>
              </a:r>
              <a:endParaRPr lang="en-DE"/>
            </a:p>
          </p:txBody>
        </p:sp>
        <p:sp>
          <p:nvSpPr>
            <p:cNvPr id="28" name="Round Diagonal Corner of Rectangle 27">
              <a:extLst>
                <a:ext uri="{FF2B5EF4-FFF2-40B4-BE49-F238E27FC236}">
                  <a16:creationId xmlns:a16="http://schemas.microsoft.com/office/drawing/2014/main" id="{8A9ADC71-95F8-C997-6504-66E4ED465A6B}"/>
                </a:ext>
              </a:extLst>
            </p:cNvPr>
            <p:cNvSpPr/>
            <p:nvPr/>
          </p:nvSpPr>
          <p:spPr>
            <a:xfrm rot="10800000">
              <a:off x="3481622" y="4538132"/>
              <a:ext cx="2466355" cy="1049865"/>
            </a:xfrm>
            <a:prstGeom prst="round2DiagRect">
              <a:avLst>
                <a:gd name="adj1" fmla="val 39451"/>
                <a:gd name="adj2" fmla="val 0"/>
              </a:avLst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1274EDB9-18B3-F658-3232-3ABBD2631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30091" y="4823605"/>
              <a:ext cx="501989" cy="477699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6DFF0A1-A8BA-A492-8B08-0DABC61F0ED9}"/>
              </a:ext>
            </a:extLst>
          </p:cNvPr>
          <p:cNvGrpSpPr/>
          <p:nvPr/>
        </p:nvGrpSpPr>
        <p:grpSpPr>
          <a:xfrm>
            <a:off x="8974795" y="2602289"/>
            <a:ext cx="2466356" cy="2985709"/>
            <a:chOff x="8974795" y="2602289"/>
            <a:chExt cx="2466356" cy="2985709"/>
          </a:xfrm>
        </p:grpSpPr>
        <p:sp>
          <p:nvSpPr>
            <p:cNvPr id="4" name="Round Single Corner of Rectangle 3">
              <a:extLst>
                <a:ext uri="{FF2B5EF4-FFF2-40B4-BE49-F238E27FC236}">
                  <a16:creationId xmlns:a16="http://schemas.microsoft.com/office/drawing/2014/main" id="{86275812-0997-A4D9-1A9C-38ED63E9B30B}"/>
                </a:ext>
              </a:extLst>
            </p:cNvPr>
            <p:cNvSpPr/>
            <p:nvPr/>
          </p:nvSpPr>
          <p:spPr>
            <a:xfrm rot="10800000" flipH="1">
              <a:off x="8974796" y="2602289"/>
              <a:ext cx="2466355" cy="2985709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6" name="Text Placeholder 2">
              <a:extLst>
                <a:ext uri="{FF2B5EF4-FFF2-40B4-BE49-F238E27FC236}">
                  <a16:creationId xmlns:a16="http://schemas.microsoft.com/office/drawing/2014/main" id="{F6A60B88-82F1-EFFC-B0B8-E8082049DC82}"/>
                </a:ext>
              </a:extLst>
            </p:cNvPr>
            <p:cNvSpPr txBox="1">
              <a:spLocks/>
            </p:cNvSpPr>
            <p:nvPr/>
          </p:nvSpPr>
          <p:spPr>
            <a:xfrm>
              <a:off x="8974796" y="3007256"/>
              <a:ext cx="2466355" cy="325225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Title here</a:t>
              </a:r>
              <a:endParaRPr lang="en-DE"/>
            </a:p>
          </p:txBody>
        </p:sp>
        <p:sp>
          <p:nvSpPr>
            <p:cNvPr id="8" name="Text Placeholder 2">
              <a:extLst>
                <a:ext uri="{FF2B5EF4-FFF2-40B4-BE49-F238E27FC236}">
                  <a16:creationId xmlns:a16="http://schemas.microsoft.com/office/drawing/2014/main" id="{12638B48-F3B4-A44F-CFBC-F391FCED60B4}"/>
                </a:ext>
              </a:extLst>
            </p:cNvPr>
            <p:cNvSpPr txBox="1">
              <a:spLocks/>
            </p:cNvSpPr>
            <p:nvPr/>
          </p:nvSpPr>
          <p:spPr>
            <a:xfrm>
              <a:off x="9201124" y="3428503"/>
              <a:ext cx="2031871" cy="617892"/>
            </a:xfrm>
            <a:prstGeom prst="rect">
              <a:avLst/>
            </a:prstGeom>
          </p:spPr>
          <p:txBody>
            <a:bodyPr/>
            <a:lstStyle>
              <a:lvl1pPr marL="0" marR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 sz="14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1000"/>
                </a:spcBef>
                <a:defRPr/>
              </a:pPr>
              <a:r>
                <a:rPr lang="en-GB"/>
                <a:t>Text over here Text over here</a:t>
              </a:r>
              <a:r>
                <a:rPr lang="en-DE"/>
                <a:t> </a:t>
              </a:r>
              <a:r>
                <a:rPr lang="en-GB"/>
                <a:t>Text over here</a:t>
              </a:r>
              <a:endParaRPr lang="en-DE"/>
            </a:p>
            <a:p>
              <a:pPr>
                <a:defRPr/>
              </a:pPr>
              <a:r>
                <a:rPr lang="en-GB"/>
                <a:t>Text over here Text over</a:t>
              </a:r>
              <a:endParaRPr lang="en-DE"/>
            </a:p>
          </p:txBody>
        </p:sp>
        <p:sp>
          <p:nvSpPr>
            <p:cNvPr id="15" name="Round Diagonal Corner of Rectangle 14">
              <a:extLst>
                <a:ext uri="{FF2B5EF4-FFF2-40B4-BE49-F238E27FC236}">
                  <a16:creationId xmlns:a16="http://schemas.microsoft.com/office/drawing/2014/main" id="{70E112F0-5E10-8A57-0E16-E26F00F66C18}"/>
                </a:ext>
              </a:extLst>
            </p:cNvPr>
            <p:cNvSpPr/>
            <p:nvPr/>
          </p:nvSpPr>
          <p:spPr>
            <a:xfrm rot="10800000">
              <a:off x="8974795" y="4538132"/>
              <a:ext cx="2466355" cy="1049865"/>
            </a:xfrm>
            <a:prstGeom prst="round2DiagRect">
              <a:avLst>
                <a:gd name="adj1" fmla="val 39451"/>
                <a:gd name="adj2" fmla="val 0"/>
              </a:avLst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636F4E6C-1756-6070-3412-E6F6C31BF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978209" y="4827099"/>
              <a:ext cx="477699" cy="461506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C0A6D2B-1368-9C4C-81F9-69420B15DD3F}"/>
              </a:ext>
            </a:extLst>
          </p:cNvPr>
          <p:cNvGrpSpPr/>
          <p:nvPr/>
        </p:nvGrpSpPr>
        <p:grpSpPr>
          <a:xfrm>
            <a:off x="6224822" y="2602289"/>
            <a:ext cx="2466355" cy="2985709"/>
            <a:chOff x="6224822" y="2602289"/>
            <a:chExt cx="2466355" cy="2985709"/>
          </a:xfrm>
        </p:grpSpPr>
        <p:sp>
          <p:nvSpPr>
            <p:cNvPr id="16" name="Round Single Corner of Rectangle 15">
              <a:extLst>
                <a:ext uri="{FF2B5EF4-FFF2-40B4-BE49-F238E27FC236}">
                  <a16:creationId xmlns:a16="http://schemas.microsoft.com/office/drawing/2014/main" id="{35198624-86FC-1F3F-5DA3-238E9778F365}"/>
                </a:ext>
              </a:extLst>
            </p:cNvPr>
            <p:cNvSpPr/>
            <p:nvPr/>
          </p:nvSpPr>
          <p:spPr>
            <a:xfrm rot="10800000" flipH="1">
              <a:off x="6224822" y="2602289"/>
              <a:ext cx="2466355" cy="2985709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17" name="Text Placeholder 2">
              <a:extLst>
                <a:ext uri="{FF2B5EF4-FFF2-40B4-BE49-F238E27FC236}">
                  <a16:creationId xmlns:a16="http://schemas.microsoft.com/office/drawing/2014/main" id="{691DCF02-91A4-8BA3-07F7-A0FA10BCCB3D}"/>
                </a:ext>
              </a:extLst>
            </p:cNvPr>
            <p:cNvSpPr txBox="1">
              <a:spLocks/>
            </p:cNvSpPr>
            <p:nvPr/>
          </p:nvSpPr>
          <p:spPr>
            <a:xfrm>
              <a:off x="6224822" y="3007256"/>
              <a:ext cx="2466355" cy="325225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Title here</a:t>
              </a:r>
              <a:endParaRPr lang="en-DE"/>
            </a:p>
          </p:txBody>
        </p:sp>
        <p:sp>
          <p:nvSpPr>
            <p:cNvPr id="18" name="Text Placeholder 2">
              <a:extLst>
                <a:ext uri="{FF2B5EF4-FFF2-40B4-BE49-F238E27FC236}">
                  <a16:creationId xmlns:a16="http://schemas.microsoft.com/office/drawing/2014/main" id="{3F682BF3-D8FA-5B8D-178C-080E72D5B58C}"/>
                </a:ext>
              </a:extLst>
            </p:cNvPr>
            <p:cNvSpPr txBox="1">
              <a:spLocks/>
            </p:cNvSpPr>
            <p:nvPr/>
          </p:nvSpPr>
          <p:spPr>
            <a:xfrm>
              <a:off x="6451150" y="3428503"/>
              <a:ext cx="2031871" cy="617892"/>
            </a:xfrm>
            <a:prstGeom prst="rect">
              <a:avLst/>
            </a:prstGeom>
          </p:spPr>
          <p:txBody>
            <a:bodyPr/>
            <a:lstStyle>
              <a:lvl1pPr marL="0" marR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 sz="14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1000"/>
                </a:spcBef>
                <a:defRPr/>
              </a:pPr>
              <a:r>
                <a:rPr lang="en-GB"/>
                <a:t>Text over here Text over here</a:t>
              </a:r>
              <a:r>
                <a:rPr lang="en-DE"/>
                <a:t> </a:t>
              </a:r>
              <a:r>
                <a:rPr lang="en-GB"/>
                <a:t>Text over here</a:t>
              </a:r>
              <a:endParaRPr lang="en-DE"/>
            </a:p>
            <a:p>
              <a:pPr>
                <a:defRPr/>
              </a:pPr>
              <a:r>
                <a:rPr lang="en-GB"/>
                <a:t>Text over here Text over</a:t>
              </a:r>
              <a:endParaRPr lang="en-DE"/>
            </a:p>
          </p:txBody>
        </p:sp>
        <p:sp>
          <p:nvSpPr>
            <p:cNvPr id="27" name="Round Diagonal Corner of Rectangle 26">
              <a:extLst>
                <a:ext uri="{FF2B5EF4-FFF2-40B4-BE49-F238E27FC236}">
                  <a16:creationId xmlns:a16="http://schemas.microsoft.com/office/drawing/2014/main" id="{B8A8E24E-1E30-E7E8-922A-FA174C432D1E}"/>
                </a:ext>
              </a:extLst>
            </p:cNvPr>
            <p:cNvSpPr/>
            <p:nvPr/>
          </p:nvSpPr>
          <p:spPr>
            <a:xfrm rot="10800000">
              <a:off x="6224822" y="4538132"/>
              <a:ext cx="2466355" cy="1049865"/>
            </a:xfrm>
            <a:prstGeom prst="round2DiagRect">
              <a:avLst>
                <a:gd name="adj1" fmla="val 39451"/>
                <a:gd name="adj2" fmla="val 0"/>
              </a:avLst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8F31CC7A-BC3E-CFBD-702D-A0E31C748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29007" y="4827099"/>
              <a:ext cx="477699" cy="461506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99D204E-A844-DD4F-7C18-BE1E9104E16A}"/>
              </a:ext>
            </a:extLst>
          </p:cNvPr>
          <p:cNvGrpSpPr/>
          <p:nvPr/>
        </p:nvGrpSpPr>
        <p:grpSpPr>
          <a:xfrm>
            <a:off x="751968" y="2602289"/>
            <a:ext cx="2466356" cy="2985709"/>
            <a:chOff x="751968" y="2602289"/>
            <a:chExt cx="2466356" cy="2985709"/>
          </a:xfrm>
        </p:grpSpPr>
        <p:sp>
          <p:nvSpPr>
            <p:cNvPr id="23" name="Round Single Corner of Rectangle 22">
              <a:extLst>
                <a:ext uri="{FF2B5EF4-FFF2-40B4-BE49-F238E27FC236}">
                  <a16:creationId xmlns:a16="http://schemas.microsoft.com/office/drawing/2014/main" id="{21E5222D-51A2-A6D2-6F3B-A3D29C8173DD}"/>
                </a:ext>
              </a:extLst>
            </p:cNvPr>
            <p:cNvSpPr/>
            <p:nvPr/>
          </p:nvSpPr>
          <p:spPr>
            <a:xfrm rot="10800000" flipH="1">
              <a:off x="751969" y="2602289"/>
              <a:ext cx="2466355" cy="2985709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24" name="Text Placeholder 2">
              <a:extLst>
                <a:ext uri="{FF2B5EF4-FFF2-40B4-BE49-F238E27FC236}">
                  <a16:creationId xmlns:a16="http://schemas.microsoft.com/office/drawing/2014/main" id="{D00EB9F0-530F-36BE-8F71-FB38A5CB4EAB}"/>
                </a:ext>
              </a:extLst>
            </p:cNvPr>
            <p:cNvSpPr txBox="1">
              <a:spLocks/>
            </p:cNvSpPr>
            <p:nvPr/>
          </p:nvSpPr>
          <p:spPr>
            <a:xfrm>
              <a:off x="751969" y="3007256"/>
              <a:ext cx="2466355" cy="325225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Title here</a:t>
              </a:r>
              <a:endParaRPr lang="en-DE" dirty="0"/>
            </a:p>
          </p:txBody>
        </p:sp>
        <p:sp>
          <p:nvSpPr>
            <p:cNvPr id="26" name="Text Placeholder 2">
              <a:extLst>
                <a:ext uri="{FF2B5EF4-FFF2-40B4-BE49-F238E27FC236}">
                  <a16:creationId xmlns:a16="http://schemas.microsoft.com/office/drawing/2014/main" id="{23FB91C9-18F7-BABB-5930-40429CA6525E}"/>
                </a:ext>
              </a:extLst>
            </p:cNvPr>
            <p:cNvSpPr txBox="1">
              <a:spLocks/>
            </p:cNvSpPr>
            <p:nvPr/>
          </p:nvSpPr>
          <p:spPr>
            <a:xfrm>
              <a:off x="978297" y="3428503"/>
              <a:ext cx="2031871" cy="617892"/>
            </a:xfrm>
            <a:prstGeom prst="rect">
              <a:avLst/>
            </a:prstGeom>
          </p:spPr>
          <p:txBody>
            <a:bodyPr/>
            <a:lstStyle>
              <a:lvl1pPr marL="0" marR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 sz="14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1000"/>
                </a:spcBef>
                <a:defRPr/>
              </a:pPr>
              <a:r>
                <a:rPr lang="en-GB" dirty="0"/>
                <a:t>Text over here Text over here</a:t>
              </a:r>
              <a:r>
                <a:rPr lang="en-DE" dirty="0"/>
                <a:t> </a:t>
              </a:r>
              <a:r>
                <a:rPr lang="en-GB" dirty="0"/>
                <a:t>Text over here</a:t>
              </a:r>
              <a:endParaRPr lang="en-DE" dirty="0"/>
            </a:p>
            <a:p>
              <a:pPr>
                <a:defRPr/>
              </a:pPr>
              <a:r>
                <a:rPr lang="en-GB" dirty="0"/>
                <a:t>Text over here Text over</a:t>
              </a:r>
              <a:endParaRPr lang="en-DE" dirty="0"/>
            </a:p>
          </p:txBody>
        </p:sp>
        <p:sp>
          <p:nvSpPr>
            <p:cNvPr id="29" name="Round Diagonal Corner of Rectangle 28">
              <a:extLst>
                <a:ext uri="{FF2B5EF4-FFF2-40B4-BE49-F238E27FC236}">
                  <a16:creationId xmlns:a16="http://schemas.microsoft.com/office/drawing/2014/main" id="{0CB4355F-1DA8-12A7-7018-4451DCEC0FAD}"/>
                </a:ext>
              </a:extLst>
            </p:cNvPr>
            <p:cNvSpPr/>
            <p:nvPr/>
          </p:nvSpPr>
          <p:spPr>
            <a:xfrm rot="10800000">
              <a:off x="751968" y="4538132"/>
              <a:ext cx="2466355" cy="1049865"/>
            </a:xfrm>
            <a:prstGeom prst="round2DiagRect">
              <a:avLst>
                <a:gd name="adj1" fmla="val 39451"/>
                <a:gd name="adj2" fmla="val 0"/>
              </a:avLst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8CC2DFC8-3DC3-43C8-FD68-A2D561AAA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634987" y="4821859"/>
              <a:ext cx="534375" cy="4857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13175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44646-6837-035E-40FA-E45BE5209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354F0-7D0E-FB3F-F5B2-4EAA7737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350A-29EC-E546-BCCA-FF7831B45487}" type="slidenum">
              <a:rPr lang="en-DE"/>
              <a:pPr/>
              <a:t>42</a:t>
            </a:fld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7BCB56-5D9A-6DFC-5895-5EF107A02A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4552FA-0CBD-C453-0119-983303FBD96A}"/>
              </a:ext>
            </a:extLst>
          </p:cNvPr>
          <p:cNvSpPr txBox="1"/>
          <p:nvPr/>
        </p:nvSpPr>
        <p:spPr>
          <a:xfrm>
            <a:off x="717973" y="4371150"/>
            <a:ext cx="16993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>
                <a:solidFill>
                  <a:schemeClr val="accent5"/>
                </a:solidFill>
              </a:rPr>
              <a:t>Title over here</a:t>
            </a:r>
          </a:p>
          <a:p>
            <a:pPr algn="ctr"/>
            <a:r>
              <a:rPr lang="en-GB" sz="1400"/>
              <a:t>Text over here text over here text over here over</a:t>
            </a:r>
            <a:endParaRPr lang="en-DE" sz="14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3B9633-1692-44BA-F6AE-59788EE24312}"/>
              </a:ext>
            </a:extLst>
          </p:cNvPr>
          <p:cNvSpPr/>
          <p:nvPr/>
        </p:nvSpPr>
        <p:spPr>
          <a:xfrm>
            <a:off x="1465070" y="4002582"/>
            <a:ext cx="186870" cy="18687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A32C243-C07F-6706-DB6D-0A2B7A878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95650" y="3177468"/>
            <a:ext cx="293454" cy="2515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B86B435-A24F-595A-3014-AC24FBABCC8D}"/>
              </a:ext>
            </a:extLst>
          </p:cNvPr>
          <p:cNvSpPr txBox="1"/>
          <p:nvPr/>
        </p:nvSpPr>
        <p:spPr>
          <a:xfrm>
            <a:off x="3006150" y="4371150"/>
            <a:ext cx="16993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>
                <a:solidFill>
                  <a:schemeClr val="accent1"/>
                </a:solidFill>
              </a:rPr>
              <a:t>Title over here</a:t>
            </a:r>
          </a:p>
          <a:p>
            <a:pPr algn="ctr"/>
            <a:r>
              <a:rPr lang="en-GB" sz="1400"/>
              <a:t>Text over here text over here text over here over</a:t>
            </a:r>
            <a:endParaRPr lang="en-DE" sz="14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7204FAA-87E7-2D03-8386-E27C77A462EE}"/>
              </a:ext>
            </a:extLst>
          </p:cNvPr>
          <p:cNvSpPr/>
          <p:nvPr/>
        </p:nvSpPr>
        <p:spPr>
          <a:xfrm>
            <a:off x="3753247" y="4002582"/>
            <a:ext cx="186870" cy="1868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3D3C93-244D-BBF8-2CCB-E70E34A04814}"/>
              </a:ext>
            </a:extLst>
          </p:cNvPr>
          <p:cNvSpPr txBox="1"/>
          <p:nvPr/>
        </p:nvSpPr>
        <p:spPr>
          <a:xfrm>
            <a:off x="5294327" y="4371150"/>
            <a:ext cx="16993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/>
              <a:t>Title over here</a:t>
            </a:r>
          </a:p>
          <a:p>
            <a:pPr algn="ctr"/>
            <a:r>
              <a:rPr lang="en-GB" sz="1400"/>
              <a:t>Text over here text over here text over here over</a:t>
            </a:r>
            <a:endParaRPr lang="en-DE" sz="140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51F2059-33DE-44B1-C214-2F194CBC6DC5}"/>
              </a:ext>
            </a:extLst>
          </p:cNvPr>
          <p:cNvSpPr/>
          <p:nvPr/>
        </p:nvSpPr>
        <p:spPr>
          <a:xfrm>
            <a:off x="6041424" y="4002582"/>
            <a:ext cx="186870" cy="186870"/>
          </a:xfrm>
          <a:prstGeom prst="ellipse">
            <a:avLst/>
          </a:prstGeom>
          <a:solidFill>
            <a:srgbClr val="4035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DE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970DE6-DF2E-6225-BA93-9B4B10E6B9EC}"/>
              </a:ext>
            </a:extLst>
          </p:cNvPr>
          <p:cNvSpPr txBox="1"/>
          <p:nvPr/>
        </p:nvSpPr>
        <p:spPr>
          <a:xfrm>
            <a:off x="7582504" y="4371150"/>
            <a:ext cx="16993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/>
              <a:t>Title over here</a:t>
            </a:r>
          </a:p>
          <a:p>
            <a:pPr algn="ctr"/>
            <a:r>
              <a:rPr lang="en-GB" sz="1400"/>
              <a:t>Text over here text over here text over here over</a:t>
            </a:r>
            <a:endParaRPr lang="en-DE" sz="140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BB90A94-C966-1833-767B-D71A8201F55A}"/>
              </a:ext>
            </a:extLst>
          </p:cNvPr>
          <p:cNvSpPr/>
          <p:nvPr/>
        </p:nvSpPr>
        <p:spPr>
          <a:xfrm>
            <a:off x="8329601" y="4002582"/>
            <a:ext cx="186870" cy="18687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DE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24CB3B-28B9-84BE-1FC0-C4A6883BD18E}"/>
              </a:ext>
            </a:extLst>
          </p:cNvPr>
          <p:cNvSpPr txBox="1"/>
          <p:nvPr/>
        </p:nvSpPr>
        <p:spPr>
          <a:xfrm>
            <a:off x="9870682" y="4371150"/>
            <a:ext cx="16993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>
                <a:solidFill>
                  <a:srgbClr val="403592"/>
                </a:solidFill>
              </a:rPr>
              <a:t>Title over here</a:t>
            </a:r>
          </a:p>
          <a:p>
            <a:pPr algn="ctr"/>
            <a:r>
              <a:rPr lang="en-GB" sz="1400"/>
              <a:t>Text over here text over here text over here over</a:t>
            </a:r>
            <a:endParaRPr lang="en-DE" sz="140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7F5E000-2F82-E428-E87B-1D2810B3BD66}"/>
              </a:ext>
            </a:extLst>
          </p:cNvPr>
          <p:cNvSpPr/>
          <p:nvPr/>
        </p:nvSpPr>
        <p:spPr>
          <a:xfrm>
            <a:off x="10617779" y="4002582"/>
            <a:ext cx="186870" cy="18687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DE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02E56C85-05B6-C4F0-AC3E-12AA7B295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8927" y="3177468"/>
            <a:ext cx="293454" cy="251532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6FC25F3B-D1F4-BC23-DF20-9EEFF21375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5472" y="3177468"/>
            <a:ext cx="293454" cy="251532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76979D5E-6599-21CE-FD61-1B1299C333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3106" y="3177468"/>
            <a:ext cx="293454" cy="251532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0FB4F19D-7B11-5749-FA99-8AA21511B7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177010" y="2782379"/>
            <a:ext cx="781253" cy="899624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C9E23932-D721-CE9A-9CB4-1B894D90F4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455867" y="2782379"/>
            <a:ext cx="781252" cy="899624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14A87BAD-7A02-8DA8-A863-28409575850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741867" y="2782379"/>
            <a:ext cx="781252" cy="899624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9FD9F2D9-1A3C-A2D7-726B-AA079550EE1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016735" y="2782379"/>
            <a:ext cx="781252" cy="899624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3E8B5E15-73CD-D01C-868D-153FFBEC1C2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10320587" y="2782379"/>
            <a:ext cx="781252" cy="89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132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A6E4488-E26F-712E-E29B-E963F31C3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7704" y="2240462"/>
            <a:ext cx="6266946" cy="1003628"/>
          </a:xfrm>
        </p:spPr>
        <p:txBody>
          <a:bodyPr/>
          <a:lstStyle/>
          <a:p>
            <a:pPr algn="ctr"/>
            <a:r>
              <a:rPr lang="en-DE"/>
              <a:t>Thank you!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3CFEA05-4A62-2124-269C-14F8322F98AF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defPPr>
              <a:defRPr lang="en-DE"/>
            </a:defPPr>
            <a:lvl1pPr marL="0" algn="ctr" defTabSz="914400" rtl="0" eaLnBrk="1" latinLnBrk="0" hangingPunct="1">
              <a:defRPr sz="600" b="0" kern="120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A2350A-29EC-E546-BCCA-FF7831B45487}" type="slidenum">
              <a:rPr lang="en-US" smtClean="0">
                <a:solidFill>
                  <a:schemeClr val="bg1"/>
                </a:solidFill>
              </a:rPr>
              <a:pPr/>
              <a:t>43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7674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ADF62-3BC2-CF06-D301-C3D416899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9F70E5-00A1-501E-15DC-382FE0975A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064389-E369-E06B-9860-4FD37A3163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8EB316-456C-DB96-C640-76B15BA4A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A2350A-29EC-E546-BCCA-FF7831B45487}" type="slidenum">
              <a:rPr lang="en-DE"/>
              <a:pPr/>
              <a:t>44</a:t>
            </a:fld>
            <a:endParaRPr lang="en-D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9215F6-C033-B424-90CB-32F69E0C9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Content Placeholder 10">
            <a:extLst>
              <a:ext uri="{FF2B5EF4-FFF2-40B4-BE49-F238E27FC236}">
                <a16:creationId xmlns:a16="http://schemas.microsoft.com/office/drawing/2014/main" id="{D4CD692C-5BDC-010F-5B1C-BDE49D7706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1755262"/>
              </p:ext>
            </p:extLst>
          </p:nvPr>
        </p:nvGraphicFramePr>
        <p:xfrm>
          <a:off x="5548630" y="1591345"/>
          <a:ext cx="5622925" cy="3227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79D269D8-0092-DE6E-8CD0-47C82BB06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189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10sIl9taWxlc3RvbmVzIjpbeyIkaWQiOiI1IiwiSWQiOiJkY2RhZDQ0OC1kY2U1LTQ5MTktOTFmNS05ZWMwOTM5M2UwMzEiLCJJbmRleCI6MCwiR3JvdXBJZCI6bnVsbCwiVGl0bGUiOiJQTyAiLCJEYXRlVGltZSI6IjIwMjYtMDEtMDdUMjM6NTk6MDAiLCJQZXJjZW50YWdlQ29tcGxldGUiOjEwMC4wLCJOb3RlIjpudWxsLCJTdHlsZSI6eyIkaWQiOiI2IiwiVGl0bGVQb3NpdGlvbiI6IlJpZ2h0IiwiRGF0ZVBvc2l0aW9uIjoiTGVmdCIsIlNoYXBlVHlwZSI6OCwiU2hhcGVTaXplIjoxLCJTcGFjaW5nIjo1LCJTaGFwZVN0eWxlIjp7IiRpZCI6IjciLCJNYXJnaW4iOnsiJGlkIjoiOCIsIlRvcCI6MC4wLCJMZWZ0IjowLjAsIlJpZ2h0IjowLjAsIkJvdHRvbSI6MC4wfSwiUGFkZGluZyI6eyIkaWQiOiI5IiwiVG9wIjowLjAsIkxlZnQiOjAuMCwiUmlnaHQiOjAuMCwiQm90dG9tIjowLjB9LCJCYWNrZ3JvdW5kIjp7IiRpZCI6IjEwIiwiQ29sb3IiOnsiJGlkIjoiMTEiLCJBIjoyNTUsIlIiOjEzMiwiRyI6NjAsIkIiOjEyfX0sIklzVmlzaWJsZSI6dHJ1ZSwiV2lkdGgiOjE4LjAsIkhlaWdodCI6MjAuMCwiQm9yZGVyU3R5bGUiOnsiJGlkIjoiMTIiLCJMaW5lQ29sb3IiOnsiJGlkIjoiMTMiLCIkdHlwZSI6Ik5MUkUuQ29tbW9uLkRvbS5Tb2xpZENvbG9yQnJ1c2gsIE5MUkUuQ29tbW9uIiwiQ29sb3IiOnsiJGlkIjoiMTQiLCJBIjoyNTUsIlIiOjIzNCwiRyI6MjIsIkIiOjMwfX0sIkxpbmVXZWlnaHQiOjAuMCwiTGluZVR5cGUiOjAsIlBhcmVudFN0eWxlIjpudWxsfSwiUGFyZW50U3R5bGUiOm51bGx9LCJUaXRsZVN0eWxlIjp7IiRpZCI6IjE1IiwiRm9udFNldHRpbmdzIjp7IiRpZCI6IjE2IiwiRm9udFNpemUiOjksIkZvbnROYW1lIjoiQ2FsaWJyaSIsIklzQm9sZCI6dHJ1ZSwiSXNJdGFsaWMiOmZhbHNlLCJJc1VuZGVybGluZWQiOmZhbHNlLCJQYXJlbnRTdHlsZSI6bnVsbH0sIkF1dG9TaXplIjowLCJGb3JlZ3JvdW5kIjp7IiRpZCI6IjE3IiwiQ29sb3IiOnsiJGlkIjoiMTg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kiLCJUb3AiOjAuMCwiTGVmdCI6MC4wLCJSaWdodCI6MC4wLCJCb3R0b20iOjAuMH0sIlBhZGRpbmciOnsiJGlkIjoiMjAiLCJUb3AiOjAuMCwiTGVmdCI6MC4wLCJSaWdodCI6MC4wLCJCb3R0b20iOjAuMH0sIkJhY2tncm91bmQiOnsiJGlkIjoiMjEiLCJDb2xvciI6eyIkaWQiOiIyMiIsIkEiOjg5LCJSIjowLCJHIjowLCJCIjowfX0sIklzVmlzaWJsZSI6dHJ1ZSwiV2lkdGgiOjAuMCwiSGVpZ2h0IjowLjAsIkJvcmRlclN0eWxlIjp7IiRpZCI6IjIzIiwiTGluZUNvbG9yIjpudWxsLCJMaW5lV2VpZ2h0IjowLjAsIkxpbmVUeXBlIjowLCJQYXJlbnRTdHlsZSI6bnVsbH0sIlBhcmVudFN0eWxlIjpudWxsfSwiRGF0ZVN0eWxlIjp7IiRpZCI6IjI0IiwiRm9udFNldHRpbmdzIjp7IiRpZCI6IjI1IiwiRm9udFNpemUiOjksIkZvbnROYW1lIjoiQ2FsaWJyaSIsIklzQm9sZCI6ZmFsc2UsIklzSXRhbGljIjpmYWxzZSwiSXNVbmRlcmxpbmVkIjpmYWxzZSwiUGFyZW50U3R5bGUiOm51bGx9LCJBdXRvU2l6ZSI6MCwiRm9yZWdyb3VuZCI6eyIkaWQiOiIyNiIsIkNvbG9yIjp7IiRpZCI6IjI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OCIsIlRvcCI6MC4wLCJMZWZ0IjowLjAsIlJpZ2h0IjowLjAsIkJvdHRvbSI6MC4wfSwiUGFkZGluZyI6eyIkaWQiOiIyOSIsIlRvcCI6MC4wLCJMZWZ0IjowLjAsIlJpZ2h0IjowLjAsIkJvdHRvbSI6MC4wfSwiQmFja2dyb3VuZCI6eyIkaWQiOiIzMCIsIkNvbG9yIjp7IiRpZCI6IjMxIiwiQSI6ODksIlIiOjAsIkciOjAsIkIiOjB9fSwiSXNWaXNpYmxlIjpmYWxzZSwiV2lkdGgiOjAuMCwiSGVpZ2h0IjowLjAsIkJvcmRlclN0eWxlIjp7IiRpZCI6IjMyIiwiTGluZUNvbG9yIjpudWxsLCJMaW5lV2VpZ2h0IjowLjAsIkxpbmVUeXBlIjowLCJQYXJlbnRTdHlsZSI6bnVsbH0sIlBhcmVudFN0eWxlIjpudWxsfSwiRGF0ZUZvcm1hdCI6eyIkaWQiOiIz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CIsIkZvcm1hdCI6MCwiSXNWaXNpYmxlIjpmYWxzZSwiTGFzdEtub3duVmlzaWJpbGl0eVN0YXRlIjpmYWxzZX0sIklzVmlzaWJsZSI6dHJ1ZSwiUGFyZW50U3R5bGUiOm51bGx9LCJIeXBlcmxpbmsiOm51bGwsIkltcG9ydElkIjoiIn1dLCJJZCI6IjAwMDAwMDAwLTAwMDAtMDAwMC0wMDAwLTAwMDAwMDAwMDAwMCIsIklzU2luZ2xlSXRlbVJvdyI6dHJ1ZX0seyIkaWQiOiIzNSIsIl90YXNrcyI6W3siJGlkIjoiMzYiLCJfYXR0YWNoZWRNaWxlc3RvbmVzIjpbXSwiVGFza0RlZmluaXRpb24iOnsiJGlkIjoiMzciLCJHcm91cE5hbWUiOm51bGwsIlN0YXJ0RGF0ZSI6IjIwMjYtMDEtMDdUMDA6MDA6MDBaIiwiRW5kRGF0ZSI6IjIwMjYtMDEtMDdUMTE6NTk6MDBaIiwiUGVyY2VudGFnZUNvbXBsZXRlIjoxMDAuMCwiU3R5bGUiOnsiJGlkIjoiMzgiLCJTaGFwZSI6NywiU2hhcGVUaGlja25lc3MiOjAsIkR1cmF0aW9uRm9ybWF0IjowLCJJbmNsdWRlTm9uV29ya2luZ0RheXNJbkR1cmF0aW9uIjpmYWxzZSwiUGVyY2VudGFnZUNvbXBsZXRlU3R5bGUiOnsiJGlkIjoiMzkiLCJGb250U2V0dGluZ3MiOnsiJGlkIjoiNDAiLCJGb250U2l6ZSI6MTAsIkZvbnROYW1lIjoiQ2FsaWJyaSIsIklzQm9sZCI6dHJ1ZSwiSXNJdGFsaWMiOmZhbHNlLCJJc1VuZGVybGluZWQiOmZhbHNlLCJQYXJlbnRTdHlsZSI6bnVsbH0sIkF1dG9TaXplIjowLCJGb3JlZ3JvdW5kIjp7IiRpZCI6IjQxIiwiQ29sb3IiOnsiJGlkIjoiNDI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pZCI6IjQzIiwiVG9wIjowLjAsIkxlZnQiOjAuMCwiUmlnaHQiOjAuMCwiQm90dG9tIjowLjB9LCJQYWRkaW5nIjp7IiRpZCI6IjQ0IiwiVG9wIjowLjAsIkxlZnQiOjAuMCwiUmlnaHQiOjAuMCwiQm90dG9tIjowLjB9LCJCYWNrZ3JvdW5kIjp7IiRpZCI6IjQ1IiwiQ29sb3IiOnsiJGlkIjoiNDYiLCJBIjo4OSwiUiI6MCwiRyI6MCwiQiI6MH19LCJJc1Zpc2libGUiOnRydWUsIldpZHRoIjowLjAsIkhlaWdodCI6MC4wLCJCb3JkZXJTdHlsZSI6eyIkaWQiOiI0NyIsIkxpbmVDb2xvciI6bnVsbCwiTGluZVdlaWdodCI6MC4wLCJMaW5lVHlwZSI6MCwiUGFyZW50U3R5bGUiOm51bGx9LCJQYXJlbnRTdHlsZSI6bnVsbH0sIkR1cmF0aW9uU3R5bGUiOnsiJGlkIjoiNDgiLCJGb250U2V0dGluZ3MiOnsiJGlkIjoiNDkiLCJGb250U2l6ZSI6MTAsIkZvbnROYW1lIjoiQ2FsaWJyaSIsIklzQm9sZCI6ZmFsc2UsIklzSXRhbGljIjpmYWxzZSwiSXNVbmRlcmxpbmVkIjpmYWxzZSwiUGFyZW50U3R5bGUiOm51bGx9LCJBdXRvU2l6ZSI6MCwiRm9yZWdyb3VuZCI6eyIkaWQiOiI1MCIsIkNvbG9yIjp7IiRpZCI6IjU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TIiLCJUb3AiOjAuMCwiTGVmdCI6MC4wLCJSaWdodCI6MC4wLCJCb3R0b20iOjAuMH0sIlBhZGRpbmciOnsiJGlkIjoiNTMiLCJUb3AiOjAuMCwiTGVmdCI6MC4wLCJSaWdodCI6MC4wLCJCb3R0b20iOjAuMH0sIkJhY2tncm91bmQiOnsiJGlkIjoiNTQiLCJDb2xvciI6eyIkaWQiOiI1NSIsIkEiOjg5LCJSIjowLCJHIjowLCJCIjowfX0sIklzVmlzaWJsZSI6dHJ1ZSwiV2lkdGgiOjAuMCwiSGVpZ2h0IjowLjAsIkJvcmRlclN0eWxlIjp7IiRpZCI6IjU2IiwiTGluZUNvbG9yIjpudWxsLCJMaW5lV2VpZ2h0IjowLjAsIkxpbmVUeXBlIjowLCJQYXJlbnRTdHlsZSI6bnVsbH0sIlBhcmVudFN0eWxlIjpudWxsfSwiSG9yaXpvbnRhbENvbm5lY3RvclN0eWxlIjp7IiRpZCI6IjU3IiwiTGluZUNvbG9yIjp7IiRpZCI6IjU4IiwiJHR5cGUiOiJOTFJFLkNvbW1vbi5Eb20uU29saWRDb2xvckJydXNoLCBOTFJFLkNvbW1vbiIsIkNvbG9yIjp7IiRpZCI6IjU5IiwiQSI6MjU1LCJSIjoyMDQsIkciOjIwNCwiQiI6MjA0fX0sIkxpbmVXZWlnaHQiOjEuMCwiTGluZVR5cGUiOjAsIlBhcmVudFN0eWxlIjpudWxsfSwiVmVydGljYWxDb25uZWN0b3JTdHlsZSI6eyIkaWQiOiI2MCIsIkxpbmVDb2xvciI6eyIkaWQiOiI2MSIsIiR0eXBlIjoiTkxSRS5Db21tb24uRG9tLlNvbGlkQ29sb3JCcnVzaCwgTkxSRS5Db21tb24iLCJDb2xvciI6eyIkaWQiOiI2MiIsIkEiOjI1NSwiUiI6MjA0LCJHIjoyMDQsIkIiOjIwNH19LCJMaW5lV2VpZ2h0IjowLjAsIkxpbmVUeXBlIjowLCJQYXJlbnRTdHlsZSI6bnVsbH0sIk1hcmdpbiI6bnVsbCwiU3RhcnREYXRlUG9zaXRpb24iOjYsIkVuZERhdGVQb3NpdGlvbiI6NiwiRGF0ZUlzVmlzaWJsZSI6ZmFsc2UsIlRpdGxlUG9zaXRpb24iOjMsIkR1cmF0aW9uUG9zaXRpb24iOjYsIlBlcmNlbnRhZ2VDb21wbGV0ZWRQb3NpdGlvbiI6NiwiU3BhY2luZyI6NCwiSXNCZWxvd1RpbWViYW5kIjp0cnVlLCJQZXJjZW50YWdlQ29tcGxldGVTaGFwZU9wYWNpdHkiOjM1LCJCYXNlbGluZVN0eWxlIjp7IiRpZCI6IjYzIiwiU2hhcGVTdHlsZSI6eyIkaWQiOiI2NCIsIk1hcmdpbiI6eyIkaWQiOiI2NSIsIlRvcCI6MC4wLCJMZWZ0IjowLjAsIlJpZ2h0IjowLjAsIkJvdHRvbSI6MC4wfSwiUGFkZGluZyI6eyIkaWQiOiI2NiIsIlRvcCI6MC4wLCJMZWZ0IjowLjAsIlJpZ2h0IjowLjAsIkJvdHRvbSI6MC4wfSwiQmFja2dyb3VuZCI6eyIkaWQiOiI2NyIsIkNvbG9yIjp7IiRpZCI6IjY4IiwiQSI6MTUzLCJSIjowLCJHIjowLCJCIjowfX0sIklzVmlzaWJsZSI6dHJ1ZSwiV2lkdGgiOjAuMCwiSGVpZ2h0IjowLjAsIkJvcmRlclN0eWxlIjpudWxsLCJQYXJlbnRTdHlsZSI6bnVsbH0sIk1hcmdpbiI6eyIkaWQiOiI2OSIsIlRvcCI6MC4wLCJMZWZ0IjowLjAsIlJpZ2h0IjowLjAsIkJvdHRvbSI6MC4wfSwiUGFkZGluZyI6eyIkaWQiOiI3MCIsIlRvcCI6MC4wLCJMZWZ0IjowLjAsIlJpZ2h0IjowLjAsIkJvdHRvbSI6MC4wfSwiQmFja2dyb3VuZCI6bnVsbCwiSXNWaXNpYmxlIjp0cnVlLCJXaWR0aCI6MC4wLCJIZWlnaHQiOjAuMCwiQm9yZGVyU3R5bGUiOm51bGwsIlBhcmVudFN0eWxlIjpudWxsfSwiU2hhcGVTdHlsZSI6eyIkaWQiOiI3MSIsIk1hcmdpbiI6eyIkaWQiOiI3MiIsIlRvcCI6MC4wLCJMZWZ0Ijo0LjAsIlJpZ2h0Ijo0LjAsIkJvdHRvbSI6MC4wfSwiUGFkZGluZyI6eyIkaWQiOiI3MyIsIlRvcCI6MC4wLCJMZWZ0IjowLjAsIlJpZ2h0IjowLjAsIkJvdHRvbSI6MC4wfSwiQmFja2dyb3VuZCI6eyIkaWQiOiI3NCIsIkNvbG9yIjp7IiRpZCI6Ijc1IiwiQSI6MjU1LCJSIjoyNTUsIkciOjE5MiwiQiI6MH19LCJJc1Zpc2libGUiOnRydWUsIldpZHRoIjowLjAsIkhlaWdodCI6MTMuNDI2NjY2NjY2NjY2Njc3LCJCb3JkZXJTdHlsZSI6eyIkaWQiOiI3NiIsIkxpbmVDb2xvciI6eyIkaWQiOiI3NyIsIiR0eXBlIjoiTkxSRS5Db21tb24uRG9tLlNvbGlkQ29sb3JCcnVzaCwgTkxSRS5Db21tb24iLCJDb2xvciI6eyIkaWQiOiI3OCIsIkEiOjI1NSwiUiI6MjYsIkciOjE4LCJCIjo4OX19LCJMaW5lV2VpZ2h0IjowLjAsIkxpbmVUeXBlIjowLCJQYXJlbnRTdHlsZSI6bnVsbH0sIlBhcmVudFN0eWxlIjpudWxsfSwiVGl0bGVTdHlsZSI6eyIkaWQiOiI3OSIsIkZvbnRTZXR0aW5ncyI6eyIkaWQiOiI4MCIsIkZvbnRTaXplIjo5LCJGb250TmFtZSI6IkNhbGlicmkiLCJJc0JvbGQiOnRydWUsIklzSXRhbGljIjpmYWxzZSwiSXNVbmRlcmxpbmVkIjpmYWxzZSwiUGFyZW50U3R5bGUiOm51bGx9LCJBdXRvU2l6ZSI6MCwiRm9yZWdyb3VuZCI6eyIkaWQiOiI4MSIsIkNvbG9yIjp7IiRpZCI6Ijgy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gzIiwiVG9wIjowLjAsIkxlZnQiOjAuMCwiUmlnaHQiOjAuMCwiQm90dG9tIjowLjB9LCJQYWRkaW5nIjp7IiRpZCI6Ijg0IiwiVG9wIjowLjAsIkxlZnQiOjAuMCwiUmlnaHQiOjAuMCwiQm90dG9tIjowLjB9LCJCYWNrZ3JvdW5kIjp7IiRpZCI6Ijg1IiwiQ29sb3IiOnsiJGlkIjoiODYiLCJBIjowLCJSIjoyNTUsIkciOjI1NSwiQiI6MjU1fX0sIklzVmlzaWJsZSI6dHJ1ZSwiV2lkdGgiOjAuMCwiSGVpZ2h0IjowLjAsIkJvcmRlclN0eWxlIjp7IiRpZCI6Ijg3IiwiTGluZUNvbG9yIjpudWxsLCJMaW5lV2VpZ2h0IjowLjAsIkxpbmVUeXBlIjowLCJQYXJlbnRTdHlsZSI6bnVsbH0sIlBhcmVudFN0eWxlIjpudWxsfSwiRGF0ZVN0eWxlIjp7IiRpZCI6Ijg4IiwiRm9udFNldHRpbmdzIjp7IiRpZCI6Ijg5IiwiRm9udFNpemUiOjEwLCJGb250TmFtZSI6IkNhbGlicmkiLCJJc0JvbGQiOmZhbHNlLCJJc0l0YWxpYyI6ZmFsc2UsIklzVW5kZXJsaW5lZCI6ZmFsc2UsIlBhcmVudFN0eWxlIjpudWxsfSwiQXV0b1NpemUiOjAsIkZvcmVncm91bmQiOnsiJGlkIjoiOTAiLCJDb2xvciI6eyIkaWQiOiI5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OTIiLCJUb3AiOjAuMCwiTGVmdCI6MC4wLCJSaWdodCI6MC4wLCJCb3R0b20iOjAuMH0sIlBhZGRpbmciOnsiJGlkIjoiOTMiLCJUb3AiOjAuMCwiTGVmdCI6MC4wLCJSaWdodCI6MC4wLCJCb3R0b20iOjAuMH0sIkJhY2tncm91bmQiOnsiJGlkIjoiOTQiLCJDb2xvciI6eyIkaWQiOiI5NSIsIkEiOjg5LCJSIjowLCJHIjowLCJCIjowfX0sIklzVmlzaWJsZSI6dHJ1ZSwiV2lkdGgiOjAuMCwiSGVpZ2h0IjowLjAsIkJvcmRlclN0eWxlIjp7IiRpZCI6Ijk2IiwiTGluZUNvbG9yIjpudWxsLCJMaW5lV2VpZ2h0IjowLjAsIkxpbmVUeXBlIjowLCJQYXJlbnRTdHlsZSI6bnVsbH0sIlBhcmVudFN0eWxlIjpudWxsfSwiRGF0ZUZvcm1hdCI6eyIkaWQiOiI5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5OCIsIkZvcm1hdCI6MCwiSXNWaXNpYmxlIjpmYWxzZSwiTGFzdEtub3duVmlzaWJpbGl0eVN0YXRlIjpmYWxzZX0sIklzVmlzaWJsZSI6dHJ1ZSwiUGFyZW50U3R5bGUiOm51bGx9LCJJbmRleCI6MSwiU21hcnREdXJhdGlvbkFjdGl2YXRlZCI6ZmFsc2UsIkRhdGVGb3JtYXQiOnsiJHJlZiI6Ijk3In0sIldlZWtOdW1iZXJpbmciOnsiJGlkIjoiOTkiLCJGb3JtYXQiOjAsIklzVmlzaWJsZSI6ZmFsc2UsIkxhc3RLbm93blZpc2liaWxpdHlTdGF0ZSI6ZmFsc2V9LCJCYXNlbGluZURhdGEiOnsiJGlkIjoiMTAwIiwiU3RhcnREYXRlIjoiMjAyNi0wMS0wN1QwMDowMDowMCIsIkVuZERhdGUiOiIyMDI2LTAxLTA3VDExOjU5OjAwIn0sIklkIjoiYmYwYmFiNGUtOThmNS00NzYzLWE4MjUtNjhhNWQyMTlhNWM3IiwiSW1wb3J0SWQiOm51bGwsIlRpdGxlIjoiSW5pdGlhbCBCT00iLCJOb3RlIjpudWxsLCJIeXBlcmxpbmsiOnsiJGlkIjoiMTAxIiwiQWRkcmVzcyI6bnVsbCwiU3ViQWRkcmVzcyI6bnVsbH0sIklzQ2hhbmdlZCI6ZmFsc2UsIklzTmV3IjpmYWxzZX19XSwiX21pbGVzdG9uZXMiOltdLCJJZCI6IjAwMDAwMDAwLTAwMDAtMDAwMC0wMDAwLTAwMDAwMDAwMDAwMCIsIklzU2luZ2xlSXRlbVJvdyI6dHJ1ZX0seyIkaWQiOiIxMDIiLCJfdGFza3MiOlt7IiRpZCI6IjEwMyIsIl9hdHRhY2hlZE1pbGVzdG9uZXMiOltdLCJUYXNrRGVmaW5pdGlvbiI6eyIkaWQiOiIxMDQiLCJHcm91cE5hbWUiOm51bGwsIlN0YXJ0RGF0ZSI6IjIwMjYtMDEtMTRUMDA6MDA6MDBaIiwiRW5kRGF0ZSI6IjIwMjYtMDEtMjFUMTE6NTk6MDBaIiwiUGVyY2VudGFnZUNvbXBsZXRlIjoxMDAuMCwiU3R5bGUiOnsiJGlkIjoiMTA1IiwiU2hhcGUiOjcsIlNoYXBlVGhpY2tuZXNzIjowLCJEdXJhdGlvbkZvcm1hdCI6MCwiSW5jbHVkZU5vbldvcmtpbmdEYXlzSW5EdXJhdGlvbiI6ZmFsc2UsIlBlcmNlbnRhZ2VDb21wbGV0ZVN0eWxlIjp7IiRpZCI6IjEwNiIsIkZvbnRTZXR0aW5ncyI6eyIkaWQiOiIxMDciLCJGb250U2l6ZSI6MTAsIkZvbnROYW1lIjoiQ2FsaWJyaSIsIklzQm9sZCI6dHJ1ZSwiSXNJdGFsaWMiOmZhbHNlLCJJc1VuZGVybGluZWQiOmZhbHNlLCJQYXJlbnRTdHlsZSI6bnVsbH0sIkF1dG9TaXplIjowLCJGb3JlZ3JvdW5kIjp7IiRpZCI6IjEwOCIsIkNvbG9yIjp7IiRpZCI6IjEwOS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MTEwIiwiVG9wIjowLjAsIkxlZnQiOjAuMCwiUmlnaHQiOjAuMCwiQm90dG9tIjowLjB9LCJQYWRkaW5nIjp7IiRpZCI6IjExMSIsIlRvcCI6MC4wLCJMZWZ0IjowLjAsIlJpZ2h0IjowLjAsIkJvdHRvbSI6MC4wfSwiQmFja2dyb3VuZCI6eyIkaWQiOiIxMTIiLCJDb2xvciI6eyIkaWQiOiIxMTMiLCJBIjo4OSwiUiI6MCwiRyI6MCwiQiI6MH19LCJJc1Zpc2libGUiOnRydWUsIldpZHRoIjowLjAsIkhlaWdodCI6MC4wLCJCb3JkZXJTdHlsZSI6eyIkaWQiOiIxMTQiLCJMaW5lQ29sb3IiOm51bGwsIkxpbmVXZWlnaHQiOjAuMCwiTGluZVR5cGUiOjAsIlBhcmVudFN0eWxlIjpudWxsfSwiUGFyZW50U3R5bGUiOm51bGx9LCJEdXJhdGlvblN0eWxlIjp7IiRpZCI6IjExNSIsIkZvbnRTZXR0aW5ncyI6eyIkaWQiOiIxMTYiLCJGb250U2l6ZSI6MTAsIkZvbnROYW1lIjoiQ2FsaWJyaSIsIklzQm9sZCI6ZmFsc2UsIklzSXRhbGljIjpmYWxzZSwiSXNVbmRlcmxpbmVkIjpmYWxzZSwiUGFyZW50U3R5bGUiOm51bGx9LCJBdXRvU2l6ZSI6MCwiRm9yZWdyb3VuZCI6eyIkaWQiOiIxMTciLCJDb2xvciI6eyIkaWQiOiIxMTg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TkiLCJUb3AiOjAuMCwiTGVmdCI6MC4wLCJSaWdodCI6MC4wLCJCb3R0b20iOjAuMH0sIlBhZGRpbmciOnsiJGlkIjoiMTIwIiwiVG9wIjowLjAsIkxlZnQiOjAuMCwiUmlnaHQiOjAuMCwiQm90dG9tIjowLjB9LCJCYWNrZ3JvdW5kIjp7IiRpZCI6IjEyMSIsIkNvbG9yIjp7IiRpZCI6IjEyMiIsIkEiOjg5LCJSIjowLCJHIjowLCJCIjowfX0sIklzVmlzaWJsZSI6dHJ1ZSwiV2lkdGgiOjAuMCwiSGVpZ2h0IjowLjAsIkJvcmRlclN0eWxlIjp7IiRpZCI6IjEyMyIsIkxpbmVDb2xvciI6bnVsbCwiTGluZVdlaWdodCI6MC4wLCJMaW5lVHlwZSI6MCwiUGFyZW50U3R5bGUiOm51bGx9LCJQYXJlbnRTdHlsZSI6bnVsbH0sIkhvcml6b250YWxDb25uZWN0b3JTdHlsZSI6eyIkaWQiOiIxMjQiLCJMaW5lQ29sb3IiOnsiJGlkIjoiMTI1IiwiJHR5cGUiOiJOTFJFLkNvbW1vbi5Eb20uU29saWRDb2xvckJydXNoLCBOTFJFLkNvbW1vbiIsIkNvbG9yIjp7IiRpZCI6IjEyNiIsIkEiOjI1NSwiUiI6MjA0LCJHIjoyMDQsIkIiOjIwNH19LCJMaW5lV2VpZ2h0IjoxLjAsIkxpbmVUeXBlIjowLCJQYXJlbnRTdHlsZSI6bnVsbH0sIlZlcnRpY2FsQ29ubmVjdG9yU3R5bGUiOnsiJGlkIjoiMTI3IiwiTGluZUNvbG9yIjp7IiRpZCI6IjEyOCIsIiR0eXBlIjoiTkxSRS5Db21tb24uRG9tLlNvbGlkQ29sb3JCcnVzaCwgTkxSRS5Db21tb24iLCJDb2xvciI6eyIkaWQiOiIxMjkiLCJBIjoyNTUsIlIiOjIwNCwiRyI6MjA0LCJCIjoyMDR9fSwiTGluZVdlaWdodCI6MC4wLCJMaW5lVHlwZSI6MCwiUGFyZW50U3R5bGUiOm51bGx9LCJNYXJnaW4iOm51bGwsIlN0YXJ0RGF0ZVBvc2l0aW9uIjo2LCJFbmREYXRlUG9zaXRpb24iOjYsIkRhdGVJc1Zpc2libGUiOmZhbHNlLCJUaXRsZVBvc2l0aW9uIjozLCJEdXJhdGlvblBvc2l0aW9uIjo2LCJQZXJjZW50YWdlQ29tcGxldGVkUG9zaXRpb24iOjYsIlNwYWNpbmciOjQsIklzQmVsb3dUaW1lYmFuZCI6dHJ1ZSwiUGVyY2VudGFnZUNvbXBsZXRlU2hhcGVPcGFjaXR5IjozNSwiQmFzZWxpbmVTdHlsZSI6eyIkaWQiOiIxMzAiLCJTaGFwZVN0eWxlIjp7IiRpZCI6IjEzMSIsIk1hcmdpbiI6eyIkaWQiOiIxMzIiLCJUb3AiOjAuMCwiTGVmdCI6MC4wLCJSaWdodCI6MC4wLCJCb3R0b20iOjAuMH0sIlBhZGRpbmciOnsiJGlkIjoiMTMzIiwiVG9wIjowLjAsIkxlZnQiOjAuMCwiUmlnaHQiOjAuMCwiQm90dG9tIjowLjB9LCJCYWNrZ3JvdW5kIjp7IiRpZCI6IjEzNCIsIkNvbG9yIjp7IiRpZCI6IjEzNSIsIkEiOjE1MywiUiI6MCwiRyI6MCwiQiI6MH19LCJJc1Zpc2libGUiOnRydWUsIldpZHRoIjowLjAsIkhlaWdodCI6MC4wLCJCb3JkZXJTdHlsZSI6bnVsbCwiUGFyZW50U3R5bGUiOm51bGx9LCJNYXJnaW4iOnsiJGlkIjoiMTM2IiwiVG9wIjowLjAsIkxlZnQiOjAuMCwiUmlnaHQiOjAuMCwiQm90dG9tIjowLjB9LCJQYWRkaW5nIjp7IiRpZCI6IjEzNyIsIlRvcCI6MC4wLCJMZWZ0IjowLjAsIlJpZ2h0IjowLjAsIkJvdHRvbSI6MC4wfSwiQmFja2dyb3VuZCI6bnVsbCwiSXNWaXNpYmxlIjp0cnVlLCJXaWR0aCI6MC4wLCJIZWlnaHQiOjAuMCwiQm9yZGVyU3R5bGUiOm51bGwsIlBhcmVudFN0eWxlIjpudWxsfSwiU2hhcGVTdHlsZSI6eyIkaWQiOiIxMzgiLCJNYXJnaW4iOnsiJGlkIjoiMTM5IiwiVG9wIjowLjAsIkxlZnQiOjQuMCwiUmlnaHQiOjQuMCwiQm90dG9tIjowLjB9LCJQYWRkaW5nIjp7IiRpZCI6IjE0MCIsIlRvcCI6MC4wLCJMZWZ0IjowLjAsIlJpZ2h0IjowLjAsIkJvdHRvbSI6MC4wfSwiQmFja2dyb3VuZCI6eyIkaWQiOiIxNDEiLCJDb2xvciI6eyIkaWQiOiIxNDIiLCJBIjoyNTUsIlIiOjI1NSwiRyI6MTkyLCJCIjowfX0sIklzVmlzaWJsZSI6dHJ1ZSwiV2lkdGgiOjAuMCwiSGVpZ2h0IjoxMy40MjY2NjY2NjY2NjY2NzcsIkJvcmRlclN0eWxlIjp7IiRpZCI6IjE0MyIsIkxpbmVDb2xvciI6eyIkaWQiOiIxNDQiLCIkdHlwZSI6Ik5MUkUuQ29tbW9uLkRvbS5Tb2xpZENvbG9yQnJ1c2gsIE5MUkUuQ29tbW9uIiwiQ29sb3IiOnsiJGlkIjoiMTQ1IiwiQSI6MjU1LCJSIjoyNiwiRyI6MTgsIkIiOjg5fX0sIkxpbmVXZWlnaHQiOjAuMCwiTGluZVR5cGUiOjAsIlBhcmVudFN0eWxlIjpudWxsfSwiUGFyZW50U3R5bGUiOm51bGx9LCJUaXRsZVN0eWxlIjp7IiRpZCI6IjE0NiIsIkZvbnRTZXR0aW5ncyI6eyIkaWQiOiIxNDciLCJGb250U2l6ZSI6OSwiRm9udE5hbWUiOiJDYWxpYnJpIiwiSXNCb2xkIjp0cnVlLCJJc0l0YWxpYyI6ZmFsc2UsIklzVW5kZXJsaW5lZCI6ZmFsc2UsIlBhcmVudFN0eWxlIjpudWxsfSwiQXV0b1NpemUiOjAsIkZvcmVncm91bmQiOnsiJGlkIjoiMTQ4IiwiQ29sb3IiOnsiJGlkIjoiMTQ5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E1MCIsIlRvcCI6MC4wLCJMZWZ0IjowLjAsIlJpZ2h0IjowLjAsIkJvdHRvbSI6MC4wfSwiUGFkZGluZyI6eyIkaWQiOiIxNTEiLCJUb3AiOjAuMCwiTGVmdCI6MC4wLCJSaWdodCI6MC4wLCJCb3R0b20iOjAuMH0sIkJhY2tncm91bmQiOnsiJGlkIjoiMTUyIiwiQ29sb3IiOnsiJGlkIjoiMTUzIiwiQSI6MCwiUiI6MjU1LCJHIjoyNTUsIkIiOjI1NX19LCJJc1Zpc2libGUiOnRydWUsIldpZHRoIjowLjAsIkhlaWdodCI6MC4wLCJCb3JkZXJTdHlsZSI6eyIkaWQiOiIxNTQiLCJMaW5lQ29sb3IiOm51bGwsIkxpbmVXZWlnaHQiOjAuMCwiTGluZVR5cGUiOjAsIlBhcmVudFN0eWxlIjpudWxsfSwiUGFyZW50U3R5bGUiOm51bGx9LCJEYXRlU3R5bGUiOnsiJGlkIjoiMTU1IiwiRm9udFNldHRpbmdzIjp7IiRpZCI6IjE1NiIsIkZvbnRTaXplIjoxMCwiRm9udE5hbWUiOiJDYWxpYnJpIiwiSXNCb2xkIjpmYWxzZSwiSXNJdGFsaWMiOmZhbHNlLCJJc1VuZGVybGluZWQiOmZhbHNlLCJQYXJlbnRTdHlsZSI6bnVsbH0sIkF1dG9TaXplIjowLCJGb3JlZ3JvdW5kIjp7IiRpZCI6IjE1NyIsIkNvbG9yIjp7IiRpZCI6IjE1O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U5IiwiVG9wIjowLjAsIkxlZnQiOjAuMCwiUmlnaHQiOjAuMCwiQm90dG9tIjowLjB9LCJQYWRkaW5nIjp7IiRpZCI6IjE2MCIsIlRvcCI6MC4wLCJMZWZ0IjowLjAsIlJpZ2h0IjowLjAsIkJvdHRvbSI6MC4wfSwiQmFja2dyb3VuZCI6eyIkaWQiOiIxNjEiLCJDb2xvciI6eyIkaWQiOiIxNjIiLCJBIjo4OSwiUiI6MCwiRyI6MCwiQiI6MH19LCJJc1Zpc2libGUiOnRydWUsIldpZHRoIjowLjAsIkhlaWdodCI6MC4wLCJCb3JkZXJTdHlsZSI6eyIkaWQiOiIxNjMiLCJMaW5lQ29sb3IiOm51bGwsIkxpbmVXZWlnaHQiOjAuMCwiTGluZVR5cGUiOjAsIlBhcmVudFN0eWxlIjpudWxsfSwiUGFyZW50U3R5bGUiOm51bGx9LCJEYXRlRm9ybWF0Ijp7IiRpZCI6IjE2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UiLCJGb3JtYXQiOjAsIklzVmlzaWJsZSI6ZmFsc2UsIkxhc3RLbm93blZpc2liaWxpdHlTdGF0ZSI6ZmFsc2V9LCJJc1Zpc2libGUiOnRydWUsIlBhcmVudFN0eWxlIjpudWxsfSwiSW5kZXgiOjIsIlNtYXJ0RHVyYXRpb25BY3RpdmF0ZWQiOmZhbHNlLCJEYXRlRm9ybWF0Ijp7IiRyZWYiOiIxNjQifSwiV2Vla051bWJlcmluZyI6eyIkaWQiOiIxNjYiLCJGb3JtYXQiOjAsIklzVmlzaWJsZSI6ZmFsc2UsIkxhc3RLbm93blZpc2liaWxpdHlTdGF0ZSI6ZmFsc2V9LCJCYXNlbGluZURhdGEiOnsiJGlkIjoiMTY3IiwiU3RhcnREYXRlIjoiMjAyNi0wMS0xNFQwMDowMDowMCIsIkVuZERhdGUiOiIyMDI2LTAxLTIxVDExOjU5OjAwIn0sIklkIjoiODQwZDE5MDYtY2IxMC00YjAxLWJkZTEtNWJiNzhlOGUzMjNiIiwiSW1wb3J0SWQiOm51bGwsIlRpdGxlIjoiU2l0ZSBTdXJ2ZXkgIiwiTm90ZSI6bnVsbCwiSHlwZXJsaW5rIjp7IiRpZCI6IjE2OCIsIkFkZHJlc3MiOm51bGwsIlN1YkFkZHJlc3MiOm51bGx9LCJJc0NoYW5nZWQiOmZhbHNlLCJJc05ldyI6ZmFsc2V9fSx7IiRpZCI6IjE2OSIsIl9hdHRhY2hlZE1pbGVzdG9uZXMiOltdLCJUYXNrRGVmaW5pdGlvbiI6eyIkaWQiOiIxNzAiLCJHcm91cE5hbWUiOm51bGwsIlN0YXJ0RGF0ZSI6IjIwMjYtMDItMDRUMDA6MDA6MDBaIiwiRW5kRGF0ZSI6IjIwMjYtMDItMTFUMTE6NTk6MDBaIiwiUGVyY2VudGFnZUNvbXBsZXRlIjpudWxsLCJTdHlsZSI6eyIkaWQiOiIxNzEiLCJTaGFwZSI6NywiU2hhcGVUaGlja25lc3MiOjAsIkR1cmF0aW9uRm9ybWF0IjowLCJJbmNsdWRlTm9uV29ya2luZ0RheXNJbkR1cmF0aW9uIjpmYWxzZSwiUGVyY2VudGFnZUNvbXBsZXRlU3R5bGUiOnsiJGlkIjoiMTcyIiwiRm9udFNldHRpbmdzIjp7IiRpZCI6IjE3MyIsIkZvbnRTaXplIjoxMCwiRm9udE5hbWUiOiJDYWxpYnJpIiwiSXNCb2xkIjp0cnVlLCJJc0l0YWxpYyI6ZmFsc2UsIklzVW5kZXJsaW5lZCI6ZmFsc2UsIlBhcmVudFN0eWxlIjpudWxsfSwiQXV0b1NpemUiOjAsIkZvcmVncm91bmQiOnsiJGlkIjoiMTc0IiwiQ29sb3IiOnsiJGlkIjoiMTc1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xNzYiLCJUb3AiOjAuMCwiTGVmdCI6MC4wLCJSaWdodCI6MC4wLCJCb3R0b20iOjAuMH0sIlBhZGRpbmciOnsiJGlkIjoiMTc3IiwiVG9wIjowLjAsIkxlZnQiOjAuMCwiUmlnaHQiOjAuMCwiQm90dG9tIjowLjB9LCJCYWNrZ3JvdW5kIjp7IiRpZCI6IjE3OCIsIkNvbG9yIjp7IiRpZCI6IjE3OSIsIkEiOjg5LCJSIjowLCJHIjowLCJCIjowfX0sIklzVmlzaWJsZSI6dHJ1ZSwiV2lkdGgiOjAuMCwiSGVpZ2h0IjowLjAsIkJvcmRlclN0eWxlIjp7IiRpZCI6IjE4MCIsIkxpbmVDb2xvciI6bnVsbCwiTGluZVdlaWdodCI6MC4wLCJMaW5lVHlwZSI6MCwiUGFyZW50U3R5bGUiOm51bGx9LCJQYXJlbnRTdHlsZSI6bnVsbH0sIkR1cmF0aW9uU3R5bGUiOnsiJGlkIjoiMTgxIiwiRm9udFNldHRpbmdzIjp7IiRpZCI6IjE4MiIsIkZvbnRTaXplIjoxMCwiRm9udE5hbWUiOiJDYWxpYnJpIiwiSXNCb2xkIjpmYWxzZSwiSXNJdGFsaWMiOmZhbHNlLCJJc1VuZGVybGluZWQiOmZhbHNlLCJQYXJlbnRTdHlsZSI6bnVsbH0sIkF1dG9TaXplIjowLCJGb3JlZ3JvdW5kIjp7IiRpZCI6IjE4MyIsIkNvbG9yIjp7IiRpZCI6IjE4N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4NSIsIlRvcCI6MC4wLCJMZWZ0IjowLjAsIlJpZ2h0IjowLjAsIkJvdHRvbSI6MC4wfSwiUGFkZGluZyI6eyIkaWQiOiIxODYiLCJUb3AiOjAuMCwiTGVmdCI6MC4wLCJSaWdodCI6MC4wLCJCb3R0b20iOjAuMH0sIkJhY2tncm91bmQiOnsiJGlkIjoiMTg3IiwiQ29sb3IiOnsiJGlkIjoiMTg4IiwiQSI6ODksIlIiOjAsIkciOjAsIkIiOjB9fSwiSXNWaXNpYmxlIjp0cnVlLCJXaWR0aCI6MC4wLCJIZWlnaHQiOjAuMCwiQm9yZGVyU3R5bGUiOnsiJGlkIjoiMTg5IiwiTGluZUNvbG9yIjpudWxsLCJMaW5lV2VpZ2h0IjowLjAsIkxpbmVUeXBlIjowLCJQYXJlbnRTdHlsZSI6bnVsbH0sIlBhcmVudFN0eWxlIjpudWxsfSwiSG9yaXpvbnRhbENvbm5lY3RvclN0eWxlIjp7IiRpZCI6IjE5MCIsIkxpbmVDb2xvciI6eyIkaWQiOiIxOTEiLCIkdHlwZSI6Ik5MUkUuQ29tbW9uLkRvbS5Tb2xpZENvbG9yQnJ1c2gsIE5MUkUuQ29tbW9uIiwiQ29sb3IiOnsiJGlkIjoiMTkyIiwiQSI6MjU1LCJSIjoyMDQsIkciOjIwNCwiQiI6MjA0fX0sIkxpbmVXZWlnaHQiOjEuMCwiTGluZVR5cGUiOjAsIlBhcmVudFN0eWxlIjpudWxsfSwiVmVydGljYWxDb25uZWN0b3JTdHlsZSI6eyIkaWQiOiIxOTMiLCJMaW5lQ29sb3IiOnsiJGlkIjoiMTk0IiwiJHR5cGUiOiJOTFJFLkNvbW1vbi5Eb20uU29saWRDb2xvckJydXNoLCBOTFJFLkNvbW1vbiIsIkNvbG9yIjp7IiRpZCI6IjE5NSIsIkEiOjI1NSwiUiI6MjA0LCJHIjoyMDQsIkIiOjIwNH19LCJMaW5lV2VpZ2h0IjowLjAsIkxpbmVUeXBlIjowLCJQYXJlbnRTdHlsZSI6bnVsbH0sIk1hcmdpbiI6bnVsbCwiU3RhcnREYXRlUG9zaXRpb24iOjYsIkVuZERhdGVQb3NpdGlvbiI6NiwiRGF0ZUlzVmlzaWJsZSI6ZmFsc2UsIlRpdGxlUG9zaXRpb24iOjMsIkR1cmF0aW9uUG9zaXRpb24iOjYsIlBlcmNlbnRhZ2VDb21wbGV0ZWRQb3NpdGlvbiI6NiwiU3BhY2luZyI6NCwiSXNCZWxvd1RpbWViYW5kIjp0cnVlLCJQZXJjZW50YWdlQ29tcGxldGVTaGFwZU9wYWNpdHkiOjM1LCJCYXNlbGluZVN0eWxlIjp7IiRpZCI6IjE5NiIsIlNoYXBlU3R5bGUiOnsiJGlkIjoiMTk3IiwiTWFyZ2luIjp7IiRpZCI6IjE5OCIsIlRvcCI6MC4wLCJMZWZ0IjowLjAsIlJpZ2h0IjowLjAsIkJvdHRvbSI6MC4wfSwiUGFkZGluZyI6eyIkaWQiOiIxOTkiLCJUb3AiOjAuMCwiTGVmdCI6MC4wLCJSaWdodCI6MC4wLCJCb3R0b20iOjAuMH0sIkJhY2tncm91bmQiOnsiJGlkIjoiMjAwIiwiQ29sb3IiOnsiJGlkIjoiMjAxIiwiQSI6MTUzLCJSIjowLCJHIjowLCJCIjowfX0sIklzVmlzaWJsZSI6dHJ1ZSwiV2lkdGgiOjAuMCwiSGVpZ2h0IjowLjAsIkJvcmRlclN0eWxlIjpudWxsLCJQYXJlbnRTdHlsZSI6bnVsbH0sIk1hcmdpbiI6eyIkaWQiOiIyMDIiLCJUb3AiOjAuMCwiTGVmdCI6MC4wLCJSaWdodCI6MC4wLCJCb3R0b20iOjAuMH0sIlBhZGRpbmciOnsiJGlkIjoiMjAzIiwiVG9wIjowLjAsIkxlZnQiOjAuMCwiUmlnaHQiOjAuMCwiQm90dG9tIjowLjB9LCJCYWNrZ3JvdW5kIjpudWxsLCJJc1Zpc2libGUiOnRydWUsIldpZHRoIjowLjAsIkhlaWdodCI6MC4wLCJCb3JkZXJTdHlsZSI6bnVsbCwiUGFyZW50U3R5bGUiOm51bGx9LCJTaGFwZVN0eWxlIjp7IiRpZCI6IjIwNCIsIk1hcmdpbiI6eyIkaWQiOiIyMDUiLCJUb3AiOjAuMCwiTGVmdCI6NC4wLCJSaWdodCI6NC4wLCJCb3R0b20iOjAuMH0sIlBhZGRpbmciOnsiJGlkIjoiMjA2IiwiVG9wIjowLjAsIkxlZnQiOjAuMCwiUmlnaHQiOjAuMCwiQm90dG9tIjowLjB9LCJCYWNrZ3JvdW5kIjp7IiRpZCI6IjIwNyIsIkNvbG9yIjp7IiRpZCI6IjIwOCIsIkEiOjI1NSwiUiI6MjU1LCJHIjoxOTIsIkIiOjB9fSwiSXNWaXNpYmxlIjp0cnVlLCJXaWR0aCI6MC4wLCJIZWlnaHQiOjEzLjQyNjY2NjY2NjY2NjY3NywiQm9yZGVyU3R5bGUiOnsiJGlkIjoiMjA5IiwiTGluZUNvbG9yIjp7IiRpZCI6IjIxMCIsIiR0eXBlIjoiTkxSRS5Db21tb24uRG9tLlNvbGlkQ29sb3JCcnVzaCwgTkxSRS5Db21tb24iLCJDb2xvciI6eyIkaWQiOiIyMTEiLCJBIjoyNTUsIlIiOjI2LCJHIjoxOCwiQiI6ODl9fSwiTGluZVdlaWdodCI6MC4wLCJMaW5lVHlwZSI6MCwiUGFyZW50U3R5bGUiOm51bGx9LCJQYXJlbnRTdHlsZSI6bnVsbH0sIlRpdGxlU3R5bGUiOnsiJGlkIjoiMjEyIiwiRm9udFNldHRpbmdzIjp7IiRpZCI6IjIxMyIsIkZvbnRTaXplIjo5LCJGb250TmFtZSI6IkNhbGlicmkiLCJJc0JvbGQiOnRydWUsIklzSXRhbGljIjpmYWxzZSwiSXNVbmRlcmxpbmVkIjpmYWxzZSwiUGFyZW50U3R5bGUiOm51bGx9LCJBdXRvU2l6ZSI6MCwiRm9yZWdyb3VuZCI6eyIkaWQiOiIyMTQiLCJDb2xvciI6eyIkaWQiOiIyMTUiLCJBIjoyNTUsIlIiOjAsIkciOjAsIkIiOjB9fSwiTWF4V2lkdGgiOjcyMC4wLCJNYXhIZWlnaHQiOiJJbmZpbml0eSIsIlNtYXJ0Rm9yZWdyb3VuZElzQWN0aXZlIjpmYWxzZSwiSG9yaXpvbnRhbEFsaWdubWVudCI6MSwiVmVydGljYWxBbGlnbm1lbnQiOjAsIlNtYXJ0Rm9yZWdyb3VuZCI6bnVsbCwiQmFja2dyb3VuZEZpbGxUeXBlIjowLCJNYXJnaW4iOnsiJGlkIjoiMjE2IiwiVG9wIjowLjAsIkxlZnQiOjAuMCwiUmlnaHQiOjAuMCwiQm90dG9tIjowLjB9LCJQYWRkaW5nIjp7IiRpZCI6IjIxNyIsIlRvcCI6MC4wLCJMZWZ0IjowLjAsIlJpZ2h0IjowLjAsIkJvdHRvbSI6MC4wfSwiQmFja2dyb3VuZCI6eyIkaWQiOiIyMTgiLCJDb2xvciI6eyIkaWQiOiIyMTkiLCJBIjowLCJSIjoyNTUsIkciOjI1NSwiQiI6MjU1fX0sIklzVmlzaWJsZSI6dHJ1ZSwiV2lkdGgiOjAuMCwiSGVpZ2h0IjowLjAsIkJvcmRlclN0eWxlIjp7IiRpZCI6IjIyMCIsIkxpbmVDb2xvciI6bnVsbCwiTGluZVdlaWdodCI6MC4wLCJMaW5lVHlwZSI6MCwiUGFyZW50U3R5bGUiOm51bGx9LCJQYXJlbnRTdHlsZSI6bnVsbH0sIkRhdGVTdHlsZSI6eyIkaWQiOiIyMjEiLCJGb250U2V0dGluZ3MiOnsiJGlkIjoiMjIyIiwiRm9udFNpemUiOjEwLCJGb250TmFtZSI6IkNhbGlicmkiLCJJc0JvbGQiOmZhbHNlLCJJc0l0YWxpYyI6ZmFsc2UsIklzVW5kZXJsaW5lZCI6ZmFsc2UsIlBhcmVudFN0eWxlIjpudWxsfSwiQXV0b1NpemUiOjAsIkZvcmVncm91bmQiOnsiJGlkIjoiMjIzIiwiQ29sb3IiOnsiJGlkIjoiMjI0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MjUiLCJUb3AiOjAuMCwiTGVmdCI6MC4wLCJSaWdodCI6MC4wLCJCb3R0b20iOjAuMH0sIlBhZGRpbmciOnsiJGlkIjoiMjI2IiwiVG9wIjowLjAsIkxlZnQiOjAuMCwiUmlnaHQiOjAuMCwiQm90dG9tIjowLjB9LCJCYWNrZ3JvdW5kIjp7IiRpZCI6IjIyNyIsIkNvbG9yIjp7IiRpZCI6IjIyOCIsIkEiOjg5LCJSIjowLCJHIjowLCJCIjowfX0sIklzVmlzaWJsZSI6dHJ1ZSwiV2lkdGgiOjAuMCwiSGVpZ2h0IjowLjAsIkJvcmRlclN0eWxlIjp7IiRpZCI6IjIyOSIsIkxpbmVDb2xvciI6bnVsbCwiTGluZVdlaWdodCI6MC4wLCJMaW5lVHlwZSI6MCwiUGFyZW50U3R5bGUiOm51bGx9LCJQYXJlbnRTdHlsZSI6bnVsbH0sIkRhdGVGb3JtYXQiOnsiJGlkIjoiMjM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zMSIsIkZvcm1hdCI6MCwiSXNWaXNpYmxlIjpmYWxzZSwiTGFzdEtub3duVmlzaWJpbGl0eVN0YXRlIjpmYWxzZX0sIklzVmlzaWJsZSI6dHJ1ZSwiUGFyZW50U3R5bGUiOm51bGx9LCJJbmRleCI6MywiU21hcnREdXJhdGlvbkFjdGl2YXRlZCI6ZmFsc2UsIkRhdGVGb3JtYXQiOnsiJHJlZiI6IjIzMCJ9LCJXZWVrTnVtYmVyaW5nIjp7IiRpZCI6IjIzMiIsIkZvcm1hdCI6MCwiSXNWaXNpYmxlIjpmYWxzZSwiTGFzdEtub3duVmlzaWJpbGl0eVN0YXRlIjpmYWxzZX0sIkJhc2VsaW5lRGF0YSI6eyIkaWQiOiIyMzMiLCJTdGFydERhdGUiOiIyMDI2LTAyLTA0VDAwOjAwOjAwIiwiRW5kRGF0ZSI6IjIwMjYtMDItMTFUMTE6NTk6MDAifSwiSWQiOiJlZWI4M2U1MC0zZmZlLTRhNzItYTIwMy1mZWRlODdmMjMwODEiLCJJbXBvcnRJZCI6bnVsbCwiVGl0bGUiOiJTY29waW5nICIsIk5vdGUiOm51bGwsIkh5cGVybGluayI6eyIkaWQiOiIyMzQiLCJBZGRyZXNzIjpudWxsLCJTdWJBZGRyZXNzIjpudWxsfSwiSXNDaGFuZ2VkIjpmYWxzZSwiSXNOZXciOmZhbHNlfX1dLCJfbWlsZXN0b25lcyI6W10sIklkIjoiMDQ5ODBiMmItYTIwNi00ZGUyLThmYjUtYTBjY2YyZTI3MzdiIiwiSXNTaW5nbGVJdGVtUm93IjpmYWxzZX0seyIkaWQiOiIyMzUiLCJfdGFza3MiOlt7IiRpZCI6IjIzNiIsIl9hdHRhY2hlZE1pbGVzdG9uZXMiOltdLCJUYXNrRGVmaW5pdGlvbiI6eyIkaWQiOiIyMzciLCJHcm91cE5hbWUiOm51bGwsIlN0YXJ0RGF0ZSI6IjIwMjYtMDItMTVUMDA6MDA6MDBaIiwiRW5kRGF0ZSI6IjIwMjYtMDItMThUMTE6NTk6MDBaIiwiUGVyY2VudGFnZUNvbXBsZXRlIjpudWxsLCJTdHlsZSI6eyIkaWQiOiIyMzgiLCJTaGFwZSI6NywiU2hhcGVUaGlja25lc3MiOjAsIkR1cmF0aW9uRm9ybWF0IjowLCJJbmNsdWRlTm9uV29ya2luZ0RheXNJbkR1cmF0aW9uIjpmYWxzZSwiUGVyY2VudGFnZUNvbXBsZXRlU3R5bGUiOnsiJGlkIjoiMjM5IiwiRm9udFNldHRpbmdzIjp7IiRpZCI6IjI0MCIsIkZvbnRTaXplIjoxMCwiRm9udE5hbWUiOiJDYWxpYnJpIiwiSXNCb2xkIjp0cnVlLCJJc0l0YWxpYyI6ZmFsc2UsIklzVW5kZXJsaW5lZCI6ZmFsc2UsIlBhcmVudFN0eWxlIjpudWxsfSwiQXV0b1NpemUiOjAsIkZvcmVncm91bmQiOnsiJGlkIjoiMjQxIiwiQ29sb3IiOnsiJGlkIjoiMjQyIiwiQSI6MjU1LCJSIjoxMjcsIkciOjk2LCJCIjowfX0sIk1heFdpZHRoIjoyMDAuMCwiTWF4SGVpZ2h0IjoiSW5maW5pdHkiLCJTbWFydEZvcmVncm91bmRJc0FjdGl2ZSI6ZmFsc2UsIkhvcml6b250YWxBbGlnbm1lbnQiOjAsIlZlcnRpY2FsQWxpZ25tZW50IjowLCJTbWFydEZvcmVncm91bmQiOm51bGwsIkJhY2tncm91bmRGaWxsVHlwZSI6MCwiTWFyZ2luIjp7IiRpZCI6IjI0MyIsIlRvcCI6MC4wLCJMZWZ0IjowLjAsIlJpZ2h0IjowLjAsIkJvdHRvbSI6MC4wfSwiUGFkZGluZyI6eyIkaWQiOiIyNDQiLCJUb3AiOjAuMCwiTGVmdCI6MC4wLCJSaWdodCI6MC4wLCJCb3R0b20iOjAuMH0sIkJhY2tncm91bmQiOnsiJGlkIjoiMjQ1IiwiQ29sb3IiOnsiJGlkIjoiMjQ2IiwiQSI6ODksIlIiOjAsIkciOjAsIkIiOjB9fSwiSXNWaXNpYmxlIjp0cnVlLCJXaWR0aCI6MC4wLCJIZWlnaHQiOjAuMCwiQm9yZGVyU3R5bGUiOnsiJGlkIjoiMjQ3IiwiTGluZUNvbG9yIjpudWxsLCJMaW5lV2VpZ2h0IjowLjAsIkxpbmVUeXBlIjowLCJQYXJlbnRTdHlsZSI6bnVsbH0sIlBhcmVudFN0eWxlIjpudWxsfSwiRHVyYXRpb25TdHlsZSI6eyIkaWQiOiIyNDgiLCJGb250U2V0dGluZ3MiOnsiJGlkIjoiMjQ5IiwiRm9udFNpemUiOjEwLCJGb250TmFtZSI6IkNhbGlicmkiLCJJc0JvbGQiOmZhbHNlLCJJc0l0YWxpYyI6ZmFsc2UsIklzVW5kZXJsaW5lZCI6ZmFsc2UsIlBhcmVudFN0eWxlIjpudWxsfSwiQXV0b1NpemUiOjAsIkZvcmVncm91bmQiOnsiJGlkIjoiMjUwIiwiQ29sb3IiOnsiJGlkIjoiMjU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UyIiwiVG9wIjowLjAsIkxlZnQiOjAuMCwiUmlnaHQiOjAuMCwiQm90dG9tIjowLjB9LCJQYWRkaW5nIjp7IiRpZCI6IjI1MyIsIlRvcCI6MC4wLCJMZWZ0IjowLjAsIlJpZ2h0IjowLjAsIkJvdHRvbSI6MC4wfSwiQmFja2dyb3VuZCI6eyIkaWQiOiIyNTQiLCJDb2xvciI6eyIkaWQiOiIyNTUiLCJBIjo4OSwiUiI6MCwiRyI6MCwiQiI6MH19LCJJc1Zpc2libGUiOnRydWUsIldpZHRoIjowLjAsIkhlaWdodCI6MC4wLCJCb3JkZXJTdHlsZSI6eyIkaWQiOiIyNTYiLCJMaW5lQ29sb3IiOm51bGwsIkxpbmVXZWlnaHQiOjAuMCwiTGluZVR5cGUiOjAsIlBhcmVudFN0eWxlIjpudWxsfSwiUGFyZW50U3R5bGUiOm51bGx9LCJIb3Jpem9udGFsQ29ubmVjdG9yU3R5bGUiOnsiJGlkIjoiMjU3IiwiTGluZUNvbG9yIjp7IiRpZCI6IjI1OCIsIiR0eXBlIjoiTkxSRS5Db21tb24uRG9tLlNvbGlkQ29sb3JCcnVzaCwgTkxSRS5Db21tb24iLCJDb2xvciI6eyIkaWQiOiIyNTkiLCJBIjoyNTUsIlIiOjIwNCwiRyI6MjA0LCJCIjoyMDR9fSwiTGluZVdlaWdodCI6MS4wLCJMaW5lVHlwZSI6MCwiUGFyZW50U3R5bGUiOm51bGx9LCJWZXJ0aWNhbENvbm5lY3RvclN0eWxlIjp7IiRpZCI6IjI2MCIsIkxpbmVDb2xvciI6eyIkaWQiOiIyNjEiLCIkdHlwZSI6Ik5MUkUuQ29tbW9uLkRvbS5Tb2xpZENvbG9yQnJ1c2gsIE5MUkUuQ29tbW9uIiwiQ29sb3IiOnsiJGlkIjoiMjYyIiwiQSI6MjU1LCJSIjoyMDQsIkciOjIwNCwiQiI6MjA0fX0sIkxpbmVXZWlnaHQiOjAuMCwiTGluZVR5cGUiOjAsIlBhcmVudFN0eWxlIjpudWxsfSwiTWFyZ2luIjpudWxsLCJTdGFydERhdGVQb3NpdGlvbiI6NiwiRW5kRGF0ZVBvc2l0aW9uIjo2LCJEYXRlSXNWaXNpYmxlIjpmYWxzZSwiVGl0bGVQb3NpdGlvbiI6MywiRHVyYXRpb25Qb3NpdGlvbiI6NiwiUGVyY2VudGFnZUNvbXBsZXRlZFBvc2l0aW9uIjo0LCJTcGFjaW5nIjozLCJJc0JlbG93VGltZWJhbmQiOnRydWUsIlBlcmNlbnRhZ2VDb21wbGV0ZVNoYXBlT3BhY2l0eSI6MzUsIkJhc2VsaW5lU3R5bGUiOnsiJGlkIjoiMjYzIiwiU2hhcGVTdHlsZSI6eyIkaWQiOiIyNjQiLCJNYXJnaW4iOnsiJGlkIjoiMjY1IiwiVG9wIjowLjAsIkxlZnQiOjAuMCwiUmlnaHQiOjAuMCwiQm90dG9tIjowLjB9LCJQYWRkaW5nIjp7IiRpZCI6IjI2NiIsIlRvcCI6MC4wLCJMZWZ0IjowLjAsIlJpZ2h0IjowLjAsIkJvdHRvbSI6MC4wfSwiQmFja2dyb3VuZCI6eyIkaWQiOiIyNjciLCJDb2xvciI6eyIkaWQiOiIyNjgiLCJBIjoxNTMsIlIiOjAsIkciOjAsIkIiOjB9fSwiSXNWaXNpYmxlIjp0cnVlLCJXaWR0aCI6MC4wLCJIZWlnaHQiOjAuMCwiQm9yZGVyU3R5bGUiOm51bGwsIlBhcmVudFN0eWxlIjpudWxsfSwiTWFyZ2luIjp7IiRpZCI6IjI2OSIsIlRvcCI6MC4wLCJMZWZ0IjowLjAsIlJpZ2h0IjowLjAsIkJvdHRvbSI6MC4wfSwiUGFkZGluZyI6eyIkaWQiOiIyNzAiLCJUb3AiOjAuMCwiTGVmdCI6MC4wLCJSaWdodCI6MC4wLCJCb3R0b20iOjAuMH0sIkJhY2tncm91bmQiOm51bGwsIklzVmlzaWJsZSI6dHJ1ZSwiV2lkdGgiOjAuMCwiSGVpZ2h0IjowLjAsIkJvcmRlclN0eWxlIjpudWxsLCJQYXJlbnRTdHlsZSI6bnVsbH0sIlNoYXBlU3R5bGUiOnsiJGlkIjoiMjcxIiwiTWFyZ2luIjp7IiRpZCI6IjI3MiIsIlRvcCI6MC4wLCJMZWZ0Ijo0LjAsIlJpZ2h0Ijo0LjAsIkJvdHRvbSI6MC4wfSwiUGFkZGluZyI6eyIkaWQiOiIyNzMiLCJUb3AiOjAuMCwiTGVmdCI6MC4wLCJSaWdodCI6MC4wLCJCb3R0b20iOjAuMH0sIkJhY2tncm91bmQiOnsiJGlkIjoiMjc0IiwiQ29sb3IiOnsiJGlkIjoiMjc1IiwiQSI6MjU1LCJSIjoyNTUsIkciOjE5MiwiQiI6MH19LCJJc1Zpc2libGUiOnRydWUsIldpZHRoIjowLjAsIkhlaWdodCI6MTMuNDI2NjY2NjY2NjY2Njc3LCJCb3JkZXJTdHlsZSI6eyIkaWQiOiIyNzYiLCJMaW5lQ29sb3IiOnsiJGlkIjoiMjc3IiwiJHR5cGUiOiJOTFJFLkNvbW1vbi5Eb20uU29saWRDb2xvckJydXNoLCBOTFJFLkNvbW1vbiIsIkNvbG9yIjp7IiRpZCI6IjI3OCIsIkEiOjI1NSwiUiI6MjM0LCJHIjoyMiwiQiI6MzB9fSwiTGluZVdlaWdodCI6MC4wLCJMaW5lVHlwZSI6MCwiUGFyZW50U3R5bGUiOm51bGx9LCJQYXJlbnRTdHlsZSI6bnVsbH0sIlRpdGxlU3R5bGUiOnsiJGlkIjoiMjc5IiwiRm9udFNldHRpbmdzIjp7IiRpZCI6IjI4MCIsIkZvbnRTaXplIjo5LCJGb250TmFtZSI6IkNhbGlicmkiLCJJc0JvbGQiOnRydWUsIklzSXRhbGljIjpmYWxzZSwiSXNVbmRlcmxpbmVkIjpmYWxzZSwiUGFyZW50U3R5bGUiOm51bGx9LCJBdXRvU2l6ZSI6MCwiRm9yZWdyb3VuZCI6eyIkaWQiOiIyODEiLCJDb2xvciI6eyIkaWQiOiIyODIiLCJBIjoyNTUsIlIiOjAsIkciOjAsIkIiOjB9fSwiTWF4V2lkdGgiOjcyMC4wLCJNYXhIZWlnaHQiOiJJbmZpbml0eSIsIlNtYXJ0Rm9yZWdyb3VuZElzQWN0aXZlIjpmYWxzZSwiSG9yaXpvbnRhbEFsaWdubWVudCI6MSwiVmVydGljYWxBbGlnbm1lbnQiOjAsIlNtYXJ0Rm9yZWdyb3VuZCI6bnVsbCwiQmFja2dyb3VuZEZpbGxUeXBlIjowLCJNYXJnaW4iOnsiJGlkIjoiMjgzIiwiVG9wIjowLjAsIkxlZnQiOjAuMCwiUmlnaHQiOjAuMCwiQm90dG9tIjowLjB9LCJQYWRkaW5nIjp7IiRpZCI6IjI4NCIsIlRvcCI6MC4wLCJMZWZ0IjowLjAsIlJpZ2h0IjowLjAsIkJvdHRvbSI6MC4wfSwiQmFja2dyb3VuZCI6eyIkaWQiOiIyODUiLCJDb2xvciI6eyIkaWQiOiIyODYiLCJBIjo4OSwiUiI6MCwiRyI6MCwiQiI6MH19LCJJc1Zpc2libGUiOnRydWUsIldpZHRoIjowLjAsIkhlaWdodCI6MC4wLCJCb3JkZXJTdHlsZSI6eyIkaWQiOiIyODciLCJMaW5lQ29sb3IiOm51bGwsIkxpbmVXZWlnaHQiOjAuMCwiTGluZVR5cGUiOjAsIlBhcmVudFN0eWxlIjpudWxsfSwiUGFyZW50U3R5bGUiOm51bGx9LCJEYXRlU3R5bGUiOnsiJGlkIjoiMjg4IiwiRm9udFNldHRpbmdzIjp7IiRpZCI6IjI4OSIsIkZvbnRTaXplIjoxMCwiRm9udE5hbWUiOiJDYWxpYnJpIiwiSXNCb2xkIjpmYWxzZSwiSXNJdGFsaWMiOmZhbHNlLCJJc1VuZGVybGluZWQiOmZhbHNlLCJQYXJlbnRTdHlsZSI6bnVsbH0sIkF1dG9TaXplIjowLCJGb3JlZ3JvdW5kIjp7IiRpZCI6IjI5MCIsIkNvbG9yIjp7IiRpZCI6IjI5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kyIiwiVG9wIjowLjAsIkxlZnQiOjAuMCwiUmlnaHQiOjAuMCwiQm90dG9tIjowLjB9LCJQYWRkaW5nIjp7IiRpZCI6IjI5MyIsIlRvcCI6MC4wLCJMZWZ0IjowLjAsIlJpZ2h0IjowLjAsIkJvdHRvbSI6MC4wfSwiQmFja2dyb3VuZCI6eyIkaWQiOiIyOTQiLCJDb2xvciI6eyIkaWQiOiIyOTUiLCJBIjo4OSwiUiI6MCwiRyI6MCwiQiI6MH19LCJJc1Zpc2libGUiOnRydWUsIldpZHRoIjowLjAsIkhlaWdodCI6MC4wLCJCb3JkZXJTdHlsZSI6eyIkaWQiOiIyOTYiLCJMaW5lQ29sb3IiOm51bGwsIkxpbmVXZWlnaHQiOjAuMCwiTGluZVR5cGUiOjAsIlBhcmVudFN0eWxlIjpudWxsfSwiUGFyZW50U3R5bGUiOm51bGx9LCJEYXRlRm9ybWF0Ijp7IiRpZCI6IjI5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TgiLCJGb3JtYXQiOjAsIklzVmlzaWJsZSI6ZmFsc2UsIkxhc3RLbm93blZpc2liaWxpdHlTdGF0ZSI6ZmFsc2V9LCJJc1Zpc2libGUiOnRydWUsIlBhcmVudFN0eWxlIjpudWxsfSwiSW5kZXgiOjQsIlNtYXJ0RHVyYXRpb25BY3RpdmF0ZWQiOmZhbHNlLCJEYXRlRm9ybWF0Ijp7IiRyZWYiOiIyOTcifSwiV2Vla051bWJlcmluZyI6eyIkaWQiOiIyOTkiLCJGb3JtYXQiOjAsIklzVmlzaWJsZSI6ZmFsc2UsIkxhc3RLbm93blZpc2liaWxpdHlTdGF0ZSI6ZmFsc2V9LCJCYXNlbGluZURhdGEiOnsiJGlkIjoiMzAwIiwiU3RhcnREYXRlIjoiMjAyNi0wMi0xNVQwMDowMDowMCIsIkVuZERhdGUiOiIyMDI2LTAyLTE4VDExOjU5OjAwIn0sIklkIjoiM2RlODgwYTAtNjhjOC00Nzc2LTg4YWItYTFiYWQ4Njc2MTQ2IiwiSW1wb3J0SWQiOm51bGwsIlRpdGxlIjoiVjIyICBFVSBEZW1vICYgVGFpbmluZyAiLCJOb3RlIjpudWxsLCJIeXBlcmxpbmsiOnsiJGlkIjoiMzAxIiwiQWRkcmVzcyI6bnVsbCwiU3ViQWRkcmVzcyI6bnVsbH0sIklzQ2hhbmdlZCI6ZmFsc2UsIklzTmV3IjpmYWxzZX19XSwiX21pbGVzdG9uZXMiOltdLCJJZCI6IjAwMDAwMDAwLTAwMDAtMDAwMC0wMDAwLTAwMDAwMDAwMDAwMCIsIklzU2luZ2xlSXRlbVJvdyI6dHJ1ZX0seyIkaWQiOiIzMDIiLCJfdGFza3MiOlt7IiRpZCI6IjMwMyIsIl9hdHRhY2hlZE1pbGVzdG9uZXMiOltdLCJUYXNrRGVmaW5pdGlvbiI6eyIkaWQiOiIzMDQiLCJHcm91cE5hbWUiOm51bGwsIlN0YXJ0RGF0ZSI6IjIwMjYtMDItMTFUMDA6MDA6MDBaIiwiRW5kRGF0ZSI6IjIwMjYtMDQtMzBUMTE6NTk6MDBaIiwiUGVyY2VudGFnZUNvbXBsZXRlIjpudWxsLCJTdHlsZSI6eyIkaWQiOiIzMDUiLCJTaGFwZSI6NywiU2hhcGVUaGlja25lc3MiOjAsIkR1cmF0aW9uRm9ybWF0IjowLCJJbmNsdWRlTm9uV29ya2luZ0RheXNJbkR1cmF0aW9uIjpmYWxzZSwiUGVyY2VudGFnZUNvbXBsZXRlU3R5bGUiOnsiJGlkIjoiMzA2IiwiRm9udFNldHRpbmdzIjp7IiRpZCI6IjMwNyIsIkZvbnRTaXplIjoxMCwiRm9udE5hbWUiOiJDYWxpYnJpIiwiSXNCb2xkIjp0cnVlLCJJc0l0YWxpYyI6ZmFsc2UsIklzVW5kZXJsaW5lZCI6ZmFsc2UsIlBhcmVudFN0eWxlIjpudWxsfSwiQXV0b1NpemUiOjAsIkZvcmVncm91bmQiOnsiJGlkIjoiMzA4IiwiQ29sb3IiOnsiJGlkIjoiMzA5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zMTAiLCJUb3AiOjAuMCwiTGVmdCI6MC4wLCJSaWdodCI6MC4wLCJCb3R0b20iOjAuMH0sIlBhZGRpbmciOnsiJGlkIjoiMzExIiwiVG9wIjowLjAsIkxlZnQiOjAuMCwiUmlnaHQiOjAuMCwiQm90dG9tIjowLjB9LCJCYWNrZ3JvdW5kIjp7IiRpZCI6IjMxMiIsIkNvbG9yIjp7IiRpZCI6IjMxMyIsIkEiOjg5LCJSIjowLCJHIjowLCJCIjowfX0sIklzVmlzaWJsZSI6dHJ1ZSwiV2lkdGgiOjAuMCwiSGVpZ2h0IjowLjAsIkJvcmRlclN0eWxlIjp7IiRpZCI6IjMxNCIsIkxpbmVDb2xvciI6bnVsbCwiTGluZVdlaWdodCI6MC4wLCJMaW5lVHlwZSI6MCwiUGFyZW50U3R5bGUiOm51bGx9LCJQYXJlbnRTdHlsZSI6bnVsbH0sIkR1cmF0aW9uU3R5bGUiOnsiJGlkIjoiMzE1IiwiRm9udFNldHRpbmdzIjp7IiRpZCI6IjMxNiIsIkZvbnRTaXplIjoxMCwiRm9udE5hbWUiOiJDYWxpYnJpIiwiSXNCb2xkIjpmYWxzZSwiSXNJdGFsaWMiOmZhbHNlLCJJc1VuZGVybGluZWQiOmZhbHNlLCJQYXJlbnRTdHlsZSI6bnVsbH0sIkF1dG9TaXplIjowLCJGb3JlZ3JvdW5kIjp7IiRpZCI6IjMxNyIsIkNvbG9yIjp7IiRpZCI6IjMxO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MxOSIsIlRvcCI6MC4wLCJMZWZ0IjowLjAsIlJpZ2h0IjowLjAsIkJvdHRvbSI6MC4wfSwiUGFkZGluZyI6eyIkaWQiOiIzMjAiLCJUb3AiOjAuMCwiTGVmdCI6MC4wLCJSaWdodCI6MC4wLCJCb3R0b20iOjAuMH0sIkJhY2tncm91bmQiOnsiJGlkIjoiMzIxIiwiQ29sb3IiOnsiJGlkIjoiMzIyIiwiQSI6ODksIlIiOjAsIkciOjAsIkIiOjB9fSwiSXNWaXNpYmxlIjp0cnVlLCJXaWR0aCI6MC4wLCJIZWlnaHQiOjAuMCwiQm9yZGVyU3R5bGUiOnsiJGlkIjoiMzIzIiwiTGluZUNvbG9yIjpudWxsLCJMaW5lV2VpZ2h0IjowLjAsIkxpbmVUeXBlIjowLCJQYXJlbnRTdHlsZSI6bnVsbH0sIlBhcmVudFN0eWxlIjpudWxsfSwiSG9yaXpvbnRhbENvbm5lY3RvclN0eWxlIjp7IiRpZCI6IjMyNCIsIkxpbmVDb2xvciI6eyIkaWQiOiIzMjUiLCIkdHlwZSI6Ik5MUkUuQ29tbW9uLkRvbS5Tb2xpZENvbG9yQnJ1c2gsIE5MUkUuQ29tbW9uIiwiQ29sb3IiOnsiJGlkIjoiMzI2IiwiQSI6MjU1LCJSIjoyMDQsIkciOjIwNCwiQiI6MjA0fX0sIkxpbmVXZWlnaHQiOjEuMCwiTGluZVR5cGUiOjAsIlBhcmVudFN0eWxlIjpudWxsfSwiVmVydGljYWxDb25uZWN0b3JTdHlsZSI6eyIkaWQiOiIzMjciLCJMaW5lQ29sb3IiOnsiJGlkIjoiMzI4IiwiJHR5cGUiOiJOTFJFLkNvbW1vbi5Eb20uU29saWRDb2xvckJydXNoLCBOTFJFLkNvbW1vbiIsIkNvbG9yIjp7IiRpZCI6IjMyOS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CYXNlbGluZVN0eWxlIjp7IiRpZCI6IjMzMCIsIlNoYXBlU3R5bGUiOnsiJGlkIjoiMzMxIiwiTWFyZ2luIjp7IiRpZCI6IjMzMiIsIlRvcCI6MC4wLCJMZWZ0IjowLjAsIlJpZ2h0IjowLjAsIkJvdHRvbSI6MC4wfSwiUGFkZGluZyI6eyIkaWQiOiIzMzMiLCJUb3AiOjAuMCwiTGVmdCI6MC4wLCJSaWdodCI6MC4wLCJCb3R0b20iOjAuMH0sIkJhY2tncm91bmQiOnsiJGlkIjoiMzM0IiwiQ29sb3IiOnsiJGlkIjoiMzM1IiwiQSI6MTUzLCJSIjowLCJHIjowLCJCIjowfX0sIklzVmlzaWJsZSI6dHJ1ZSwiV2lkdGgiOjAuMCwiSGVpZ2h0IjowLjAsIkJvcmRlclN0eWxlIjpudWxsLCJQYXJlbnRTdHlsZSI6bnVsbH0sIk1hcmdpbiI6eyIkaWQiOiIzMzYiLCJUb3AiOjAuMCwiTGVmdCI6MC4wLCJSaWdodCI6MC4wLCJCb3R0b20iOjAuMH0sIlBhZGRpbmciOnsiJGlkIjoiMzM3IiwiVG9wIjowLjAsIkxlZnQiOjAuMCwiUmlnaHQiOjAuMCwiQm90dG9tIjowLjB9LCJCYWNrZ3JvdW5kIjpudWxsLCJJc1Zpc2libGUiOnRydWUsIldpZHRoIjowLjAsIkhlaWdodCI6MC4wLCJCb3JkZXJTdHlsZSI6bnVsbCwiUGFyZW50U3R5bGUiOm51bGx9LCJTaGFwZVN0eWxlIjp7IiRpZCI6IjMzOCIsIk1hcmdpbiI6eyIkaWQiOiIzMzkiLCJUb3AiOjAuMCwiTGVmdCI6NC4wLCJSaWdodCI6NC4wLCJCb3R0b20iOjAuMH0sIlBhZGRpbmciOnsiJGlkIjoiMzQwIiwiVG9wIjowLjAsIkxlZnQiOjAuMCwiUmlnaHQiOjAuMCwiQm90dG9tIjowLjB9LCJCYWNrZ3JvdW5kIjp7IiRpZCI6IjM0MSIsIkNvbG9yIjp7IiRpZCI6IjM0MiIsIkEiOjI1NSwiUiI6MjU1LCJHIjoxOTIsIkIiOjB9fSwiSXNWaXNpYmxlIjp0cnVlLCJXaWR0aCI6MC4wLCJIZWlnaHQiOjEzLjQyNjY2NjY2NjY2NjY3NywiQm9yZGVyU3R5bGUiOnsiJGlkIjoiMzQzIiwiTGluZUNvbG9yIjp7IiRpZCI6IjM0NCIsIiR0eXBlIjoiTkxSRS5Db21tb24uRG9tLlNvbGlkQ29sb3JCcnVzaCwgTkxSRS5Db21tb24iLCJDb2xvciI6eyIkaWQiOiIzNDUiLCJBIjoyNTUsIlIiOjIzNCwiRyI6MjIsIkIiOjMwfX0sIkxpbmVXZWlnaHQiOjAuMCwiTGluZVR5cGUiOjAsIlBhcmVudFN0eWxlIjpudWxsfSwiUGFyZW50U3R5bGUiOm51bGx9LCJUaXRsZVN0eWxlIjp7IiRpZCI6IjM0NiIsIkZvbnRTZXR0aW5ncyI6eyIkaWQiOiIzNDciLCJGb250U2l6ZSI6OSwiRm9udE5hbWUiOiJDYWxpYnJpIiwiSXNCb2xkIjp0cnVlLCJJc0l0YWxpYyI6ZmFsc2UsIklzVW5kZXJsaW5lZCI6ZmFsc2UsIlBhcmVudFN0eWxlIjpudWxsfSwiQXV0b1NpemUiOjAsIkZvcmVncm91bmQiOnsiJGlkIjoiMzQ4IiwiQ29sb3IiOnsiJGlkIjoiMzQ5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M1MCIsIlRvcCI6MC4wLCJMZWZ0IjowLjAsIlJpZ2h0IjowLjAsIkJvdHRvbSI6MC4wfSwiUGFkZGluZyI6eyIkaWQiOiIzNTEiLCJUb3AiOjAuMCwiTGVmdCI6MC4wLCJSaWdodCI6MC4wLCJCb3R0b20iOjAuMH0sIkJhY2tncm91bmQiOnsiJGlkIjoiMzUyIiwiQ29sb3IiOnsiJGlkIjoiMzUzIiwiQSI6MCwiUiI6MjU1LCJHIjoyNTUsIkIiOjI1NX19LCJJc1Zpc2libGUiOnRydWUsIldpZHRoIjowLjAsIkhlaWdodCI6MC4wLCJCb3JkZXJTdHlsZSI6eyIkaWQiOiIzNTQiLCJMaW5lQ29sb3IiOm51bGwsIkxpbmVXZWlnaHQiOjAuMCwiTGluZVR5cGUiOjAsIlBhcmVudFN0eWxlIjpudWxsfSwiUGFyZW50U3R5bGUiOm51bGx9LCJEYXRlU3R5bGUiOnsiJGlkIjoiMzU1IiwiRm9udFNldHRpbmdzIjp7IiRpZCI6IjM1NiIsIkZvbnRTaXplIjoxMCwiRm9udE5hbWUiOiJDYWxpYnJpIiwiSXNCb2xkIjpmYWxzZSwiSXNJdGFsaWMiOmZhbHNlLCJJc1VuZGVybGluZWQiOmZhbHNlLCJQYXJlbnRTdHlsZSI6bnVsbH0sIkF1dG9TaXplIjowLCJGb3JlZ3JvdW5kIjp7IiRpZCI6IjM1NyIsIkNvbG9yIjp7IiRpZCI6IjM1O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zU5IiwiVG9wIjowLjAsIkxlZnQiOjAuMCwiUmlnaHQiOjAuMCwiQm90dG9tIjowLjB9LCJQYWRkaW5nIjp7IiRpZCI6IjM2MCIsIlRvcCI6MC4wLCJMZWZ0IjowLjAsIlJpZ2h0IjowLjAsIkJvdHRvbSI6MC4wfSwiQmFja2dyb3VuZCI6eyIkaWQiOiIzNjEiLCJDb2xvciI6eyIkaWQiOiIzNjIiLCJBIjo4OSwiUiI6MCwiRyI6MCwiQiI6MH19LCJJc1Zpc2libGUiOnRydWUsIldpZHRoIjowLjAsIkhlaWdodCI6MC4wLCJCb3JkZXJTdHlsZSI6eyIkaWQiOiIzNjMiLCJMaW5lQ29sb3IiOm51bGwsIkxpbmVXZWlnaHQiOjAuMCwiTGluZVR5cGUiOjAsIlBhcmVudFN0eWxlIjpudWxsfSwiUGFyZW50U3R5bGUiOm51bGx9LCJEYXRlRm9ybWF0Ijp7IiRpZCI6IjM2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jUiLCJGb3JtYXQiOjAsIklzVmlzaWJsZSI6ZmFsc2UsIkxhc3RLbm93blZpc2liaWxpdHlTdGF0ZSI6ZmFsc2V9LCJJc1Zpc2libGUiOnRydWUsIlBhcmVudFN0eWxlIjpudWxsfSwiSW5kZXgiOjUsIlNtYXJ0RHVyYXRpb25BY3RpdmF0ZWQiOmZhbHNlLCJEYXRlRm9ybWF0Ijp7IiRyZWYiOiIzNjQifSwiV2Vla051bWJlcmluZyI6eyIkaWQiOiIzNjYiLCJGb3JtYXQiOjAsIklzVmlzaWJsZSI6ZmFsc2UsIkxhc3RLbm93blZpc2liaWxpdHlTdGF0ZSI6ZmFsc2V9LCJCYXNlbGluZURhdGEiOnsiJGlkIjoiMzY3IiwiU3RhcnREYXRlIjoiMjAyNi0wMi0xMVQwMDowMDowMCIsIkVuZERhdGUiOiIyMDI2LTA0LTMwVDExOjU5OjAwIn0sIklkIjoiNjAyYTEwNWEtNjQwZC00MWMzLWFiMmQtYjBkMmUyZGY2YjM3IiwiSW1wb3J0SWQiOm51bGwsIlRpdGxlIjoiQ0ZFIFByb2N1cmVtZW50ICYgbm9uZS1GRSIsIk5vdGUiOm51bGwsIkh5cGVybGluayI6eyIkaWQiOiIzNjgiLCJBZGRyZXNzIjpudWxsLCJTdWJBZGRyZXNzIjpudWxsfSwiSXNDaGFuZ2VkIjpmYWxzZSwiSXNOZXciOmZhbHNlfX1dLCJfbWlsZXN0b25lcyI6W10sIklkIjoiMDAwMDAwMDAtMDAwMC0wMDAwLTAwMDAtMDAwMDAwMDAwMDAwIiwiSXNTaW5nbGVJdGVtUm93Ijp0cnVlfSx7IiRpZCI6IjM2OSIsIl90YXNrcyI6W3siJGlkIjoiMzcwIiwiX2F0dGFjaGVkTWlsZXN0b25lcyI6W10sIlRhc2tEZWZpbml0aW9uIjp7IiRpZCI6IjM3MSIsIkdyb3VwTmFtZSI6bnVsbCwiU3RhcnREYXRlIjoiMjAyNi0wNC0zMFQwMDowMDowMFoiLCJFbmREYXRlIjoiMjAyNi0wNS0wN1QxMTo1OTowMFoiLCJQZXJjZW50YWdlQ29tcGxldGUiOm51bGwsIlN0eWxlIjp7IiRpZCI6IjM3MiIsIlNoYXBlIjo3LCJTaGFwZVRoaWNrbmVzcyI6MCwiRHVyYXRpb25Gb3JtYXQiOjAsIkluY2x1ZGVOb25Xb3JraW5nRGF5c0luRHVyYXRpb24iOmZhbHNlLCJQZXJjZW50YWdlQ29tcGxldGVTdHlsZSI6eyIkaWQiOiIzNzMiLCJGb250U2V0dGluZ3MiOnsiJGlkIjoiMzc0IiwiRm9udFNpemUiOjEwLCJGb250TmFtZSI6IkNhbGlicmkiLCJJc0JvbGQiOnRydWUsIklzSXRhbGljIjpmYWxzZSwiSXNVbmRlcmxpbmVkIjpmYWxzZSwiUGFyZW50U3R5bGUiOm51bGx9LCJBdXRvU2l6ZSI6MCwiRm9yZWdyb3VuZCI6eyIkaWQiOiIzNzUiLCJDb2xvciI6eyIkaWQiOiIzNzYiLCJBIjoyNTUsIlIiOjEyNywiRyI6OTYsIkIiOjB9fSwiTWF4V2lkdGgiOjIwMC4wLCJNYXhIZWlnaHQiOiJJbmZpbml0eSIsIlNtYXJ0Rm9yZWdyb3VuZElzQWN0aXZlIjpmYWxzZSwiSG9yaXpvbnRhbEFsaWdubWVudCI6MCwiVmVydGljYWxBbGlnbm1lbnQiOjAsIlNtYXJ0Rm9yZWdyb3VuZCI6bnVsbCwiQmFja2dyb3VuZEZpbGxUeXBlIjowLCJNYXJnaW4iOnsiJGlkIjoiMzc3IiwiVG9wIjowLjAsIkxlZnQiOjAuMCwiUmlnaHQiOjAuMCwiQm90dG9tIjowLjB9LCJQYWRkaW5nIjp7IiRpZCI6IjM3OCIsIlRvcCI6MC4wLCJMZWZ0IjowLjAsIlJpZ2h0IjowLjAsIkJvdHRvbSI6MC4wfSwiQmFja2dyb3VuZCI6eyIkaWQiOiIzNzkiLCJDb2xvciI6eyIkaWQiOiIzODAiLCJBIjo4OSwiUiI6MCwiRyI6MCwiQiI6MH19LCJJc1Zpc2libGUiOnRydWUsIldpZHRoIjowLjAsIkhlaWdodCI6MC4wLCJCb3JkZXJTdHlsZSI6eyIkaWQiOiIzODEiLCJMaW5lQ29sb3IiOm51bGwsIkxpbmVXZWlnaHQiOjAuMCwiTGluZVR5cGUiOjAsIlBhcmVudFN0eWxlIjpudWxsfSwiUGFyZW50U3R5bGUiOm51bGx9LCJEdXJhdGlvblN0eWxlIjp7IiRpZCI6IjM4MiIsIkZvbnRTZXR0aW5ncyI6eyIkaWQiOiIzODMiLCJGb250U2l6ZSI6MTAsIkZvbnROYW1lIjoiQ2FsaWJyaSIsIklzQm9sZCI6ZmFsc2UsIklzSXRhbGljIjpmYWxzZSwiSXNVbmRlcmxpbmVkIjpmYWxzZSwiUGFyZW50U3R5bGUiOm51bGx9LCJBdXRvU2l6ZSI6MCwiRm9yZWdyb3VuZCI6eyIkaWQiOiIzODQiLCJDb2xvciI6eyIkaWQiOiIzOD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zODYiLCJUb3AiOjAuMCwiTGVmdCI6MC4wLCJSaWdodCI6MC4wLCJCb3R0b20iOjAuMH0sIlBhZGRpbmciOnsiJGlkIjoiMzg3IiwiVG9wIjowLjAsIkxlZnQiOjAuMCwiUmlnaHQiOjAuMCwiQm90dG9tIjowLjB9LCJCYWNrZ3JvdW5kIjp7IiRpZCI6IjM4OCIsIkNvbG9yIjp7IiRpZCI6IjM4OSIsIkEiOjg5LCJSIjowLCJHIjowLCJCIjowfX0sIklzVmlzaWJsZSI6dHJ1ZSwiV2lkdGgiOjAuMCwiSGVpZ2h0IjowLjAsIkJvcmRlclN0eWxlIjp7IiRpZCI6IjM5MCIsIkxpbmVDb2xvciI6bnVsbCwiTGluZVdlaWdodCI6MC4wLCJMaW5lVHlwZSI6MCwiUGFyZW50U3R5bGUiOm51bGx9LCJQYXJlbnRTdHlsZSI6bnVsbH0sIkhvcml6b250YWxDb25uZWN0b3JTdHlsZSI6eyIkaWQiOiIzOTEiLCJMaW5lQ29sb3IiOnsiJGlkIjoiMzkyIiwiJHR5cGUiOiJOTFJFLkNvbW1vbi5Eb20uU29saWRDb2xvckJydXNoLCBOTFJFLkNvbW1vbiIsIkNvbG9yIjp7IiRpZCI6IjM5MyIsIkEiOjI1NSwiUiI6MjA0LCJHIjoyMDQsIkIiOjIwNH19LCJMaW5lV2VpZ2h0IjoxLjAsIkxpbmVUeXBlIjowLCJQYXJlbnRTdHlsZSI6bnVsbH0sIlZlcnRpY2FsQ29ubmVjdG9yU3R5bGUiOnsiJGlkIjoiMzk0IiwiTGluZUNvbG9yIjp7IiRpZCI6IjM5NSIsIiR0eXBlIjoiTkxSRS5Db21tb24uRG9tLlNvbGlkQ29sb3JCcnVzaCwgTkxSRS5Db21tb24iLCJDb2xvciI6eyIkaWQiOiIzOTYiLCJBIjoyNTUsIlIiOjIwNCwiRyI6MjA0LCJCIjoyMDR9fSwiTGluZVdlaWdodCI6MC4wLCJMaW5lVHlwZSI6MCwiUGFyZW50U3R5bGUiOm51bGx9LCJNYXJnaW4iOm51bGwsIlN0YXJ0RGF0ZVBvc2l0aW9uIjo2LCJFbmREYXRlUG9zaXRpb24iOjYsIkRhdGVJc1Zpc2libGUiOmZhbHNlLCJUaXRsZVBvc2l0aW9uIjozLCJEdXJhdGlvblBvc2l0aW9uIjo2LCJQZXJjZW50YWdlQ29tcGxldGVkUG9zaXRpb24iOjQsIlNwYWNpbmciOjMsIklzQmVsb3dUaW1lYmFuZCI6dHJ1ZSwiUGVyY2VudGFnZUNvbXBsZXRlU2hhcGVPcGFjaXR5IjozNSwiQmFzZWxpbmVTdHlsZSI6eyIkaWQiOiIzOTciLCJTaGFwZVN0eWxlIjp7IiRpZCI6IjM5OCIsIk1hcmdpbiI6eyIkaWQiOiIzOTkiLCJUb3AiOjAuMCwiTGVmdCI6MC4wLCJSaWdodCI6MC4wLCJCb3R0b20iOjAuMH0sIlBhZGRpbmciOnsiJGlkIjoiNDAwIiwiVG9wIjowLjAsIkxlZnQiOjAuMCwiUmlnaHQiOjAuMCwiQm90dG9tIjowLjB9LCJCYWNrZ3JvdW5kIjp7IiRpZCI6IjQwMSIsIkNvbG9yIjp7IiRpZCI6IjQwMiIsIkEiOjE1MywiUiI6MCwiRyI6MCwiQiI6MH19LCJJc1Zpc2libGUiOnRydWUsIldpZHRoIjowLjAsIkhlaWdodCI6MC4wLCJCb3JkZXJTdHlsZSI6bnVsbCwiUGFyZW50U3R5bGUiOm51bGx9LCJNYXJnaW4iOnsiJGlkIjoiNDAzIiwiVG9wIjowLjAsIkxlZnQiOjAuMCwiUmlnaHQiOjAuMCwiQm90dG9tIjowLjB9LCJQYWRkaW5nIjp7IiRpZCI6IjQwNCIsIlRvcCI6MC4wLCJMZWZ0IjowLjAsIlJpZ2h0IjowLjAsIkJvdHRvbSI6MC4wfSwiQmFja2dyb3VuZCI6bnVsbCwiSXNWaXNpYmxlIjp0cnVlLCJXaWR0aCI6MC4wLCJIZWlnaHQiOjAuMCwiQm9yZGVyU3R5bGUiOm51bGwsIlBhcmVudFN0eWxlIjpudWxsfSwiU2hhcGVTdHlsZSI6eyIkaWQiOiI0MDUiLCJNYXJnaW4iOnsiJGlkIjoiNDA2IiwiVG9wIjowLjAsIkxlZnQiOjQuMCwiUmlnaHQiOjQuMCwiQm90dG9tIjowLjB9LCJQYWRkaW5nIjp7IiRpZCI6IjQwNyIsIlRvcCI6MC4wLCJMZWZ0IjowLjAsIlJpZ2h0IjowLjAsIkJvdHRvbSI6MC4wfSwiQmFja2dyb3VuZCI6eyIkaWQiOiI0MDgiLCJDb2xvciI6eyIkaWQiOiI0MDkiLCJBIjoyNTUsIlIiOjI1NSwiRyI6MTkyLCJCIjowfX0sIklzVmlzaWJsZSI6dHJ1ZSwiV2lkdGgiOjAuMCwiSGVpZ2h0IjoxMy40MjY2NjY2NjY2NjY2NzcsIkJvcmRlclN0eWxlIjp7IiRpZCI6IjQxMCIsIkxpbmVDb2xvciI6eyIkaWQiOiI0MTEiLCIkdHlwZSI6Ik5MUkUuQ29tbW9uLkRvbS5Tb2xpZENvbG9yQnJ1c2gsIE5MUkUuQ29tbW9uIiwiQ29sb3IiOnsiJGlkIjoiNDEyIiwiQSI6MjU1LCJSIjoyMzQsIkciOjIyLCJCIjozMH19LCJMaW5lV2VpZ2h0IjowLjAsIkxpbmVUeXBlIjowLCJQYXJlbnRTdHlsZSI6bnVsbH0sIlBhcmVudFN0eWxlIjpudWxsfSwiVGl0bGVTdHlsZSI6eyIkaWQiOiI0MTMiLCJGb250U2V0dGluZ3MiOnsiJGlkIjoiNDE0IiwiRm9udFNpemUiOjksIkZvbnROYW1lIjoiQ2FsaWJyaSIsIklzQm9sZCI6dHJ1ZSwiSXNJdGFsaWMiOmZhbHNlLCJJc1VuZGVybGluZWQiOmZhbHNlLCJQYXJlbnRTdHlsZSI6bnVsbH0sIkF1dG9TaXplIjowLCJGb3JlZ3JvdW5kIjp7IiRpZCI6IjQxNSIsIkNvbG9yIjp7IiRpZCI6IjQxNiIsIkEiOjI1NSwiUiI6MCwiRyI6MCwiQiI6MH19LCJNYXhXaWR0aCI6NzIwLjAsIk1heEhlaWdodCI6IkluZmluaXR5IiwiU21hcnRGb3JlZ3JvdW5kSXNBY3RpdmUiOmZhbHNlLCJIb3Jpem9udGFsQWxpZ25tZW50IjoxLCJWZXJ0aWNhbEFsaWdubWVudCI6MCwiU21hcnRGb3JlZ3JvdW5kIjpudWxsLCJCYWNrZ3JvdW5kRmlsbFR5cGUiOjAsIk1hcmdpbiI6eyIkaWQiOiI0MTciLCJUb3AiOjAuMCwiTGVmdCI6MC4wLCJSaWdodCI6MC4wLCJCb3R0b20iOjAuMH0sIlBhZGRpbmciOnsiJGlkIjoiNDE4IiwiVG9wIjowLjAsIkxlZnQiOjAuMCwiUmlnaHQiOjAuMCwiQm90dG9tIjowLjB9LCJCYWNrZ3JvdW5kIjp7IiRpZCI6IjQxOSIsIkNvbG9yIjp7IiRpZCI6IjQyMCIsIkEiOjg5LCJSIjowLCJHIjowLCJCIjowfX0sIklzVmlzaWJsZSI6dHJ1ZSwiV2lkdGgiOjAuMCwiSGVpZ2h0IjowLjAsIkJvcmRlclN0eWxlIjp7IiRpZCI6IjQyMSIsIkxpbmVDb2xvciI6bnVsbCwiTGluZVdlaWdodCI6MC4wLCJMaW5lVHlwZSI6MCwiUGFyZW50U3R5bGUiOm51bGx9LCJQYXJlbnRTdHlsZSI6bnVsbH0sIkRhdGVTdHlsZSI6eyIkaWQiOiI0MjIiLCJGb250U2V0dGluZ3MiOnsiJGlkIjoiNDIzIiwiRm9udFNpemUiOjEwLCJGb250TmFtZSI6IkNhbGlicmkiLCJJc0JvbGQiOmZhbHNlLCJJc0l0YWxpYyI6ZmFsc2UsIklzVW5kZXJsaW5lZCI6ZmFsc2UsIlBhcmVudFN0eWxlIjpudWxsfSwiQXV0b1NpemUiOjAsIkZvcmVncm91bmQiOnsiJGlkIjoiNDI0IiwiQ29sb3IiOnsiJGlkIjoiNDI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0MjYiLCJUb3AiOjAuMCwiTGVmdCI6MC4wLCJSaWdodCI6MC4wLCJCb3R0b20iOjAuMH0sIlBhZGRpbmciOnsiJGlkIjoiNDI3IiwiVG9wIjowLjAsIkxlZnQiOjAuMCwiUmlnaHQiOjAuMCwiQm90dG9tIjowLjB9LCJCYWNrZ3JvdW5kIjp7IiRpZCI6IjQyOCIsIkNvbG9yIjp7IiRpZCI6IjQyOSIsIkEiOjg5LCJSIjowLCJHIjowLCJCIjowfX0sIklzVmlzaWJsZSI6dHJ1ZSwiV2lkdGgiOjAuMCwiSGVpZ2h0IjowLjAsIkJvcmRlclN0eWxlIjp7IiRpZCI6IjQzMCIsIkxpbmVDb2xvciI6bnVsbCwiTGluZVdlaWdodCI6MC4wLCJMaW5lVHlwZSI6MCwiUGFyZW50U3R5bGUiOm51bGx9LCJQYXJlbnRTdHlsZSI6bnVsbH0sIkRhdGVGb3JtYXQiOnsiJGlkIjoiNDM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zMiIsIkZvcm1hdCI6MCwiSXNWaXNpYmxlIjpmYWxzZSwiTGFzdEtub3duVmlzaWJpbGl0eVN0YXRlIjpmYWxzZX0sIklzVmlzaWJsZSI6dHJ1ZSwiUGFyZW50U3R5bGUiOm51bGx9LCJJbmRleCI6NiwiU21hcnREdXJhdGlvbkFjdGl2YXRlZCI6ZmFsc2UsIkRhdGVGb3JtYXQiOnsiJHJlZiI6IjQzMSJ9LCJXZWVrTnVtYmVyaW5nIjp7IiRpZCI6IjQzMyIsIkZvcm1hdCI6MCwiSXNWaXNpYmxlIjpmYWxzZSwiTGFzdEtub3duVmlzaWJpbGl0eVN0YXRlIjpmYWxzZX0sIkJhc2VsaW5lRGF0YSI6eyIkaWQiOiI0MzQiLCJTdGFydERhdGUiOiIyMDI2LTA0LTMwVDAwOjAwOjAwIiwiRW5kRGF0ZSI6IjIwMjYtMDUtMDdUMTE6NTk6MDAifSwiSWQiOiIwNGJhNGI4MC0zNjZhLTRhZDktYWNkMC01OGFlNTFhMDlmOTYiLCJJbXBvcnRJZCI6bnVsbCwiVGl0bGUiOiJTaXRlIHJlYWR5ICIsIk5vdGUiOm51bGwsIkh5cGVybGluayI6eyIkaWQiOiI0MzUiLCJBZGRyZXNzIjpudWxsLCJTdWJBZGRyZXNzIjpudWxsfSwiSXNDaGFuZ2VkIjpmYWxzZSwiSXNOZXciOmZhbHNlfX1dLCJfbWlsZXN0b25lcyI6W10sIklkIjoiMDAwMDAwMDAtMDAwMC0wMDAwLTAwMDAtMDAwMDAwMDAwMDAwIiwiSXNTaW5nbGVJdGVtUm93Ijp0cnVlfV0sIkluZGV4IjowLCJJZCI6IjE3ODUyYWMxLWI4NjItNDQyOS1iODc4LTc5ZjJiZmYxNzVhZSIsIkhlYWRlclRleHQiOm51bGwsIklzRGVmYXVsdCI6dHJ1ZSwiU3R5bGUiOnsiJGlkIjoiNDM2IiwiSGVhZGVyU3R5bGUiOnsiJGlkIjoiNDM3IiwiVGV4dFN0eWxlIjp7IiRpZCI6IjQzOCIsIkZvbnRTZXR0aW5ncyI6eyIkaWQiOiI0MzkiLCJGb250U2l6ZSI6MTIsIkZvbnROYW1lIjoiQ2FsaWJyaSIsIklzQm9sZCI6ZmFsc2UsIklzSXRhbGljIjpmYWxzZSwiSXNVbmRlcmxpbmVkIjpmYWxzZSwiUGFyZW50U3R5bGUiOm51bGx9LCJBdXRvU2l6ZSI6MCwiRm9yZWdyb3VuZCI6eyIkaWQiOiI0NDAiLCJDb2xvciI6eyIkaWQiOiI0NDEiLCJBIjoyNTUsIlIiOjAsIkciOjAsIkIiOjB9fSwiTWF4V2lkdGgiOjAuMCwiTWF4SGVpZ2h0IjowLjAsIlNtYXJ0Rm9yZWdyb3VuZElzQWN0aXZlIjpmYWxzZSwiSG9yaXpvbnRhbEFsaWdubWVudCI6MCwiVmVydGljYWxBbGlnbm1lbnQiOjAsIlNtYXJ0Rm9yZWdyb3VuZCI6bnVsbCwiQmFja2dyb3VuZEZpbGxUeXBlIjowLCJNYXJnaW4iOnsiJGlkIjoiNDQyIiwiVG9wIjowLjAsIkxlZnQiOjAuMCwiUmlnaHQiOjAuMCwiQm90dG9tIjowLjB9LCJQYWRkaW5nIjp7IiRpZCI6IjQ0MyIsIlRvcCI6MC4wLCJMZWZ0IjowLjAsIlJpZ2h0IjowLjAsIkJvdHRvbSI6MC4wfSwiQmFja2dyb3VuZCI6bnVsbCwiSXNWaXNpYmxlIjpmYWxzZSwiV2lkdGgiOjAuMCwiSGVpZ2h0IjowLjAsIkJvcmRlclN0eWxlIjpudWxsLCJQYXJlbnRTdHlsZSI6bnVsbH0sIlJlY3RhbmdsZVN0eWxlIjp7IiRpZCI6IjQ0NCIsIk1hcmdpbiI6eyIkaWQiOiI0NDUiLCJUb3AiOjAuMCwiTGVmdCI6MC4wLCJSaWdodCI6MC4wLCJCb3R0b20iOjAuMH0sIlBhZGRpbmciOnsiJGlkIjoiNDQ2IiwiVG9wIjowLjAsIkxlZnQiOjAuMCwiUmlnaHQiOjAuMCwiQm90dG9tIjowLjB9LCJCYWNrZ3JvdW5kIjp7IiRpZCI6IjQ0NyIsIkNvbG9yIjp7IiRpZCI6IjQ0OCIsIkEiOjYzLCJSIjoyNTUsIkciOjE5MiwiQiI6MH19LCJJc1Zpc2libGUiOmZhbHNlLCJXaWR0aCI6MC4wLCJIZWlnaHQiOjAuMCwiQm9yZGVyU3R5bGUiOnsiJGlkIjoiNDQ5IiwiTGluZUNvbG9yIjp7IiRpZCI6IjQ1MCIsIiR0eXBlIjoiTkxSRS5Db21tb24uRG9tLlNvbGlkQ29sb3JCcnVzaCwgTkxSRS5Db21tb24iLCJDb2xvciI6eyIkaWQiOiI0NTEiLCJBIjoyNTUsIlIiOjI1NSwiRyI6MCwiQiI6MH19LCJMaW5lV2VpZ2h0IjowLjAsIkxpbmVUeXBlIjowLCJQYXJlbnRTdHlsZSI6bnVsbH0sIlBhcmVudFN0eWxlIjpudWxsfSwiTWFyZ2luIjp7IiRpZCI6IjQ1MiIsIlRvcCI6MC4wLCJMZWZ0IjowLjAsIlJpZ2h0IjowLjAsIkJvdHRvbSI6MC4wfSwiUGFkZGluZyI6eyIkaWQiOiI0NTMiLCJUb3AiOjAuMCwiTGVmdCI6MC4wLCJSaWdodCI6MC4wLCJCb3R0b20iOjAuMH0sIkJhY2tncm91bmQiOm51bGwsIklzVmlzaWJsZSI6dHJ1ZSwiV2lkdGgiOjAuMCwiSGVpZ2h0IjowLjAsIkJvcmRlclN0eWxlIjpudWxsLCJQYXJlbnRTdHlsZSI6bnVsbH0sIkJhY2tncm91bmRTdHlsZSI6eyIkaWQiOiI0NTQiLCJNYXJnaW4iOnsiJGlkIjoiNDU1IiwiVG9wIjowLjAsIkxlZnQiOjAuMCwiUmlnaHQiOjAuMCwiQm90dG9tIjowLjB9LCJQYWRkaW5nIjp7IiRpZCI6IjQ1NiIsIlRvcCI6MC4wLCJMZWZ0IjowLjAsIlJpZ2h0IjowLjAsIkJvdHRvbSI6MC4wfSwiQmFja2dyb3VuZCI6eyIkaWQiOiI0NTciLCJDb2xvciI6eyIkaWQiOiI0NTgiLCJBIjozOCwiUiI6MjU1LCJHIjoxOTIsIkIiOjB9fSwiSXNWaXNpYmxlIjp0cnVlLCJXaWR0aCI6MC4wLCJIZWlnaHQiOjAuMCwiQm9yZGVyU3R5bGUiOnsiJGlkIjoiNDU5IiwiTGluZUNvbG9yIjp7IiRpZCI6IjQ2MCIsIiR0eXBlIjoiTkxSRS5Db21tb24uRG9tLlNvbGlkQ29sb3JCcnVzaCwgTkxSRS5Db21tb24iLCJDb2xvciI6eyIkaWQiOiI0NjEiLCJBIjoyNTUsIlIiOjIzNCwiRyI6MjIsIkIiOjMwfX0sIkxpbmVXZWlnaHQiOjAuMCwiTGluZVR5cGUiOjAsIlBhcmVudFN0eWxlIjpudWxsfSwiUGFyZW50U3R5bGUiOm51bGx9LCJNYXJnaW4iOnsiJGlkIjoiNDYyIiwiVG9wIjowLjAsIkxlZnQiOjAuMCwiUmlnaHQiOjAuMCwiQm90dG9tIjowLjB9LCJQYWRkaW5nIjp7IiRpZCI6IjQ2MyIsIlRvcCI6MC4wLCJMZWZ0IjowLjAsIlJpZ2h0IjowLjAsIkJvdHRvbSI6MC4wfSwiSXNWaXNpYmxlIjp0cnVlLCJXaWR0aCI6MC4wLCJIZWlnaHQiOjAuMCwiQm9yZGVyU3R5bGUiOnsiJGlkIjoiNDY0IiwiTGluZUNvbG9yIjpudWxsLCJMaW5lV2VpZ2h0IjowLjAsIkxpbmVUeXBlIjowLCJQYXJlbnRTdHlsZSI6bnVsbH0sIlBhcmVudFN0eWxlIjpudWxsfX1dLCJJZCI6IjljZjBiOWEzLWI0MDYtNDg2OS1iOWFlLTc0OGZiNWVmYmI1MSIsIkluZGV4IjowLCJIZWFkZXJUZXh0IjoiUHJlcGFyYXRpb25zICIsIlN0eWxlIjp7IiRpZCI6IjQ2NSIsIlN0eWxlSWQiOiIwMDAwMDAwMC0wMDAwLTAwMDAtMDAwMC0wMDAwMDAwMDAwMDAiLCJIZWFkZXJTdHlsZSI6eyIkaWQiOiI0NjYiLCJUZXh0SXNWZXJ0aWNhbCI6ZmFsc2UsIlRleHRTdHlsZSI6eyIkaWQiOiI0NjciLCJGb250U2V0dGluZ3MiOnsiJGlkIjoiNDY4IiwiRm9udFNpemUiOjEyLCJGb250TmFtZSI6IkNhbGlicmkiLCJJc0JvbGQiOnRydWUsIklzSXRhbGljIjpmYWxzZSwiSXNVbmRlcmxpbmVkIjpmYWxzZSwiUGFyZW50U3R5bGUiOm51bGx9LCJBdXRvU2l6ZSI6MiwiRm9yZWdyb3VuZCI6eyIkaWQiOiI0NjkiLCJDb2xvciI6eyIkaWQiOiI0NzA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0NzEiLCJUb3AiOjAuMCwiTGVmdCI6MC4wLCJSaWdodCI6MC4wLCJCb3R0b20iOjAuMH0sIlBhZGRpbmciOnsiJGlkIjoiNDcyIiwiVG9wIjowLjAsIkxlZnQiOjAuMCwiUmlnaHQiOjAuMCwiQm90dG9tIjowLjB9LCJCYWNrZ3JvdW5kIjpudWxsLCJJc1Zpc2libGUiOmZhbHNlLCJXaWR0aCI6MC4wLCJIZWlnaHQiOjAuMCwiQm9yZGVyU3R5bGUiOm51bGwsIlBhcmVudFN0eWxlIjpudWxsfSwiUmVjdGFuZ2xlU3R5bGUiOnsiJGlkIjoiNDczIiwiTWFyZ2luIjp7IiRpZCI6IjQ3NCIsIlRvcCI6MC4wLCJMZWZ0IjowLjAsIlJpZ2h0IjowLjAsIkJvdHRvbSI6MC4wfSwiUGFkZGluZyI6eyIkaWQiOiI0NzUiLCJUb3AiOjAuMCwiTGVmdCI6MC4wLCJSaWdodCI6MC4wLCJCb3R0b20iOjAuMH0sIkJhY2tncm91bmQiOnsiJGlkIjoiNDc2IiwiQ29sb3IiOnsiJGlkIjoiNDc3IiwiQSI6MjU1LCJSIjoyNTUsIkciOjE5MiwiQiI6MH19LCJJc1Zpc2libGUiOnRydWUsIldpZHRoIjowLjAsIkhlaWdodCI6MC4wLCJCb3JkZXJTdHlsZSI6eyIkaWQiOiI0NzgiLCJMaW5lQ29sb3IiOnsiJGlkIjoiNDc5IiwiJHR5cGUiOiJOTFJFLkNvbW1vbi5Eb20uU29saWRDb2xvckJydXNoLCBOTFJFLkNvbW1vbiIsIkNvbG9yIjp7IiRpZCI6IjQ4MCIsIkEiOjI1NSwiUiI6MjIsIkciOjI4LCJCIjozNX19LCJMaW5lV2VpZ2h0IjowLjAsIkxpbmVUeXBlIjowLCJQYXJlbnRTdHlsZSI6bnVsbH0sIlBhcmVudFN0eWxlIjpudWxsfSwiTWFyZ2luIjp7IiRpZCI6IjQ4MSIsIlRvcCI6MC4wLCJMZWZ0IjowLjAsIlJpZ2h0IjowLjAsIkJvdHRvbSI6MC4wfSwiUGFkZGluZyI6eyIkaWQiOiI0ODIiLCJUb3AiOjAuMCwiTGVmdCI6MC4wLCJSaWdodCI6MC4wLCJCb3R0b20iOjAuMH0sIkJhY2tncm91bmQiOm51bGwsIklzVmlzaWJsZSI6dHJ1ZSwiV2lkdGgiOjAuMCwiSGVpZ2h0IjowLjAsIkJvcmRlclN0eWxlIjpudWxsLCJQYXJlbnRTdHlsZSI6bnVsbH0sIkJhY2tncm91bmRTdHlsZSI6eyIkaWQiOiI0ODMiLCJNYXJnaW4iOnsiJGlkIjoiNDg0IiwiVG9wIjowLjAsIkxlZnQiOjAuMCwiUmlnaHQiOjAuMCwiQm90dG9tIjowLjB9LCJQYWRkaW5nIjp7IiRpZCI6IjQ4NSIsIlRvcCI6MC4wLCJMZWZ0IjowLjAsIlJpZ2h0IjowLjAsIkJvdHRvbSI6MC4wfSwiQmFja2dyb3VuZCI6eyIkaWQiOiI0ODYiLCJDb2xvciI6eyIkaWQiOiI0ODciLCJBIjozOCwiUiI6MjU1LCJHIjoxOTIsIkIiOjB9fSwiSXNWaXNpYmxlIjp0cnVlLCJXaWR0aCI6MC4wLCJIZWlnaHQiOjAuMCwiQm9yZGVyU3R5bGUiOnsiJGlkIjoiNDg4IiwiTGluZUNvbG9yIjp7IiRpZCI6IjQ4OSIsIiR0eXBlIjoiTkxSRS5Db21tb24uRG9tLlNvbGlkQ29sb3JCcnVzaCwgTkxSRS5Db21tb24iLCJDb2xvciI6eyIkaWQiOiI0OTAiLCJBIjoyNTUsIlIiOjIyLCJHIjoyOCwiQiI6MzV9fSwiTGluZVdlaWdodCI6MC4wLCJMaW5lVHlwZSI6MCwiUGFyZW50U3R5bGUiOm51bGx9LCJQYXJlbnRTdHlsZSI6bnVsbH0sIklzQWJvdmVUaW1lYmFuZCI6ZmFsc2UsIlNwYWNpbmciOjEsIkRlZmF1bHRTd2ltbGFuZVRhc2tTdHlsZSI6eyIkaWQiOiI0OTEiLCIkdHlwZSI6Ik5MUkUuQ29tbW9uLkRvbS5TdHlsZXMuRXhwbGljaXRTZXRhYmxlVGFza1N0eWxlLCBOTFJFLkNvbW1vbiIsIlNoYXBlIjo3LCJTaGFwZVRoaWNrbmVzcyI6MCwiRHVyYXRpb25Gb3JtYXQiOjAsIkluY2x1ZGVOb25Xb3JraW5nRGF5c0luRHVyYXRpb24iOmZhbHNlLCJQZXJjZW50YWdlQ29tcGxldGVTdHlsZSI6eyIkaWQiOiI0OTIiLCJGb250U2V0dGluZ3MiOnsiJGlkIjoiNDkzIiwiRm9udFNpemUiOjEwLCJGb250TmFtZSI6IkNhbGlicmkiLCJJc0JvbGQiOnRydWUsIklzSXRhbGljIjpmYWxzZSwiSXNVbmRlcmxpbmVkIjpmYWxzZSwiUGFyZW50U3R5bGUiOm51bGx9LCJBdXRvU2l6ZSI6MCwiRm9yZWdyb3VuZCI6eyIkaWQiOiI0OTQiLCJDb2xvciI6eyIkaWQiOiI0OTUiLCJBIjoyNTUsIlIiOjEyNywiRyI6OTYsIkIiOjB9fSwiTWF4V2lkdGgiOjIwMC4wLCJNYXhIZWlnaHQiOiJJbmZpbml0eSIsIlNtYXJ0Rm9yZWdyb3VuZElzQWN0aXZlIjpmYWxzZSwiSG9yaXpvbnRhbEFsaWdubWVudCI6MCwiVmVydGljYWxBbGlnbm1lbnQiOjAsIlNtYXJ0Rm9yZWdyb3VuZCI6bnVsbCwiQmFja2dyb3VuZEZpbGxUeXBlIjowLCJNYXJnaW4iOnsiJGlkIjoiNDk2IiwiVG9wIjowLjAsIkxlZnQiOjAuMCwiUmlnaHQiOjAuMCwiQm90dG9tIjowLjB9LCJQYWRkaW5nIjp7IiRpZCI6IjQ5NyIsIlRvcCI6MC4wLCJMZWZ0IjowLjAsIlJpZ2h0IjowLjAsIkJvdHRvbSI6MC4wfSwiQmFja2dyb3VuZCI6eyIkaWQiOiI0OTgiLCJDb2xvciI6eyIkaWQiOiI0OTkiLCJBIjo4OSwiUiI6MCwiRyI6MCwiQiI6MH19LCJJc1Zpc2libGUiOnRydWUsIldpZHRoIjowLjAsIkhlaWdodCI6MC4wLCJCb3JkZXJTdHlsZSI6eyIkaWQiOiI1MDAiLCJMaW5lQ29sb3IiOm51bGwsIkxpbmVXZWlnaHQiOjAuMCwiTGluZVR5cGUiOjAsIlBhcmVudFN0eWxlIjpudWxsfSwiUGFyZW50U3R5bGUiOm51bGx9LCJEdXJhdGlvblN0eWxlIjp7IiRpZCI6IjUwMSIsIkZvbnRTZXR0aW5ncyI6eyIkaWQiOiI1MDIiLCJGb250U2l6ZSI6MTAsIkZvbnROYW1lIjoiQ2FsaWJyaSIsIklzQm9sZCI6ZmFsc2UsIklzSXRhbGljIjpmYWxzZSwiSXNVbmRlcmxpbmVkIjpmYWxzZSwiUGFyZW50U3R5bGUiOm51bGx9LCJBdXRvU2l6ZSI6MCwiRm9yZWdyb3VuZCI6eyIkaWQiOiI1MDMiLCJDb2xvciI6eyIkaWQiOiI1MDQ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1MDUiLCJUb3AiOjAuMCwiTGVmdCI6MC4wLCJSaWdodCI6MC4wLCJCb3R0b20iOjAuMH0sIlBhZGRpbmciOnsiJGlkIjoiNTA2IiwiVG9wIjowLjAsIkxlZnQiOjAuMCwiUmlnaHQiOjAuMCwiQm90dG9tIjowLjB9LCJCYWNrZ3JvdW5kIjp7IiRpZCI6IjUwNyIsIkNvbG9yIjp7IiRpZCI6IjUwOCIsIkEiOjg5LCJSIjowLCJHIjowLCJCIjowfX0sIklzVmlzaWJsZSI6dHJ1ZSwiV2lkdGgiOjAuMCwiSGVpZ2h0IjowLjAsIkJvcmRlclN0eWxlIjp7IiRpZCI6IjUwOSIsIkxpbmVDb2xvciI6bnVsbCwiTGluZVdlaWdodCI6MC4wLCJMaW5lVHlwZSI6MCwiUGFyZW50U3R5bGUiOm51bGx9LCJQYXJlbnRTdHlsZSI6bnVsbH0sIkhvcml6b250YWxDb25uZWN0b3JTdHlsZSI6eyIkaWQiOiI1MTAiLCJMaW5lQ29sb3IiOnsiJGlkIjoiNTExIiwiJHR5cGUiOiJOTFJFLkNvbW1vbi5Eb20uU29saWRDb2xvckJydXNoLCBOTFJFLkNvbW1vbiIsIkNvbG9yIjp7IiRpZCI6IjUxMiIsIkEiOjI1NSwiUiI6MjA0LCJHIjoyMDQsIkIiOjIwNH19LCJMaW5lV2VpZ2h0IjoxLjAsIkxpbmVUeXBlIjowLCJQYXJlbnRTdHlsZSI6bnVsbH0sIlZlcnRpY2FsQ29ubmVjdG9yU3R5bGUiOnsiJGlkIjoiNTEzIiwiTGluZUNvbG9yIjp7IiRpZCI6IjUxNCIsIiR0eXBlIjoiTkxSRS5Db21tb24uRG9tLlNvbGlkQ29sb3JCcnVzaCwgTkxSRS5Db21tb24iLCJDb2xvciI6eyIkaWQiOiI1MTU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QsIlNwYWNpbmciOjMsIklzQmVsb3dUaW1lYmFuZCI6dHJ1ZSwiUGVyY2VudGFnZUNvbXBsZXRlU2hhcGVPcGFjaXR5IjozNSwiQmFzZWxpbmVTdHlsZSI6eyIkaWQiOiI1MTYiLCJTaGFwZVN0eWxlIjp7IiRpZCI6IjUxNyIsIk1hcmdpbiI6eyIkaWQiOiI1MTgiLCJUb3AiOjAuMCwiTGVmdCI6MC4wLCJSaWdodCI6MC4wLCJCb3R0b20iOjAuMH0sIlBhZGRpbmciOnsiJGlkIjoiNTE5IiwiVG9wIjowLjAsIkxlZnQiOjAuMCwiUmlnaHQiOjAuMCwiQm90dG9tIjowLjB9LCJCYWNrZ3JvdW5kIjp7IiRpZCI6IjUyMCIsIkNvbG9yIjp7IiRpZCI6IjUyMSIsIkEiOjE1MywiUiI6MCwiRyI6MCwiQiI6MH19LCJJc1Zpc2libGUiOnRydWUsIldpZHRoIjowLjAsIkhlaWdodCI6MC4wLCJCb3JkZXJTdHlsZSI6eyIkaWQiOiI1MjIiLCJMaW5lQ29sb3IiOnsiJGlkIjoiNTIzIiwiJHR5cGUiOiJOTFJFLkNvbW1vbi5Eb20uU29saWRDb2xvckJydXNoLCBOTFJFLkNvbW1vbiIsIkNvbG9yIjp7IiRpZCI6IjUyNCIsIkEiOjI1NSwiUiI6MjU1LCJHIjowLCJCIjowfX0sIkxpbmVXZWlnaHQiOjAuMCwiTGluZVR5cGUiOjAsIlBhcmVudFN0eWxlIjpudWxsfSwiUGFyZW50U3R5bGUiOm51bGx9LCJNYXJnaW4iOnsiJGlkIjoiNTI1IiwiVG9wIjowLjAsIkxlZnQiOjAuMCwiUmlnaHQiOjAuMCwiQm90dG9tIjowLjB9LCJQYWRkaW5nIjp7IiRpZCI6IjUyNiIsIlRvcCI6MC4wLCJMZWZ0IjowLjAsIlJpZ2h0IjowLjAsIkJvdHRvbSI6MC4wfSwiQmFja2dyb3VuZCI6bnVsbCwiSXNWaXNpYmxlIjp0cnVlLCJXaWR0aCI6MC4wLCJIZWlnaHQiOjAuMCwiQm9yZGVyU3R5bGUiOm51bGwsIlBhcmVudFN0eWxlIjpudWxsfSwiU2hhcGVTdHlsZSI6eyIkaWQiOiI1MjciLCJNYXJnaW4iOnsiJGlkIjoiNTI4IiwiVG9wIjowLjAsIkxlZnQiOjQuMCwiUmlnaHQiOjQuMCwiQm90dG9tIjowLjB9LCJQYWRkaW5nIjp7IiRpZCI6IjUyOSIsIlRvcCI6MC4wLCJMZWZ0IjowLjAsIlJpZ2h0IjowLjAsIkJvdHRvbSI6MC4wfSwiQmFja2dyb3VuZCI6eyIkaWQiOiI1MzAiLCJDb2xvciI6eyIkaWQiOiI1MzEiLCJBIjoyNTUsIlIiOjI1NSwiRyI6MTkyLCJCIjowfX0sIklzVmlzaWJsZSI6dHJ1ZSwiV2lkdGgiOjAuMCwiSGVpZ2h0IjoxMy40MjY2NjY2NjY2NjY2NzcsIkJvcmRlclN0eWxlIjp7IiRpZCI6IjUzMiIsIkxpbmVDb2xvciI6eyIkaWQiOiI1MzMiLCIkdHlwZSI6Ik5MUkUuQ29tbW9uLkRvbS5Tb2xpZENvbG9yQnJ1c2gsIE5MUkUuQ29tbW9uIiwiQ29sb3IiOnsiJGlkIjoiNTM0IiwiQSI6MjU1LCJSIjoyMzQsIkciOjIyLCJCIjozMH19LCJMaW5lV2VpZ2h0IjowLjAsIkxpbmVUeXBlIjowLCJQYXJlbnRTdHlsZSI6bnVsbH0sIlBhcmVudFN0eWxlIjpudWxsfSwiVGl0bGVTdHlsZSI6eyIkaWQiOiI1MzUiLCJGb250U2V0dGluZ3MiOnsiJGlkIjoiNTM2IiwiRm9udFNpemUiOjksIkZvbnROYW1lIjoiQ2FsaWJyaSIsIklzQm9sZCI6dHJ1ZSwiSXNJdGFsaWMiOmZhbHNlLCJJc1VuZGVybGluZWQiOmZhbHNlLCJQYXJlbnRTdHlsZSI6bnVsbH0sIkF1dG9TaXplIjowLCJGb3JlZ3JvdW5kIjp7IiRpZCI6IjUzNyIsIkNvbG9yIjp7IiRpZCI6IjUzO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1MzkiLCJUb3AiOjAuMCwiTGVmdCI6MC4wLCJSaWdodCI6MC4wLCJCb3R0b20iOjAuMH0sIlBhZGRpbmciOnsiJGlkIjoiNTQwIiwiVG9wIjowLjAsIkxlZnQiOjAuMCwiUmlnaHQiOjAuMCwiQm90dG9tIjowLjB9LCJCYWNrZ3JvdW5kIjp7IiRpZCI6IjU0MSIsIkNvbG9yIjp7IiRpZCI6IjU0MiIsIkEiOjg5LCJSIjowLCJHIjowLCJCIjowfX0sIklzVmlzaWJsZSI6dHJ1ZSwiV2lkdGgiOjAuMCwiSGVpZ2h0IjowLjAsIkJvcmRlclN0eWxlIjp7IiRpZCI6IjU0MyIsIkxpbmVDb2xvciI6bnVsbCwiTGluZVdlaWdodCI6MC4wLCJMaW5lVHlwZSI6MCwiUGFyZW50U3R5bGUiOm51bGx9LCJQYXJlbnRTdHlsZSI6bnVsbH0sIkRhdGVTdHlsZSI6eyIkaWQiOiI1NDQiLCJGb250U2V0dGluZ3MiOnsiJGlkIjoiNTQ1IiwiRm9udFNpemUiOjEwLCJGb250TmFtZSI6IkNhbGlicmkiLCJJc0JvbGQiOmZhbHNlLCJJc0l0YWxpYyI6ZmFsc2UsIklzVW5kZXJsaW5lZCI6ZmFsc2UsIlBhcmVudFN0eWxlIjpudWxsfSwiQXV0b1NpemUiOjAsIkZvcmVncm91bmQiOnsiJGlkIjoiNTQ2IiwiQ29sb3IiOnsiJGlkIjoiNTQ3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1NDgiLCJUb3AiOjAuMCwiTGVmdCI6MC4wLCJSaWdodCI6MC4wLCJCb3R0b20iOjAuMH0sIlBhZGRpbmciOnsiJGlkIjoiNTQ5IiwiVG9wIjowLjAsIkxlZnQiOjAuMCwiUmlnaHQiOjAuMCwiQm90dG9tIjowLjB9LCJCYWNrZ3JvdW5kIjp7IiRpZCI6IjU1MCIsIkNvbG9yIjp7IiRpZCI6IjU1MSIsIkEiOjg5LCJSIjowLCJHIjowLCJCIjowfX0sIklzVmlzaWJsZSI6dHJ1ZSwiV2lkdGgiOjAuMCwiSGVpZ2h0IjowLjAsIkJvcmRlclN0eWxlIjp7IiRpZCI6IjU1MiIsIkxpbmVDb2xvciI6bnVsbCwiTGluZVdlaWdodCI6MC4wLCJMaW5lVHlwZSI6MCwiUGFyZW50U3R5bGUiOm51bGx9LCJQYXJlbnRTdHlsZSI6bnVsbH0sIkRhdGVGb3JtYXQiOnsiJGlkIjoiNTU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1NCIsIkZvcm1hdCI6MCwiSXNWaXNpYmxlIjpmYWxzZSwiTGFzdEtub3duVmlzaWJpbGl0eVN0YXRlIjpmYWxzZX0sIklzVmlzaWJsZSI6dHJ1ZSwiUGFyZW50U3R5bGUiOm51bGwsIl9leHBsaWNpdGx5U2V0Ijp7IiRpZCI6IjU1NS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1NTYiLCJTaGFwZSI6MTQsIkNvbm5lY3Rvck1hcmdpbiI6eyIkaWQiOiI1NTciLCJUb3AiOjAuMCwiTGVmdCI6Mi4wLCJSaWdodCI6Mi4wLCJCb3R0b20iOjAuMH0sIkNvbm5lY3RvclN0eWxlIjp7IiRpZCI6IjU1OCIsIkxpbmVDb2xvciI6eyIkaWQiOiI1NTkiLCIkdHlwZSI6Ik5MUkUuQ29tbW9uLkRvbS5Tb2xpZENvbG9yQnJ1c2gsIE5MUkUuQ29tbW9uIiwiQ29sb3IiOnsiJGlkIjoiNTYwIiwiQSI6MTI3LCJSIjo3OSwiRyI6MTI5LCJCIjoxODl9fSwiTGluZVdlaWdodCI6MS4wLCJMaW5lVHlwZSI6MCwiUGFyZW50U3R5bGUiOm51bGx9LCJJc0JlbG93VGltZWJhbmQiOnRydWUsIlBvc2l0aW9uT25UYXNrIjozLCJIaWRlRGF0ZSI6ZmFsc2UsIlNoYXBlU2l6ZSI6MSwiU3BhY2luZyI6MC4wLCJQYWRkaW5nIjp7IiRpZCI6IjU2MSIsIlRvcCI6Ny4wLCJMZWZ0IjozLjAsIlJpZ2h0IjowLjAsIkJvdHRvbSI6Mi4wfSwiU2hhcGVTdHlsZSI6eyIkaWQiOiI1NjIiLCJNYXJnaW4iOnsiJGlkIjoiNTYzIiwiVG9wIjowLjAsIkxlZnQiOjAuMCwiUmlnaHQiOjAuMCwiQm90dG9tIjowLjB9LCJQYWRkaW5nIjp7IiRpZCI6IjU2NCIsIlRvcCI6MC4wLCJMZWZ0IjowLjAsIlJpZ2h0IjowLjAsIkJvdHRvbSI6MC4wfSwiQmFja2dyb3VuZCI6eyIkaWQiOiI1NjUiLCJDb2xvciI6eyIkaWQiOiI1NjYiLCJBIjoyNTUsIlIiOjEyNywiRyI6OTYsIkIiOjB9fSwiSXNWaXNpYmxlIjp0cnVlLCJXaWR0aCI6MTguMCwiSGVpZ2h0IjoyMC4wLCJCb3JkZXJTdHlsZSI6eyIkaWQiOiI1NjciLCJMaW5lQ29sb3IiOnsiJGlkIjoiNTY4IiwiJHR5cGUiOiJOTFJFLkNvbW1vbi5Eb20uU29saWRDb2xvckJydXNoLCBOTFJFLkNvbW1vbiIsIkNvbG9yIjp7IiRpZCI6IjU2OSIsIkEiOjI1NSwiUiI6MjM0LCJHIjoyMiwiQiI6MzB9fSwiTGluZVdlaWdodCI6MC4wLCJMaW5lVHlwZSI6MCwiUGFyZW50U3R5bGUiOm51bGx9LCJQYXJlbnRTdHlsZSI6bnVsbH0sIlRpdGxlU3R5bGUiOnsiJGlkIjoiNTcwIiwiRm9udFNldHRpbmdzIjp7IiRpZCI6IjU3MSIsIkZvbnRTaXplIjo5LCJGb250TmFtZSI6IkNhbGlicmkiLCJJc0JvbGQiOnRydWUsIklzSXRhbGljIjpmYWxzZSwiSXNVbmRlcmxpbmVkIjpmYWxzZSwiUGFyZW50U3R5bGUiOm51bGx9LCJBdXRvU2l6ZSI6MCwiRm9yZWdyb3VuZCI6eyIkaWQiOiI1NzIiLCJDb2xvciI6eyIkaWQiOiI1NzM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NTc0IiwiVG9wIjowLjAsIkxlZnQiOjAuMCwiUmlnaHQiOjAuMCwiQm90dG9tIjowLjB9LCJQYWRkaW5nIjp7IiRpZCI6IjU3NSIsIlRvcCI6MC4wLCJMZWZ0IjowLjAsIlJpZ2h0IjowLjAsIkJvdHRvbSI6MC4wfSwiQmFja2dyb3VuZCI6eyIkaWQiOiI1NzYiLCJDb2xvciI6eyIkaWQiOiI1NzciLCJBIjo4OSwiUiI6MCwiRyI6MCwiQiI6MH19LCJJc1Zpc2libGUiOmZhbHNlLCJXaWR0aCI6MC4wLCJIZWlnaHQiOjAuMCwiQm9yZGVyU3R5bGUiOnsiJGlkIjoiNTc4IiwiTGluZUNvbG9yIjpudWxsLCJMaW5lV2VpZ2h0IjowLjAsIkxpbmVUeXBlIjowLCJQYXJlbnRTdHlsZSI6bnVsbH0sIlBhcmVudFN0eWxlIjpudWxsfSwiRGF0ZVN0eWxlIjp7IiRpZCI6IjU3OSIsIkZvbnRTZXR0aW5ncyI6eyIkaWQiOiI1ODAiLCJGb250U2l6ZSI6OSwiRm9udE5hbWUiOiJDYWxpYnJpIiwiSXNCb2xkIjpmYWxzZSwiSXNJdGFsaWMiOmZhbHNlLCJJc1VuZGVybGluZWQiOmZhbHNlLCJQYXJlbnRTdHlsZSI6bnVsbH0sIkF1dG9TaXplIjowLCJGb3JlZ3JvdW5kIjp7IiRpZCI6IjU4MSIsIkNvbG9yIjp7IiRpZCI6IjU4Mi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NTgzIiwiVG9wIjowLjAsIkxlZnQiOjAuMCwiUmlnaHQiOjAuMCwiQm90dG9tIjowLjB9LCJQYWRkaW5nIjp7IiRpZCI6IjU4NCIsIlRvcCI6MC4wLCJMZWZ0IjowLjAsIlJpZ2h0IjowLjAsIkJvdHRvbSI6MC4wfSwiQmFja2dyb3VuZCI6eyIkaWQiOiI1ODUiLCJDb2xvciI6eyIkaWQiOiI1ODYiLCJBIjo4OSwiUiI6MCwiRyI6MCwiQiI6MH19LCJJc1Zpc2libGUiOmZhbHNlLCJXaWR0aCI6MC4wLCJIZWlnaHQiOjAuMCwiQm9yZGVyU3R5bGUiOnsiJGlkIjoiNTg3IiwiTGluZUNvbG9yIjpudWxsLCJMaW5lV2VpZ2h0IjowLjAsIkxpbmVUeXBlIjowLCJQYXJlbnRTdHlsZSI6bnVsbH0sIlBhcmVudFN0eWxlIjpudWxsfSwiRGF0ZUZvcm1hdCI6eyIkaWQiOiI1O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g5IiwiRm9ybWF0IjowLCJJc1Zpc2libGUiOmZhbHNlLCJMYXN0S25vd25WaXNpYmlsaXR5U3RhdGUiOmZhbHNlfSwiSXNWaXNpYmxlIjp0cnVlLCJQYXJlbnRTdHlsZSI6bnVsbH0sIkRlZmF1bHRTd2ltbGFuZU1pbGVzdG9uZVN0eWxlIjp7IiRpZCI6IjU5MCIsIlRpdGxlUG9zaXRpb24iOiJSaWdodCIsIkRhdGVQb3NpdGlvbiI6IkxlZnQiLCJTaGFwZVR5cGUiOjAsIlNoYXBlU2l6ZSI6MSwiU3BhY2luZyI6NSwiU2hhcGVTdHlsZSI6eyIkaWQiOiI1OTEiLCJNYXJnaW4iOnsiJGlkIjoiNTkyIiwiVG9wIjowLjAsIkxlZnQiOjAuMCwiUmlnaHQiOjAuMCwiQm90dG9tIjowLjB9LCJQYWRkaW5nIjp7IiRpZCI6IjU5MyIsIlRvcCI6MC4wLCJMZWZ0IjowLjAsIlJpZ2h0IjowLjAsIkJvdHRvbSI6MC4wfSwiQmFja2dyb3VuZCI6eyIkaWQiOiI1OTQiLCJDb2xvciI6eyIkaWQiOiI1OTUiLCJBIjoyNTUsIlIiOjI1NSwiRyI6MTkyLCJCIjowfX0sIklzVmlzaWJsZSI6dHJ1ZSwiV2lkdGgiOjE4LjAsIkhlaWdodCI6MjAuMCwiQm9yZGVyU3R5bGUiOnsiJGlkIjoiNTk2IiwiTGluZUNvbG9yIjp7IiRpZCI6IjU5NyIsIiR0eXBlIjoiTkxSRS5Db21tb24uRG9tLlNvbGlkQ29sb3JCcnVzaCwgTkxSRS5Db21tb24iLCJDb2xvciI6eyIkaWQiOiI1OTgiLCJBIjoyNTUsIlIiOjIzNCwiRyI6MjIsIkIiOjMwfX0sIkxpbmVXZWlnaHQiOjAuMCwiTGluZVR5cGUiOjAsIlBhcmVudFN0eWxlIjpudWxsfSwiUGFyZW50U3R5bGUiOm51bGx9LCJUaXRsZVN0eWxlIjp7IiRpZCI6IjU5OSIsIkZvbnRTZXR0aW5ncyI6eyIkaWQiOiI2MDAiLCJGb250U2l6ZSI6OSwiRm9udE5hbWUiOiJDYWxpYnJpIiwiSXNCb2xkIjp0cnVlLCJJc0l0YWxpYyI6ZmFsc2UsIklzVW5kZXJsaW5lZCI6ZmFsc2UsIlBhcmVudFN0eWxlIjpudWxsfSwiQXV0b1NpemUiOjAsIkZvcmVncm91bmQiOnsiJGlkIjoiNjAxIiwiQ29sb3IiOnsiJGlkIjoiNjAy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YwMyIsIlRvcCI6MC4wLCJMZWZ0IjowLjAsIlJpZ2h0IjowLjAsIkJvdHRvbSI6MC4wfSwiUGFkZGluZyI6eyIkaWQiOiI2MDQiLCJUb3AiOjAuMCwiTGVmdCI6MC4wLCJSaWdodCI6MC4wLCJCb3R0b20iOjAuMH0sIkJhY2tncm91bmQiOnsiJGlkIjoiNjA1IiwiQ29sb3IiOnsiJGlkIjoiNjA2IiwiQSI6ODksIlIiOjAsIkciOjAsIkIiOjB9fSwiSXNWaXNpYmxlIjp0cnVlLCJXaWR0aCI6MC4wLCJIZWlnaHQiOjAuMCwiQm9yZGVyU3R5bGUiOnsiJGlkIjoiNjA3IiwiTGluZUNvbG9yIjpudWxsLCJMaW5lV2VpZ2h0IjowLjAsIkxpbmVUeXBlIjowLCJQYXJlbnRTdHlsZSI6bnVsbH0sIlBhcmVudFN0eWxlIjpudWxsfSwiRGF0ZVN0eWxlIjp7IiRpZCI6IjYwOCIsIkZvbnRTZXR0aW5ncyI6eyIkaWQiOiI2MDkiLCJGb250U2l6ZSI6OSwiRm9udE5hbWUiOiJDYWxpYnJpIiwiSXNCb2xkIjpmYWxzZSwiSXNJdGFsaWMiOmZhbHNlLCJJc1VuZGVybGluZWQiOmZhbHNlLCJQYXJlbnRTdHlsZSI6bnVsbH0sIkF1dG9TaXplIjowLCJGb3JlZ3JvdW5kIjp7IiRpZCI6IjYxMCIsIkNvbG9yIjp7IiRpZCI6IjYxM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jEyIiwiVG9wIjowLjAsIkxlZnQiOjAuMCwiUmlnaHQiOjAuMCwiQm90dG9tIjowLjB9LCJQYWRkaW5nIjp7IiRpZCI6IjYxMyIsIlRvcCI6MC4wLCJMZWZ0IjowLjAsIlJpZ2h0IjowLjAsIkJvdHRvbSI6MC4wfSwiQmFja2dyb3VuZCI6eyIkaWQiOiI2MTQiLCJDb2xvciI6eyIkaWQiOiI2MTUiLCJBIjo4OSwiUiI6MCwiRyI6MCwiQiI6MH19LCJJc1Zpc2libGUiOmZhbHNlLCJXaWR0aCI6MC4wLCJIZWlnaHQiOjAuMCwiQm9yZGVyU3R5bGUiOnsiJGlkIjoiNjE2IiwiTGluZUNvbG9yIjpudWxsLCJMaW5lV2VpZ2h0IjowLjAsIkxpbmVUeXBlIjowLCJQYXJlbnRTdHlsZSI6bnVsbH0sIlBhcmVudFN0eWxlIjpudWxsfSwiRGF0ZUZvcm1hdCI6eyIkaWQiOiI2M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E4IiwiRm9ybWF0IjowLCJJc1Zpc2libGUiOmZhbHNlLCJMYXN0S25vd25WaXNpYmlsaXR5U3RhdGUiOmZhbHNlfSwiSXNWaXNpYmxlIjp0cnVlLCJQYXJlbnRTdHlsZSI6bnVsbH0sIkRlZmF1bHRTd2ltbGFuZUFjdGl2aXR5U3R5bGUiOnsiJGlkIjoiNjE5IiwiSGVhZGVyU3R5bGUiOnsiJGlkIjoiNjIwIiwiVGV4dFN0eWxlIjp7IiRpZCI6IjYyMSIsIkZvbnRTZXR0aW5ncyI6eyIkaWQiOiI2MjIiLCJGb250U2l6ZSI6MTIsIkZvbnROYW1lIjoiQ2FsaWJyaSIsIklzQm9sZCI6ZmFsc2UsIklzSXRhbGljIjpmYWxzZSwiSXNVbmRlcmxpbmVkIjpmYWxzZSwiUGFyZW50U3R5bGUiOm51bGx9LCJBdXRvU2l6ZSI6MCwiRm9yZWdyb3VuZCI6eyIkaWQiOiI2MjMiLCJDb2xvciI6eyIkaWQiOiI2MjQiLCJBIjoyNTUsIlIiOjAsIkciOjAsIkIiOjB9fSwiTWF4V2lkdGgiOjAuMCwiTWF4SGVpZ2h0IjowLjAsIlNtYXJ0Rm9yZWdyb3VuZElzQWN0aXZlIjpmYWxzZSwiSG9yaXpvbnRhbEFsaWdubWVudCI6MCwiVmVydGljYWxBbGlnbm1lbnQiOjAsIlNtYXJ0Rm9yZWdyb3VuZCI6bnVsbCwiQmFja2dyb3VuZEZpbGxUeXBlIjowLCJNYXJnaW4iOnsiJGlkIjoiNjI1IiwiVG9wIjowLjAsIkxlZnQiOjAuMCwiUmlnaHQiOjAuMCwiQm90dG9tIjowLjB9LCJQYWRkaW5nIjp7IiRpZCI6IjYyNiIsIlRvcCI6MC4wLCJMZWZ0IjowLjAsIlJpZ2h0IjowLjAsIkJvdHRvbSI6MC4wfSwiQmFja2dyb3VuZCI6bnVsbCwiSXNWaXNpYmxlIjpmYWxzZSwiV2lkdGgiOjAuMCwiSGVpZ2h0IjowLjAsIkJvcmRlclN0eWxlIjpudWxsLCJQYXJlbnRTdHlsZSI6bnVsbH0sIlJlY3RhbmdsZVN0eWxlIjp7IiRpZCI6IjYyNyIsIk1hcmdpbiI6eyIkaWQiOiI2MjgiLCJUb3AiOjAuMCwiTGVmdCI6MC4wLCJSaWdodCI6MC4wLCJCb3R0b20iOjAuMH0sIlBhZGRpbmciOnsiJGlkIjoiNjI5IiwiVG9wIjowLjAsIkxlZnQiOjAuMCwiUmlnaHQiOjAuMCwiQm90dG9tIjowLjB9LCJCYWNrZ3JvdW5kIjp7IiRpZCI6IjYzMCIsIkNvbG9yIjp7IiRpZCI6IjYzMSIsIkEiOjYzLCJSIjoyNTUsIkciOjE5MiwiQiI6MH19LCJJc1Zpc2libGUiOmZhbHNlLCJXaWR0aCI6MC4wLCJIZWlnaHQiOjAuMCwiQm9yZGVyU3R5bGUiOnsiJGlkIjoiNjMyIiwiTGluZUNvbG9yIjp7IiRpZCI6IjYzMyIsIiR0eXBlIjoiTkxSRS5Db21tb24uRG9tLlNvbGlkQ29sb3JCcnVzaCwgTkxSRS5Db21tb24iLCJDb2xvciI6eyIkaWQiOiI2MzQiLCJBIjoyNTUsIlIiOjI1NSwiRyI6MCwiQiI6MH19LCJMaW5lV2VpZ2h0IjowLjAsIkxpbmVUeXBlIjowLCJQYXJlbnRTdHlsZSI6bnVsbH0sIlBhcmVudFN0eWxlIjpudWxsfSwiTWFyZ2luIjp7IiRpZCI6IjYzNSIsIlRvcCI6MC4wLCJMZWZ0IjowLjAsIlJpZ2h0IjowLjAsIkJvdHRvbSI6MC4wfSwiUGFkZGluZyI6eyIkaWQiOiI2MzYiLCJUb3AiOjAuMCwiTGVmdCI6MC4wLCJSaWdodCI6MC4wLCJCb3R0b20iOjAuMH0sIkJhY2tncm91bmQiOm51bGwsIklzVmlzaWJsZSI6dHJ1ZSwiV2lkdGgiOjAuMCwiSGVpZ2h0IjowLjAsIkJvcmRlclN0eWxlIjpudWxsLCJQYXJlbnRTdHlsZSI6bnVsbH0sIkJhY2tncm91bmRTdHlsZSI6eyIkaWQiOiI2MzciLCJNYXJnaW4iOnsiJGlkIjoiNjM4IiwiVG9wIjowLjAsIkxlZnQiOjAuMCwiUmlnaHQiOjAuMCwiQm90dG9tIjowLjB9LCJQYWRkaW5nIjp7IiRpZCI6IjYzOSIsIlRvcCI6MC4wLCJMZWZ0IjowLjAsIlJpZ2h0IjowLjAsIkJvdHRvbSI6MC4wfSwiQmFja2dyb3VuZCI6eyIkaWQiOiI2NDAiLCJDb2xvciI6eyIkaWQiOiI2NDEiLCJBIjozOCwiUiI6MjU1LCJHIjoxOTIsIkIiOjB9fSwiSXNWaXNpYmxlIjp0cnVlLCJXaWR0aCI6MC4wLCJIZWlnaHQiOjAuMCwiQm9yZGVyU3R5bGUiOnsiJGlkIjoiNjQyIiwiTGluZUNvbG9yIjp7IiRpZCI6IjY0MyIsIiR0eXBlIjoiTkxSRS5Db21tb24uRG9tLlNvbGlkQ29sb3JCcnVzaCwgTkxSRS5Db21tb24iLCJDb2xvciI6eyIkaWQiOiI2NDQiLCJBIjoyNTUsIlIiOjIzNCwiRyI6MjIsIkIiOjMwfX0sIkxpbmVXZWlnaHQiOjAuMCwiTGluZVR5cGUiOjAsIlBhcmVudFN0eWxlIjpudWxsfSwiUGFyZW50U3R5bGUiOm51bGx9LCJNYXJnaW4iOnsiJGlkIjoiNjQ1IiwiVG9wIjowLjAsIkxlZnQiOjAuMCwiUmlnaHQiOjAuMCwiQm90dG9tIjowLjB9LCJQYWRkaW5nIjp7IiRpZCI6IjY0NiIsIlRvcCI6MC4wLCJMZWZ0IjowLjAsIlJpZ2h0IjowLjAsIkJvdHRvbSI6MC4wfSwiSXNWaXNpYmxlIjp0cnVlLCJXaWR0aCI6MC4wLCJIZWlnaHQiOjAuMCwiQm9yZGVyU3R5bGUiOnsiJGlkIjoiNjQ3IiwiTGluZUNvbG9yIjpudWxsLCJMaW5lV2VpZ2h0IjowLjAsIkxpbmVUeXBlIjowLCJQYXJlbnRTdHlsZSI6bnVsbH0sIlBhcmVudFN0eWxlIjpudWxsfSwiTWFyZ2luIjp7IiRpZCI6IjY0OCIsIlRvcCI6MC4wLCJMZWZ0IjowLjAsIlJpZ2h0IjowLjAsIkJvdHRvbSI6MC4wfSwiUGFkZGluZyI6eyIkaWQiOiI2NDkiLCJUb3AiOjAuMCwiTGVmdCI6MC4wLCJSaWdodCI6MC4wLCJCb3R0b20iOjAuMH0sIklzVmlzaWJsZSI6dHJ1ZSwiV2lkdGgiOjAuMCwiSGVpZ2h0IjowLjAsIkJvcmRlclN0eWxlIjp7IiRpZCI6IjY1MCIsIkxpbmVDb2xvciI6bnVsbCwiTGluZVdlaWdodCI6MC4wLCJMaW5lVHlwZSI6MCwiUGFyZW50U3R5bGUiOm51bGx9LCJQYXJlbnRTdHlsZSI6bnVsbH19LHsiJGlkIjoiNjUxIiwiX2FjdGl2aXRpZXMiOlt7IiRpZCI6IjY1MiIsIl9yb3dzIjpbeyIkaWQiOiI2NTMiLCJfdGFza3MiOlt7IiRpZCI6IjY1NCIsIl9hdHRhY2hlZE1pbGVzdG9uZXMiOltdLCJUYXNrRGVmaW5pdGlvbiI6eyIkaWQiOiI2NTUiLCJHcm91cE5hbWUiOm51bGwsIlN0YXJ0RGF0ZSI6IjIwMjYtMDUtMDFUMDA6MDA6MDBaIiwiRW5kRGF0ZSI6IjIwMjYtMDYtMzBUMTE6NTk6MDBaIiwiUGVyY2VudGFnZUNvbXBsZXRlIjo3NS4wLCJTdHlsZSI6eyIkaWQiOiI2NTYiLCJTaGFwZSI6NywiU2hhcGVUaGlja25lc3MiOjMsIkR1cmF0aW9uRm9ybWF0Ijo1LCJJbmNsdWRlTm9uV29ya2luZ0RheXNJbkR1cmF0aW9uIjpmYWxzZSwiUGVyY2VudGFnZUNvbXBsZXRlU3R5bGUiOnsiJGlkIjoiNjU3IiwiRm9udFNldHRpbmdzIjp7IiRpZCI6IjY1OCIsIkZvbnRTaXplIjoxMCwiRm9udE5hbWUiOiJDYWxpYnJpIiwiSXNCb2xkIjp0cnVlLCJJc0l0YWxpYyI6ZmFsc2UsIklzVW5kZXJsaW5lZCI6ZmFsc2UsIlBhcmVudFN0eWxlIjpudWxsfSwiQXV0b1NpemUiOjAsIkZvcmVncm91bmQiOnsiJGlkIjoiNjU5IiwiQ29sb3IiOnsiJGlkIjoiNjYw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2NjEiLCJUb3AiOjAuMCwiTGVmdCI6MC4wLCJSaWdodCI6MC4wLCJCb3R0b20iOjAuMH0sIlBhZGRpbmciOnsiJGlkIjoiNjYyIiwiVG9wIjowLjAsIkxlZnQiOjAuMCwiUmlnaHQiOjAuMCwiQm90dG9tIjowLjB9LCJCYWNrZ3JvdW5kIjp7IiRpZCI6IjY2MyIsIkNvbG9yIjp7IiRpZCI6IjY2NCIsIkEiOjg5LCJSIjowLCJHIjowLCJCIjowfX0sIklzVmlzaWJsZSI6dHJ1ZSwiV2lkdGgiOjAuMCwiSGVpZ2h0IjowLjAsIkJvcmRlclN0eWxlIjp7IiRpZCI6IjY2NSIsIkxpbmVDb2xvciI6bnVsbCwiTGluZVdlaWdodCI6MC4wLCJMaW5lVHlwZSI6MCwiUGFyZW50U3R5bGUiOm51bGx9LCJQYXJlbnRTdHlsZSI6bnVsbH0sIkR1cmF0aW9uU3R5bGUiOnsiJGlkIjoiNjY2IiwiRm9udFNldHRpbmdzIjp7IiRpZCI6IjY2NyIsIkZvbnRTaXplIjoxMCwiRm9udE5hbWUiOiJDYWxpYnJpIiwiSXNCb2xkIjp0cnVlLCJJc0l0YWxpYyI6ZmFsc2UsIklzVW5kZXJsaW5lZCI6ZmFsc2UsIlBhcmVudFN0eWxlIjpudWxsfSwiQXV0b1NpemUiOjAsIkZvcmVncm91bmQiOnsiJGlkIjoiNjY4IiwiQ29sb3IiOnsiJGlkIjoiNjY5IiwiQSI6MjU1LCJSIjo1NiwiRyI6ODcsIkIiOjM1fX0sIk1heFdpZHRoIjoyMDAuMCwiTWF4SGVpZ2h0IjoiSW5maW5pdHkiLCJTbWFydEZvcmVncm91bmRJc0FjdGl2ZSI6ZmFsc2UsIkhvcml6b250YWxBbGlnbm1lbnQiOjAsIlZlcnRpY2FsQWxpZ25tZW50IjowLCJTbWFydEZvcmVncm91bmQiOm51bGwsIkJhY2tncm91bmRGaWxsVHlwZSI6MCwiTWFyZ2luIjp7IiRpZCI6IjY3MCIsIlRvcCI6MC4wLCJMZWZ0IjowLjAsIlJpZ2h0IjowLjAsIkJvdHRvbSI6MC4wfSwiUGFkZGluZyI6eyIkaWQiOiI2NzEiLCJUb3AiOjAuMCwiTGVmdCI6MC4wLCJSaWdodCI6MC4wLCJCb3R0b20iOjAuMH0sIkJhY2tncm91bmQiOnsiJGlkIjoiNjcyIiwiQ29sb3IiOnsiJGlkIjoiNjczIiwiQSI6MCwiUiI6MjU1LCJHIjoyNTUsIkIiOjI1NX19LCJJc1Zpc2libGUiOnRydWUsIldpZHRoIjowLjAsIkhlaWdodCI6MC4wLCJCb3JkZXJTdHlsZSI6eyIkaWQiOiI2NzQiLCJMaW5lQ29sb3IiOm51bGwsIkxpbmVXZWlnaHQiOjAuMCwiTGluZVR5cGUiOjAsIlBhcmVudFN0eWxlIjpudWxsfSwiUGFyZW50U3R5bGUiOm51bGx9LCJIb3Jpem9udGFsQ29ubmVjdG9yU3R5bGUiOnsiJGlkIjoiNjc1IiwiTGluZUNvbG9yIjp7IiRpZCI6IjY3NiIsIiR0eXBlIjoiTkxSRS5Db21tb24uRG9tLlNvbGlkQ29sb3JCcnVzaCwgTkxSRS5Db21tb24iLCJDb2xvciI6eyIkaWQiOiI2NzciLCJBIjoyNTUsIlIiOjIwNCwiRyI6MjA0LCJCIjoyMDR9fSwiTGluZVdlaWdodCI6MS4wLCJMaW5lVHlwZSI6MCwiUGFyZW50U3R5bGUiOm51bGx9LCJWZXJ0aWNhbENvbm5lY3RvclN0eWxlIjp7IiRpZCI6IjY3OCIsIkxpbmVDb2xvciI6eyIkaWQiOiI2NzkiLCIkdHlwZSI6Ik5MUkUuQ29tbW9uLkRvbS5Tb2xpZENvbG9yQnJ1c2gsIE5MUkUuQ29tbW9uIiwiQ29sb3IiOnsiJGlkIjoiNjgwIiwiQSI6MjU1LCJSIjoyMDQsIkciOjIwNCwiQiI6MjA0fX0sIkxpbmVXZWlnaHQiOjAuMCwiTGluZVR5cGUiOjAsIlBhcmVudFN0eWxlIjpudWxsfSwiTWFyZ2luIjpudWxsLCJTdGFydERhdGVQb3NpdGlvbiI6NiwiRW5kRGF0ZVBvc2l0aW9uIjo2LCJEYXRlSXNWaXNpYmxlIjpmYWxzZSwiVGl0bGVQb3NpdGlvbiI6MywiRHVyYXRpb25Qb3NpdGlvbiI6NiwiUGVyY2VudGFnZUNvbXBsZXRlZFBvc2l0aW9uIjo2LCJTcGFjaW5nIjo0LCJJc0JlbG93VGltZWJhbmQiOnRydWUsIlBlcmNlbnRhZ2VDb21wbGV0ZVNoYXBlT3BhY2l0eSI6MzUsIkJhc2VsaW5lU3R5bGUiOnsiJGlkIjoiNjgxIiwiU2hhcGVTdHlsZSI6eyIkaWQiOiI2ODIiLCJNYXJnaW4iOnsiJGlkIjoiNjgzIiwiVG9wIjowLjAsIkxlZnQiOjAuMCwiUmlnaHQiOjAuMCwiQm90dG9tIjowLjB9LCJQYWRkaW5nIjp7IiRpZCI6IjY4NCIsIlRvcCI6MC4wLCJMZWZ0IjowLjAsIlJpZ2h0IjowLjAsIkJvdHRvbSI6MC4wfSwiQmFja2dyb3VuZCI6eyIkaWQiOiI2ODUiLCJDb2xvciI6eyIkaWQiOiI2ODYiLCJBIjoxNTMsIlIiOjAsIkciOjAsIkIiOjB9fSwiSXNWaXNpYmxlIjp0cnVlLCJXaWR0aCI6MC4wLCJIZWlnaHQiOjAuMCwiQm9yZGVyU3R5bGUiOm51bGwsIlBhcmVudFN0eWxlIjpudWxsfSwiTWFyZ2luIjp7IiRpZCI6IjY4NyIsIlRvcCI6MC4wLCJMZWZ0IjowLjAsIlJpZ2h0IjowLjAsIkJvdHRvbSI6MC4wfSwiUGFkZGluZyI6eyIkaWQiOiI2ODgiLCJUb3AiOjAuMCwiTGVmdCI6MC4wLCJSaWdodCI6MC4wLCJCb3R0b20iOjAuMH0sIkJhY2tncm91bmQiOm51bGwsIklzVmlzaWJsZSI6dHJ1ZSwiV2lkdGgiOjAuMCwiSGVpZ2h0IjowLjAsIkJvcmRlclN0eWxlIjpudWxsLCJQYXJlbnRTdHlsZSI6bnVsbH0sIlNoYXBlU3R5bGUiOnsiJGlkIjoiNjg5IiwiTWFyZ2luIjp7IiRpZCI6IjY5MCIsIlRvcCI6MC4wLCJMZWZ0Ijo0LjAsIlJpZ2h0Ijo0LjAsIkJvdHRvbSI6MC4wfSwiUGFkZGluZyI6eyIkaWQiOiI2OTEiLCJUb3AiOjAuMCwiTGVmdCI6MC4wLCJSaWdodCI6MC4wLCJCb3R0b20iOjAuMH0sIkJhY2tncm91bmQiOnsiJGlkIjoiNjkyIiwiQ29sb3IiOnsiJGlkIjoiNjkzIiwiQSI6MjU1LCJSIjoxMTIsIkciOjE3MywiQiI6NzF9fSwiSXNWaXNpYmxlIjp0cnVlLCJXaWR0aCI6MC4wLCJIZWlnaHQiOjEzLjQyNjY5Mjk2MjY0NjQ4NCwiQm9yZGVyU3R5bGUiOnsiJGlkIjoiNjk0IiwiTGluZUNvbG9yIjp7IiRpZCI6IjY5NSIsIiR0eXBlIjoiTkxSRS5Db21tb24uRG9tLlNvbGlkQ29sb3JCcnVzaCwgTkxSRS5Db21tb24iLCJDb2xvciI6eyIkaWQiOiI2OTYiLCJBIjoyNTUsIlIiOjI1NSwiRyI6MCwiQiI6MH19LCJMaW5lV2VpZ2h0IjowLjAsIkxpbmVUeXBlIjowLCJQYXJlbnRTdHlsZSI6bnVsbH0sIlBhcmVudFN0eWxlIjpudWxsfSwiVGl0bGVTdHlsZSI6eyIkaWQiOiI2OTciLCJGb250U2V0dGluZ3MiOnsiJGlkIjoiNjk4IiwiRm9udFNpemUiOjksIkZvbnROYW1lIjoiQ2FsaWJyaSIsIklzQm9sZCI6dHJ1ZSwiSXNJdGFsaWMiOmZhbHNlLCJJc1VuZGVybGluZWQiOmZhbHNlLCJQYXJlbnRTdHlsZSI6bnVsbH0sIkF1dG9TaXplIjowLCJGb3JlZ3JvdW5kIjp7IiRpZCI6IjY5OSIsIkNvbG9yIjp7IiRpZCI6IjcwMCIsIkEiOjI1NSwiUiI6MCwiRyI6MCwiQiI6MH19LCJNYXhXaWR0aCI6NzIwLjAsIk1heEhlaWdodCI6IkluZmluaXR5IiwiU21hcnRGb3JlZ3JvdW5kSXNBY3RpdmUiOmZhbHNlLCJIb3Jpem9udGFsQWxpZ25tZW50IjoxLCJWZXJ0aWNhbEFsaWdubWVudCI6MCwiU21hcnRGb3JlZ3JvdW5kIjpudWxsLCJCYWNrZ3JvdW5kRmlsbFR5cGUiOjAsIk1hcmdpbiI6eyIkaWQiOiI3MDEiLCJUb3AiOjAuMCwiTGVmdCI6MC4wLCJSaWdodCI6MC4wLCJCb3R0b20iOjAuMH0sIlBhZGRpbmciOnsiJGlkIjoiNzAyIiwiVG9wIjowLjAsIkxlZnQiOjAuMCwiUmlnaHQiOjAuMCwiQm90dG9tIjowLjB9LCJCYWNrZ3JvdW5kIjp7IiRpZCI6IjcwMyIsIkNvbG9yIjp7IiRpZCI6IjcwNCIsIkEiOjAsIlIiOjI1NSwiRyI6MjU1LCJCIjoyNTV9fSwiSXNWaXNpYmxlIjp0cnVlLCJXaWR0aCI6MC4wLCJIZWlnaHQiOjAuMCwiQm9yZGVyU3R5bGUiOnsiJGlkIjoiNzA1IiwiTGluZUNvbG9yIjpudWxsLCJMaW5lV2VpZ2h0IjowLjAsIkxpbmVUeXBlIjowLCJQYXJlbnRTdHlsZSI6bnVsbH0sIlBhcmVudFN0eWxlIjpudWxsfSwiRGF0ZVN0eWxlIjp7IiRpZCI6IjcwNiIsIkZvbnRTZXR0aW5ncyI6eyIkaWQiOiI3MDciLCJGb250U2l6ZSI6MTAsIkZvbnROYW1lIjoiQ2FsaWJyaSIsIklzQm9sZCI6ZmFsc2UsIklzSXRhbGljIjpmYWxzZSwiSXNVbmRlcmxpbmVkIjpmYWxzZSwiUGFyZW50U3R5bGUiOm51bGx9LCJBdXRvU2l6ZSI6MCwiRm9yZWdyb3VuZCI6eyIkaWQiOiI3MDgiLCJDb2xvciI6eyIkaWQiOiI3MD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cxMCIsIlRvcCI6MC4wLCJMZWZ0IjowLjAsIlJpZ2h0IjowLjAsIkJvdHRvbSI6MC4wfSwiUGFkZGluZyI6eyIkaWQiOiI3MTEiLCJUb3AiOjAuMCwiTGVmdCI6MC4wLCJSaWdodCI6MC4wLCJCb3R0b20iOjAuMH0sIkJhY2tncm91bmQiOnsiJGlkIjoiNzEyIiwiQ29sb3IiOnsiJGlkIjoiNzEzIiwiQSI6ODksIlIiOjAsIkciOjAsIkIiOjB9fSwiSXNWaXNpYmxlIjp0cnVlLCJXaWR0aCI6MC4wLCJIZWlnaHQiOjAuMCwiQm9yZGVyU3R5bGUiOnsiJGlkIjoiNzE0IiwiTGluZUNvbG9yIjpudWxsLCJMaW5lV2VpZ2h0IjowLjAsIkxpbmVUeXBlIjowLCJQYXJlbnRTdHlsZSI6bnVsbH0sIlBhcmVudFN0eWxlIjpudWxsfSwiRGF0ZUZvcm1hdCI6eyIkaWQiOiI3MT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E2IiwiRm9ybWF0IjowLCJJc1Zpc2libGUiOmZhbHNlLCJMYXN0S25vd25WaXNpYmlsaXR5U3RhdGUiOmZhbHNlfSwiSXNWaXNpYmxlIjp0cnVlLCJQYXJlbnRTdHlsZSI6bnVsbH0sIkluZGV4IjowLCJTbWFydER1cmF0aW9uQWN0aXZhdGVkIjpmYWxzZSwiRGF0ZUZvcm1hdCI6eyIkcmVmIjoiNzE1In0sIldlZWtOdW1iZXJpbmciOnsiJGlkIjoiNzE3IiwiRm9ybWF0IjowLCJJc1Zpc2libGUiOmZhbHNlLCJMYXN0S25vd25WaXNpYmlsaXR5U3RhdGUiOmZhbHNlfSwiQmFzZWxpbmVEYXRhIjp7IiRpZCI6IjcxOCIsIlN0YXJ0RGF0ZSI6IjIwMjYtMDUtMDFUMDA6MDA6MDAiLCJFbmREYXRlIjoiMjAyNi0wNi0zMFQxMTo1OTowMCJ9LCJJZCI6IjcxZmViMDg5LTdjMmItNDdkMi04Njc4LTM2NmQwNjYxOTEzYiIsIkltcG9ydElkIjpudWxsLCJUaXRsZSI6IkJFIG5ldyByYWNrIEluc3RhbGxhdGlvbiAmIEFsbCBzZXJ2ZXJzIENvbWlzc2lvbiIsIk5vdGUiOm51bGwsIkh5cGVybGluayI6eyIkaWQiOiI3MTkiLCJBZGRyZXNzIjpudWxsLCJTdWJBZGRyZXNzIjpudWxsfSwiSXNDaGFuZ2VkIjpmYWxzZSwiSXNOZXciOmZhbHNlfX1dLCJfbWlsZXN0b25lcyI6W10sIklkIjoiMDAwMDAwMDAtMDAwMC0wMDAwLTAwMDAtMDAwMDAwMDAwMDAwIiwiSXNTaW5nbGVJdGVtUm93Ijp0cnVlfSx7IiRpZCI6IjcyMCIsIl90YXNrcyI6W3siJGlkIjoiNzIxIiwiX2F0dGFjaGVkTWlsZXN0b25lcyI6W10sIlRhc2tEZWZpbml0aW9uIjp7IiRpZCI6IjcyMiIsIkdyb3VwTmFtZSI6bnVsbCwiU3RhcnREYXRlIjoiMjAyNi0wNS0wMVQwMDowMDowMFoiLCJFbmREYXRlIjoiMjAyNi0wOS0zMFQxMTo1OTowMFoiLCJQZXJjZW50YWdlQ29tcGxldGUiOm51bGwsIlN0eWxlIjp7IiRpZCI6IjcyMyIsIlNoYXBlIjo3LCJTaGFwZVRoaWNrbmVzcyI6MywiRHVyYXRpb25Gb3JtYXQiOjAsIkluY2x1ZGVOb25Xb3JraW5nRGF5c0luRHVyYXRpb24iOmZhbHNlLCJQZXJjZW50YWdlQ29tcGxldGVTdHlsZSI6eyIkaWQiOiI3MjQiLCJGb250U2V0dGluZ3MiOnsiJGlkIjoiNzI1IiwiRm9udFNpemUiOjEwLCJGb250TmFtZSI6IkNhbGlicmkiLCJJc0JvbGQiOmZhbHNlLCJJc0l0YWxpYyI6ZmFsc2UsIklzVW5kZXJsaW5lZCI6ZmFsc2UsIlBhcmVudFN0eWxlIjpudWxsfSwiQXV0b1NpemUiOjAsIkZvcmVncm91bmQiOnsiJGlkIjoiNzI2IiwiQ29sb3IiOnsiJGlkIjoiNzI3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3MjgiLCJUb3AiOjAuMCwiTGVmdCI6MC4wLCJSaWdodCI6MC4wLCJCb3R0b20iOjAuMH0sIlBhZGRpbmciOnsiJGlkIjoiNzI5IiwiVG9wIjowLjAsIkxlZnQiOjAuMCwiUmlnaHQiOjAuMCwiQm90dG9tIjowLjB9LCJCYWNrZ3JvdW5kIjp7IiRpZCI6IjczMCIsIkNvbG9yIjp7IiRpZCI6IjczMSIsIkEiOjg5LCJSIjowLCJHIjowLCJCIjowfX0sIklzVmlzaWJsZSI6dHJ1ZSwiV2lkdGgiOjAuMCwiSGVpZ2h0IjowLjAsIkJvcmRlclN0eWxlIjp7IiRpZCI6IjczMiIsIkxpbmVDb2xvciI6bnVsbCwiTGluZVdlaWdodCI6MC4wLCJMaW5lVHlwZSI6MCwiUGFyZW50U3R5bGUiOm51bGx9LCJQYXJlbnRTdHlsZSI6bnVsbH0sIkR1cmF0aW9uU3R5bGUiOnsiJGlkIjoiNzMzIiwiRm9udFNldHRpbmdzIjp7IiRpZCI6IjczNCIsIkZvbnRTaXplIjoxMCwiRm9udE5hbWUiOiJDYWxpYnJpIiwiSXNCb2xkIjpmYWxzZSwiSXNJdGFsaWMiOmZhbHNlLCJJc1VuZGVybGluZWQiOmZhbHNlLCJQYXJlbnRTdHlsZSI6bnVsbH0sIkF1dG9TaXplIjowLCJGb3JlZ3JvdW5kIjp7IiRpZCI6IjczNSIsIkNvbG9yIjp7IiRpZCI6IjczN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czNyIsIlRvcCI6MC4wLCJMZWZ0IjowLjAsIlJpZ2h0IjowLjAsIkJvdHRvbSI6MC4wfSwiUGFkZGluZyI6eyIkaWQiOiI3MzgiLCJUb3AiOjAuMCwiTGVmdCI6MC4wLCJSaWdodCI6MC4wLCJCb3R0b20iOjAuMH0sIkJhY2tncm91bmQiOnsiJGlkIjoiNzM5IiwiQ29sb3IiOnsiJGlkIjoiNzQwIiwiQSI6ODksIlIiOjAsIkciOjAsIkIiOjB9fSwiSXNWaXNpYmxlIjp0cnVlLCJXaWR0aCI6MC4wLCJIZWlnaHQiOjAuMCwiQm9yZGVyU3R5bGUiOnsiJGlkIjoiNzQxIiwiTGluZUNvbG9yIjpudWxsLCJMaW5lV2VpZ2h0IjowLjAsIkxpbmVUeXBlIjowLCJQYXJlbnRTdHlsZSI6bnVsbH0sIlBhcmVudFN0eWxlIjpudWxsfSwiSG9yaXpvbnRhbENvbm5lY3RvclN0eWxlIjp7IiRpZCI6Ijc0MiIsIkxpbmVDb2xvciI6eyIkaWQiOiI3NDMiLCIkdHlwZSI6Ik5MUkUuQ29tbW9uLkRvbS5Tb2xpZENvbG9yQnJ1c2gsIE5MUkUuQ29tbW9uIiwiQ29sb3IiOnsiJGlkIjoiNzQ0IiwiQSI6MjU1LCJSIjoyMDQsIkciOjIwNCwiQiI6MjA0fX0sIkxpbmVXZWlnaHQiOjEuMCwiTGluZVR5cGUiOjAsIlBhcmVudFN0eWxlIjpudWxsfSwiVmVydGljYWxDb25uZWN0b3JTdHlsZSI6eyIkaWQiOiI3NDUiLCJMaW5lQ29sb3IiOnsiJGlkIjoiNzQ2IiwiJHR5cGUiOiJOTFJFLkNvbW1vbi5Eb20uU29saWRDb2xvckJydXNoLCBOTFJFLkNvbW1vbiIsIkNvbG9yIjp7IiRpZCI6Ijc0NyIsIkEiOjI1NSwiUiI6MjA0LCJHIjoyMDQsIkIiOjIwNH19LCJMaW5lV2VpZ2h0IjowLjAsIkxpbmVUeXBlIjowLCJQYXJlbnRTdHlsZSI6bnVsbH0sIk1hcmdpbiI6bnVsbCwiU3RhcnREYXRlUG9zaXRpb24iOjYsIkVuZERhdGVQb3NpdGlvbiI6NiwiRGF0ZUlzVmlzaWJsZSI6ZmFsc2UsIlRpdGxlUG9zaXRpb24iOjMsIkR1cmF0aW9uUG9zaXRpb24iOjYsIlBlcmNlbnRhZ2VDb21wbGV0ZWRQb3NpdGlvbiI6NiwiU3BhY2luZyI6NCwiSXNCZWxvd1RpbWViYW5kIjp0cnVlLCJQZXJjZW50YWdlQ29tcGxldGVTaGFwZU9wYWNpdHkiOjM1LCJCYXNlbGluZVN0eWxlIjp7IiRpZCI6Ijc0OCIsIlNoYXBlU3R5bGUiOnsiJGlkIjoiNzQ5IiwiTWFyZ2luIjp7IiRpZCI6Ijc1MCIsIlRvcCI6MC4wLCJMZWZ0IjowLjAsIlJpZ2h0IjowLjAsIkJvdHRvbSI6MC4wfSwiUGFkZGluZyI6eyIkaWQiOiI3NTEiLCJUb3AiOjAuMCwiTGVmdCI6MC4wLCJSaWdodCI6MC4wLCJCb3R0b20iOjAuMH0sIkJhY2tncm91bmQiOnsiJGlkIjoiNzUyIiwiQ29sb3IiOnsiJGlkIjoiNzUzIiwiQSI6MTUzLCJSIjowLCJHIjowLCJCIjowfX0sIklzVmlzaWJsZSI6dHJ1ZSwiV2lkdGgiOjAuMCwiSGVpZ2h0IjowLjAsIkJvcmRlclN0eWxlIjpudWxsLCJQYXJlbnRTdHlsZSI6bnVsbH0sIk1hcmdpbiI6eyIkaWQiOiI3NTQiLCJUb3AiOjAuMCwiTGVmdCI6MC4wLCJSaWdodCI6MC4wLCJCb3R0b20iOjAuMH0sIlBhZGRpbmciOnsiJGlkIjoiNzU1IiwiVG9wIjowLjAsIkxlZnQiOjAuMCwiUmlnaHQiOjAuMCwiQm90dG9tIjowLjB9LCJCYWNrZ3JvdW5kIjpudWxsLCJJc1Zpc2libGUiOnRydWUsIldpZHRoIjowLjAsIkhlaWdodCI6MC4wLCJCb3JkZXJTdHlsZSI6bnVsbCwiUGFyZW50U3R5bGUiOm51bGx9LCJTaGFwZVN0eWxlIjp7IiRpZCI6Ijc1NiIsIk1hcmdpbiI6eyIkaWQiOiI3NTciLCJUb3AiOjAuMCwiTGVmdCI6NC4wLCJSaWdodCI6NC4wLCJCb3R0b20iOjAuMH0sIlBhZGRpbmciOnsiJGlkIjoiNzU4IiwiVG9wIjowLjAsIkxlZnQiOjAuMCwiUmlnaHQiOjAuMCwiQm90dG9tIjowLjB9LCJCYWNrZ3JvdW5kIjp7IiRpZCI6Ijc1OSIsIkNvbG9yIjp7IiRpZCI6Ijc2MCIsIkEiOjI1NSwiUiI6MTEyLCJHIjoxNzMsIkIiOjcxfX0sIklzVmlzaWJsZSI6dHJ1ZSwiV2lkdGgiOjYwLjk2NjUzMzY2MDg4ODY3MiwiSGVpZ2h0IjoxMy40MjY2MTM4MDc2NzgyMjMsIkJvcmRlclN0eWxlIjp7IiRpZCI6Ijc2MSIsIkxpbmVDb2xvciI6eyIkaWQiOiI3NjIiLCIkdHlwZSI6Ik5MUkUuQ29tbW9uLkRvbS5Tb2xpZENvbG9yQnJ1c2gsIE5MUkUuQ29tbW9uIiwiQ29sb3IiOnsiJGlkIjoiNzYzIiwiQSI6MjU1LCJSIjoyNTUsIkciOjAsIkIiOjB9fSwiTGluZVdlaWdodCI6MC4wLCJMaW5lVHlwZSI6MCwiUGFyZW50U3R5bGUiOm51bGx9LCJQYXJlbnRTdHlsZSI6bnVsbH0sIlRpdGxlU3R5bGUiOnsiJGlkIjoiNzY0IiwiRm9udFNldHRpbmdzIjp7IiRpZCI6Ijc2NSIsIkZvbnRTaXplIjo5LCJGb250TmFtZSI6IkNhbGlicmkiLCJJc0JvbGQiOnRydWUsIklzSXRhbGljIjpmYWxzZSwiSXNVbmRlcmxpbmVkIjpmYWxzZSwiUGFyZW50U3R5bGUiOm51bGx9LCJBdXRvU2l6ZSI6MiwiRm9yZWdyb3VuZCI6eyIkaWQiOiI3NjYiLCJDb2xvciI6eyIkaWQiOiI3NjciLCJBIjoyNTUsIlIiOjAsIkciOjAsIkIiOjB9fSwiTWF4V2lkdGgiOjYzLjk0NDMzMjEyMjgwMjczNCwiTWF4SGVpZ2h0IjoiSW5maW5pdHkiLCJTbWFydEZvcmVncm91bmRJc0FjdGl2ZSI6ZmFsc2UsIkhvcml6b250YWxBbGlnbm1lbnQiOjIsIlZlcnRpY2FsQWxpZ25tZW50IjowLCJTbWFydEZvcmVncm91bmQiOm51bGwsIkJhY2tncm91bmRGaWxsVHlwZSI6MCwiTWFyZ2luIjp7IiRpZCI6Ijc2OCIsIlRvcCI6MC4wLCJMZWZ0IjowLjAsIlJpZ2h0IjowLjAsIkJvdHRvbSI6MC4wfSwiUGFkZGluZyI6eyIkaWQiOiI3NjkiLCJUb3AiOjAuMCwiTGVmdCI6MC4wLCJSaWdodCI6MC4wLCJCb3R0b20iOjAuMH0sIkJhY2tncm91bmQiOnsiJGlkIjoiNzcwIiwiQ29sb3IiOnsiJGlkIjoiNzcxIiwiQSI6MCwiUiI6MjU1LCJHIjoyNTUsIkIiOjI1NX19LCJJc1Zpc2libGUiOnRydWUsIldpZHRoIjowLjAsIkhlaWdodCI6MC4wLCJCb3JkZXJTdHlsZSI6eyIkaWQiOiI3NzIiLCJMaW5lQ29sb3IiOm51bGwsIkxpbmVXZWlnaHQiOjAuMCwiTGluZVR5cGUiOjAsIlBhcmVudFN0eWxlIjpudWxsfSwiUGFyZW50U3R5bGUiOm51bGx9LCJEYXRlU3R5bGUiOnsiJGlkIjoiNzczIiwiRm9udFNldHRpbmdzIjp7IiRpZCI6Ijc3NCIsIkZvbnRTaXplIjoxMCwiRm9udE5hbWUiOiJDYWxpYnJpIiwiSXNCb2xkIjpmYWxzZSwiSXNJdGFsaWMiOmZhbHNlLCJJc1VuZGVybGluZWQiOmZhbHNlLCJQYXJlbnRTdHlsZSI6bnVsbH0sIkF1dG9TaXplIjowLCJGb3JlZ3JvdW5kIjp7IiRpZCI6Ijc3NSIsIkNvbG9yIjp7IiRpZCI6Ijc3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zc3IiwiVG9wIjowLjAsIkxlZnQiOjAuMCwiUmlnaHQiOjAuMCwiQm90dG9tIjowLjB9LCJQYWRkaW5nIjp7IiRpZCI6Ijc3OCIsIlRvcCI6MC4wLCJMZWZ0IjowLjAsIlJpZ2h0IjowLjAsIkJvdHRvbSI6MC4wfSwiQmFja2dyb3VuZCI6eyIkaWQiOiI3NzkiLCJDb2xvciI6eyIkaWQiOiI3ODAiLCJBIjo4OSwiUiI6MCwiRyI6MCwiQiI6MH19LCJJc1Zpc2libGUiOnRydWUsIldpZHRoIjowLjAsIkhlaWdodCI6MC4wLCJCb3JkZXJTdHlsZSI6eyIkaWQiOiI3ODEiLCJMaW5lQ29sb3IiOm51bGwsIkxpbmVXZWlnaHQiOjAuMCwiTGluZVR5cGUiOjAsIlBhcmVudFN0eWxlIjpudWxsfSwiUGFyZW50U3R5bGUiOm51bGx9LCJEYXRlRm9ybWF0Ijp7IiRpZCI6Ijc4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ODMiLCJGb3JtYXQiOjAsIklzVmlzaWJsZSI6ZmFsc2UsIkxhc3RLbm93blZpc2liaWxpdHlTdGF0ZSI6ZmFsc2V9LCJJc1Zpc2libGUiOnRydWUsIlBhcmVudFN0eWxlIjpudWxsfSwiSW5kZXgiOjEsIlNtYXJ0RHVyYXRpb25BY3RpdmF0ZWQiOmZhbHNlLCJEYXRlRm9ybWF0Ijp7IiRyZWYiOiI3ODIifSwiV2Vla051bWJlcmluZyI6eyIkaWQiOiI3ODQiLCJGb3JtYXQiOjAsIklzVmlzaWJsZSI6ZmFsc2UsIkxhc3RLbm93blZpc2liaWxpdHlTdGF0ZSI6ZmFsc2V9LCJCYXNlbGluZURhdGEiOnsiJGlkIjoiNzg1IiwiU3RhcnREYXRlIjoiMjAyNi0wNS0wMVQwMDowMDowMCIsIkVuZERhdGUiOiIyMDI2LTA5LTMwVDExOjU5OjAwIn0sIklkIjoiZGI4NDFiMmQtYzBiNS00MzRlLTgzMDAtOGNkNGQ0ZTU0MGJjIiwiSW1wb3J0SWQiOm51bGwsIlRpdGxlIjoiRkUgU2lkZSBieSBzaWRlIiwiTm90ZSI6bnVsbCwiSHlwZXJsaW5rIjp7IiRpZCI6Ijc4NiIsIkFkZHJlc3MiOm51bGwsIlN1YkFkZHJlc3MiOm51bGx9LCJJc0NoYW5nZWQiOmZhbHNlLCJJc05ldyI6ZmFsc2V9fV0sIl9taWxlc3RvbmVzIjpbXSwiSWQiOiIwMDAwMDAwMC0wMDAwLTAwMDAtMDAwMC0wMDAwMDAwMDAwMDAiLCJJc1NpbmdsZUl0ZW1Sb3ciOnRydWV9LHsiJGlkIjoiNzg3IiwiX3Rhc2tzIjpbeyIkaWQiOiI3ODgiLCJfYXR0YWNoZWRNaWxlc3RvbmVzIjpbXSwiVGFza0RlZmluaXRpb24iOnsiJGlkIjoiNzg5IiwiR3JvdXBOYW1lIjpudWxsLCJTdGFydERhdGUiOiIyMDI2LTA3LTAxVDAwOjAwOjAwWiIsIkVuZERhdGUiOiIyMDI2LTA3LTE2VDExOjU5OjAwWiIsIlBlcmNlbnRhZ2VDb21wbGV0ZSI6bnVsbCwiU3R5bGUiOnsiJGlkIjoiNzkwIiwiU2hhcGUiOjcsIlNoYXBlVGhpY2tuZXNzIjozLCJEdXJhdGlvbkZvcm1hdCI6NSwiSW5jbHVkZU5vbldvcmtpbmdEYXlzSW5EdXJhdGlvbiI6ZmFsc2UsIlBlcmNlbnRhZ2VDb21wbGV0ZVN0eWxlIjp7IiRpZCI6Ijc5MSIsIkZvbnRTZXR0aW5ncyI6eyIkaWQiOiI3OTIiLCJGb250U2l6ZSI6MTAsIkZvbnROYW1lIjoiQ2FsaWJyaSIsIklzQm9sZCI6ZmFsc2UsIklzSXRhbGljIjpmYWxzZSwiSXNVbmRlcmxpbmVkIjpmYWxzZSwiUGFyZW50U3R5bGUiOm51bGx9LCJBdXRvU2l6ZSI6MCwiRm9yZWdyb3VuZCI6eyIkaWQiOiI3OTMiLCJDb2xvciI6eyIkaWQiOiI3OTQ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pZCI6Ijc5NSIsIlRvcCI6MC4wLCJMZWZ0IjowLjAsIlJpZ2h0IjowLjAsIkJvdHRvbSI6MC4wfSwiUGFkZGluZyI6eyIkaWQiOiI3OTYiLCJUb3AiOjAuMCwiTGVmdCI6MC4wLCJSaWdodCI6MC4wLCJCb3R0b20iOjAuMH0sIkJhY2tncm91bmQiOnsiJGlkIjoiNzk3IiwiQ29sb3IiOnsiJGlkIjoiNzk4IiwiQSI6ODksIlIiOjAsIkciOjAsIkIiOjB9fSwiSXNWaXNpYmxlIjp0cnVlLCJXaWR0aCI6MC4wLCJIZWlnaHQiOjAuMCwiQm9yZGVyU3R5bGUiOnsiJGlkIjoiNzk5IiwiTGluZUNvbG9yIjpudWxsLCJMaW5lV2VpZ2h0IjowLjAsIkxpbmVUeXBlIjowLCJQYXJlbnRTdHlsZSI6bnVsbH0sIlBhcmVudFN0eWxlIjpudWxsfSwiRHVyYXRpb25TdHlsZSI6eyIkaWQiOiI4MDAiLCJGb250U2V0dGluZ3MiOnsiJGlkIjoiODAxIiwiRm9udFNpemUiOjEwLCJGb250TmFtZSI6IkNhbGlicmkiLCJJc0JvbGQiOnRydWUsIklzSXRhbGljIjpmYWxzZSwiSXNVbmRlcmxpbmVkIjpmYWxzZSwiUGFyZW50U3R5bGUiOm51bGx9LCJBdXRvU2l6ZSI6MCwiRm9yZWdyb3VuZCI6eyIkaWQiOiI4MDIiLCJDb2xvciI6eyIkaWQiOiI4MDMiLCJBIjoyNTUsIlIiOjU2LCJHIjo4NywiQiI6MzV9fSwiTWF4V2lkdGgiOjIwMC4wLCJNYXhIZWlnaHQiOiJJbmZpbml0eSIsIlNtYXJ0Rm9yZWdyb3VuZElzQWN0aXZlIjpmYWxzZSwiSG9yaXpvbnRhbEFsaWdubWVudCI6MCwiVmVydGljYWxBbGlnbm1lbnQiOjAsIlNtYXJ0Rm9yZWdyb3VuZCI6bnVsbCwiQmFja2dyb3VuZEZpbGxUeXBlIjowLCJNYXJnaW4iOnsiJGlkIjoiODA0IiwiVG9wIjowLjAsIkxlZnQiOjAuMCwiUmlnaHQiOjAuMCwiQm90dG9tIjowLjB9LCJQYWRkaW5nIjp7IiRpZCI6IjgwNSIsIlRvcCI6MC4wLCJMZWZ0IjowLjAsIlJpZ2h0IjowLjAsIkJvdHRvbSI6MC4wfSwiQmFja2dyb3VuZCI6eyIkaWQiOiI4MDYiLCJDb2xvciI6eyIkaWQiOiI4MDciLCJBIjowLCJSIjoyNTUsIkciOjI1NSwiQiI6MjU1fX0sIklzVmlzaWJsZSI6dHJ1ZSwiV2lkdGgiOjAuMCwiSGVpZ2h0IjowLjAsIkJvcmRlclN0eWxlIjp7IiRpZCI6IjgwOCIsIkxpbmVDb2xvciI6bnVsbCwiTGluZVdlaWdodCI6MC4wLCJMaW5lVHlwZSI6MCwiUGFyZW50U3R5bGUiOm51bGx9LCJQYXJlbnRTdHlsZSI6bnVsbH0sIkhvcml6b250YWxDb25uZWN0b3JTdHlsZSI6eyIkaWQiOiI4MDkiLCJMaW5lQ29sb3IiOnsiJGlkIjoiODEwIiwiJHR5cGUiOiJOTFJFLkNvbW1vbi5Eb20uU29saWRDb2xvckJydXNoLCBOTFJFLkNvbW1vbiIsIkNvbG9yIjp7IiRpZCI6IjgxMSIsIkEiOjI1NSwiUiI6MjA0LCJHIjoyMDQsIkIiOjIwNH19LCJMaW5lV2VpZ2h0IjoxLjAsIkxpbmVUeXBlIjowLCJQYXJlbnRTdHlsZSI6bnVsbH0sIlZlcnRpY2FsQ29ubmVjdG9yU3R5bGUiOnsiJGlkIjoiODEyIiwiTGluZUNvbG9yIjp7IiRpZCI6IjgxMyIsIiR0eXBlIjoiTkxSRS5Db21tb24uRG9tLlNvbGlkQ29sb3JCcnVzaCwgTkxSRS5Db21tb24iLCJDb2xvciI6eyIkaWQiOiI4MTQiLCJBIjoyNTUsIlIiOjIwNCwiRyI6MjA0LCJCIjoyMDR9fSwiTGluZVdlaWdodCI6MC4wLCJMaW5lVHlwZSI6MCwiUGFyZW50U3R5bGUiOm51bGx9LCJNYXJnaW4iOm51bGwsIlN0YXJ0RGF0ZVBvc2l0aW9uIjo2LCJFbmREYXRlUG9zaXRpb24iOjYsIkRhdGVJc1Zpc2libGUiOmZhbHNlLCJUaXRsZVBvc2l0aW9uIjozLCJEdXJhdGlvblBvc2l0aW9uIjo2LCJQZXJjZW50YWdlQ29tcGxldGVkUG9zaXRpb24iOjYsIlNwYWNpbmciOjQsIklzQmVsb3dUaW1lYmFuZCI6dHJ1ZSwiUGVyY2VudGFnZUNvbXBsZXRlU2hhcGVPcGFjaXR5IjozNSwiQmFzZWxpbmVTdHlsZSI6eyIkaWQiOiI4MTUiLCJTaGFwZVN0eWxlIjp7IiRpZCI6IjgxNiIsIk1hcmdpbiI6eyIkaWQiOiI4MTciLCJUb3AiOjAuMCwiTGVmdCI6MC4wLCJSaWdodCI6MC4wLCJCb3R0b20iOjAuMH0sIlBhZGRpbmciOnsiJGlkIjoiODE4IiwiVG9wIjowLjAsIkxlZnQiOjAuMCwiUmlnaHQiOjAuMCwiQm90dG9tIjowLjB9LCJCYWNrZ3JvdW5kIjp7IiRpZCI6IjgxOSIsIkNvbG9yIjp7IiRpZCI6IjgyMCIsIkEiOjE1MywiUiI6MCwiRyI6MCwiQiI6MH19LCJJc1Zpc2libGUiOnRydWUsIldpZHRoIjowLjAsIkhlaWdodCI6MC4wLCJCb3JkZXJTdHlsZSI6bnVsbCwiUGFyZW50U3R5bGUiOm51bGx9LCJNYXJnaW4iOnsiJGlkIjoiODIxIiwiVG9wIjowLjAsIkxlZnQiOjAuMCwiUmlnaHQiOjAuMCwiQm90dG9tIjowLjB9LCJQYWRkaW5nIjp7IiRpZCI6IjgyMiIsIlRvcCI6MC4wLCJMZWZ0IjowLjAsIlJpZ2h0IjowLjAsIkJvdHRvbSI6MC4wfSwiQmFja2dyb3VuZCI6bnVsbCwiSXNWaXNpYmxlIjp0cnVlLCJXaWR0aCI6MC4wLCJIZWlnaHQiOjAuMCwiQm9yZGVyU3R5bGUiOm51bGwsIlBhcmVudFN0eWxlIjpudWxsfSwiU2hhcGVTdHlsZSI6eyIkaWQiOiI4MjMiLCJNYXJnaW4iOnsiJGlkIjoiODI0IiwiVG9wIjowLjAsIkxlZnQiOjQuMCwiUmlnaHQiOjQuMCwiQm90dG9tIjowLjB9LCJQYWRkaW5nIjp7IiRpZCI6IjgyNSIsIlRvcCI6MC4wLCJMZWZ0IjowLjAsIlJpZ2h0IjowLjAsIkJvdHRvbSI6MC4wfSwiQmFja2dyb3VuZCI6eyIkaWQiOiI4MjYiLCJDb2xvciI6eyIkaWQiOiI4MjciLCJBIjoyNTUsIlIiOjExMiwiRyI6MTczLCJCIjo3MX19LCJJc1Zpc2libGUiOnRydWUsIldpZHRoIjowLjAsIkhlaWdodCI6MTMuNDI2NjkyOTYyNjQ2NDg0LCJCb3JkZXJTdHlsZSI6eyIkaWQiOiI4MjgiLCJMaW5lQ29sb3IiOnsiJGlkIjoiODI5IiwiJHR5cGUiOiJOTFJFLkNvbW1vbi5Eb20uU29saWRDb2xvckJydXNoLCBOTFJFLkNvbW1vbiIsIkNvbG9yIjp7IiRpZCI6IjgzMCIsIkEiOjI1NSwiUiI6MjU1LCJHIjowLCJCIjowfX0sIkxpbmVXZWlnaHQiOjAuMCwiTGluZVR5cGUiOjAsIlBhcmVudFN0eWxlIjpudWxsfSwiUGFyZW50U3R5bGUiOm51bGx9LCJUaXRsZVN0eWxlIjp7IiRpZCI6IjgzMSIsIkZvbnRTZXR0aW5ncyI6eyIkaWQiOiI4MzIiLCJGb250U2l6ZSI6OSwiRm9udE5hbWUiOiJDYWxpYnJpIiwiSXNCb2xkIjp0cnVlLCJJc0l0YWxpYyI6ZmFsc2UsIklzVW5kZXJsaW5lZCI6ZmFsc2UsIlBhcmVudFN0eWxlIjpudWxsfSwiQXV0b1NpemUiOjAsIkZvcmVncm91bmQiOnsiJGlkIjoiODMzIiwiQ29sb3IiOnsiJGlkIjoiODM0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gzNSIsIlRvcCI6MC4wLCJMZWZ0IjowLjAsIlJpZ2h0IjowLjAsIkJvdHRvbSI6MC4wfSwiUGFkZGluZyI6eyIkaWQiOiI4MzYiLCJUb3AiOjAuMCwiTGVmdCI6MC4wLCJSaWdodCI6MC4wLCJCb3R0b20iOjAuMH0sIkJhY2tncm91bmQiOnsiJGlkIjoiODM3IiwiQ29sb3IiOnsiJGlkIjoiODM4IiwiQSI6MCwiUiI6MjU1LCJHIjoyNTUsIkIiOjI1NX19LCJJc1Zpc2libGUiOnRydWUsIldpZHRoIjowLjAsIkhlaWdodCI6MC4wLCJCb3JkZXJTdHlsZSI6eyIkaWQiOiI4MzkiLCJMaW5lQ29sb3IiOm51bGwsIkxpbmVXZWlnaHQiOjAuMCwiTGluZVR5cGUiOjAsIlBhcmVudFN0eWxlIjpudWxsfSwiUGFyZW50U3R5bGUiOm51bGx9LCJEYXRlU3R5bGUiOnsiJGlkIjoiODQwIiwiRm9udFNldHRpbmdzIjp7IiRpZCI6Ijg0MSIsIkZvbnRTaXplIjoxMCwiRm9udE5hbWUiOiJDYWxpYnJpIiwiSXNCb2xkIjpmYWxzZSwiSXNJdGFsaWMiOmZhbHNlLCJJc1VuZGVybGluZWQiOmZhbHNlLCJQYXJlbnRTdHlsZSI6bnVsbH0sIkF1dG9TaXplIjowLCJGb3JlZ3JvdW5kIjp7IiRpZCI6Ijg0MiIsIkNvbG9yIjp7IiRpZCI6Ijg0M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ODQ0IiwiVG9wIjowLjAsIkxlZnQiOjAuMCwiUmlnaHQiOjAuMCwiQm90dG9tIjowLjB9LCJQYWRkaW5nIjp7IiRpZCI6Ijg0NSIsIlRvcCI6MC4wLCJMZWZ0IjowLjAsIlJpZ2h0IjowLjAsIkJvdHRvbSI6MC4wfSwiQmFja2dyb3VuZCI6eyIkaWQiOiI4NDYiLCJDb2xvciI6eyIkaWQiOiI4NDciLCJBIjo4OSwiUiI6MCwiRyI6MCwiQiI6MH19LCJJc1Zpc2libGUiOnRydWUsIldpZHRoIjowLjAsIkhlaWdodCI6MC4wLCJCb3JkZXJTdHlsZSI6eyIkaWQiOiI4NDgiLCJMaW5lQ29sb3IiOm51bGwsIkxpbmVXZWlnaHQiOjAuMCwiTGluZVR5cGUiOjAsIlBhcmVudFN0eWxlIjpudWxsfSwiUGFyZW50U3R5bGUiOm51bGx9LCJEYXRlRm9ybWF0Ijp7IiRpZCI6Ijg0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NTAiLCJGb3JtYXQiOjAsIklzVmlzaWJsZSI6ZmFsc2UsIkxhc3RLbm93blZpc2liaWxpdHlTdGF0ZSI6ZmFsc2V9LCJJc1Zpc2libGUiOnRydWUsIlBhcmVudFN0eWxlIjpudWxsfSwiSW5kZXgiOjIsIlNtYXJ0RHVyYXRpb25BY3RpdmF0ZWQiOmZhbHNlLCJEYXRlRm9ybWF0Ijp7IiRyZWYiOiI4NDkifSwiV2Vla051bWJlcmluZyI6eyIkaWQiOiI4NTEiLCJGb3JtYXQiOjAsIklzVmlzaWJsZSI6ZmFsc2UsIkxhc3RLbm93blZpc2liaWxpdHlTdGF0ZSI6ZmFsc2V9LCJCYXNlbGluZURhdGEiOnsiJGlkIjoiODUyIiwiU3RhcnREYXRlIjoiMjAyNi0wNy0wMVQwMDowMDowMCIsIkVuZERhdGUiOiIyMDI2LTA3LTE2VDExOjU5OjAwIn0sIklkIjoiZmE4ODg2YjctNjlhNS00YzAyLTgxN2EtYWJhNTQ1NzZlOTIxIiwiSW1wb3J0SWQiOm51bGwsIlRpdGxlIjoiTmV3IEdQREIgaW5zdGFsbGF0aW9uIGFuZCBpbnRlZ3JhdGlvbiIsIk5vdGUiOm51bGwsIkh5cGVybGluayI6eyIkaWQiOiI4NTMiLCJBZGRyZXNzIjpudWxsLCJTdWJBZGRyZXNzIjpudWxsfSwiSXNDaGFuZ2VkIjpmYWxzZSwiSXNOZXciOmZhbHNlfX1dLCJfbWlsZXN0b25lcyI6W10sIklkIjoiMDAwMDAwMDAtMDAwMC0wMDAwLTAwMDAtMDAwMDAwMDAwMDAwIiwiSXNTaW5nbGVJdGVtUm93Ijp0cnVlfSx7IiRpZCI6Ijg1NCIsIl90YXNrcyI6W3siJGlkIjoiODU1IiwiX2F0dGFjaGVkTWlsZXN0b25lcyI6W10sIlRhc2tEZWZpbml0aW9uIjp7IiRpZCI6Ijg1NiIsIkdyb3VwTmFtZSI6bnVsbCwiU3RhcnREYXRlIjoiMjAyNi0wNy0xOVQwMDowMDowMFoiLCJFbmREYXRlIjoiMjAyNi0wNy0zMFQxMTo1OTowMFoiLCJQZXJjZW50YWdlQ29tcGxldGUiOm51bGwsIlN0eWxlIjp7IiRpZCI6Ijg1NyIsIlNoYXBlIjo3LCJTaGFwZVRoaWNrbmVzcyI6MywiRHVyYXRpb25Gb3JtYXQiOjUsIkluY2x1ZGVOb25Xb3JraW5nRGF5c0luRHVyYXRpb24iOmZhbHNlLCJQZXJjZW50YWdlQ29tcGxldGVTdHlsZSI6eyIkaWQiOiI4NTgiLCJGb250U2V0dGluZ3MiOnsiJGlkIjoiODU5IiwiRm9udFNpemUiOjEwLCJGb250TmFtZSI6IkNhbGlicmkiLCJJc0JvbGQiOmZhbHNlLCJJc0l0YWxpYyI6ZmFsc2UsIklzVW5kZXJsaW5lZCI6ZmFsc2UsIlBhcmVudFN0eWxlIjpudWxsfSwiQXV0b1NpemUiOjAsIkZvcmVncm91bmQiOnsiJGlkIjoiODYwIiwiQ29sb3IiOnsiJGlkIjoiODYx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4NjIiLCJUb3AiOjAuMCwiTGVmdCI6MC4wLCJSaWdodCI6MC4wLCJCb3R0b20iOjAuMH0sIlBhZGRpbmciOnsiJGlkIjoiODYzIiwiVG9wIjowLjAsIkxlZnQiOjAuMCwiUmlnaHQiOjAuMCwiQm90dG9tIjowLjB9LCJCYWNrZ3JvdW5kIjp7IiRpZCI6Ijg2NCIsIkNvbG9yIjp7IiRpZCI6Ijg2NSIsIkEiOjg5LCJSIjowLCJHIjowLCJCIjowfX0sIklzVmlzaWJsZSI6dHJ1ZSwiV2lkdGgiOjAuMCwiSGVpZ2h0IjowLjAsIkJvcmRlclN0eWxlIjp7IiRpZCI6Ijg2NiIsIkxpbmVDb2xvciI6bnVsbCwiTGluZVdlaWdodCI6MC4wLCJMaW5lVHlwZSI6MCwiUGFyZW50U3R5bGUiOm51bGx9LCJQYXJlbnRTdHlsZSI6bnVsbH0sIkR1cmF0aW9uU3R5bGUiOnsiJGlkIjoiODY3IiwiRm9udFNldHRpbmdzIjp7IiRpZCI6Ijg2OCIsIkZvbnRTaXplIjoxMCwiRm9udE5hbWUiOiJDYWxpYnJpIiwiSXNCb2xkIjp0cnVlLCJJc0l0YWxpYyI6ZmFsc2UsIklzVW5kZXJsaW5lZCI6ZmFsc2UsIlBhcmVudFN0eWxlIjpudWxsfSwiQXV0b1NpemUiOjAsIkZvcmVncm91bmQiOnsiJGlkIjoiODY5IiwiQ29sb3IiOnsiJGlkIjoiODc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4NzEiLCJUb3AiOjAuMCwiTGVmdCI6MC4wLCJSaWdodCI6MC4wLCJCb3R0b20iOjAuMH0sIlBhZGRpbmciOnsiJGlkIjoiODcyIiwiVG9wIjowLjAsIkxlZnQiOjAuMCwiUmlnaHQiOjAuMCwiQm90dG9tIjowLjB9LCJCYWNrZ3JvdW5kIjp7IiRpZCI6Ijg3MyIsIkNvbG9yIjp7IiRpZCI6Ijg3NCIsIkEiOjg5LCJSIjowLCJHIjowLCJCIjowfX0sIklzVmlzaWJsZSI6dHJ1ZSwiV2lkdGgiOjAuMCwiSGVpZ2h0IjowLjAsIkJvcmRlclN0eWxlIjp7IiRpZCI6Ijg3NSIsIkxpbmVDb2xvciI6bnVsbCwiTGluZVdlaWdodCI6MC4wLCJMaW5lVHlwZSI6MCwiUGFyZW50U3R5bGUiOm51bGx9LCJQYXJlbnRTdHlsZSI6bnVsbH0sIkhvcml6b250YWxDb25uZWN0b3JTdHlsZSI6eyIkaWQiOiI4NzYiLCJMaW5lQ29sb3IiOnsiJGlkIjoiODc3IiwiJHR5cGUiOiJOTFJFLkNvbW1vbi5Eb20uU29saWRDb2xvckJydXNoLCBOTFJFLkNvbW1vbiIsIkNvbG9yIjp7IiRpZCI6Ijg3OCIsIkEiOjI1NSwiUiI6MjA0LCJHIjoyMDQsIkIiOjIwNH19LCJMaW5lV2VpZ2h0IjoxLjAsIkxpbmVUeXBlIjowLCJQYXJlbnRTdHlsZSI6bnVsbH0sIlZlcnRpY2FsQ29ubmVjdG9yU3R5bGUiOnsiJGlkIjoiODc5IiwiTGluZUNvbG9yIjp7IiRpZCI6Ijg4MCIsIiR0eXBlIjoiTkxSRS5Db21tb24uRG9tLlNvbGlkQ29sb3JCcnVzaCwgTkxSRS5Db21tb24iLCJDb2xvciI6eyIkaWQiOiI4ODEiLCJBIjoyNTUsIlIiOjIwNCwiRyI6MjA0LCJCIjoyMDR9fSwiTGluZVdlaWdodCI6MC4wLCJMaW5lVHlwZSI6MCwiUGFyZW50U3R5bGUiOm51bGx9LCJNYXJnaW4iOm51bGwsIlN0YXJ0RGF0ZVBvc2l0aW9uIjo2LCJFbmREYXRlUG9zaXRpb24iOjYsIkRhdGVJc1Zpc2libGUiOmZhbHNlLCJUaXRsZVBvc2l0aW9uIjozLCJEdXJhdGlvblBvc2l0aW9uIjo2LCJQZXJjZW50YWdlQ29tcGxldGVkUG9zaXRpb24iOjYsIlNwYWNpbmciOjQsIklzQmVsb3dUaW1lYmFuZCI6dHJ1ZSwiUGVyY2VudGFnZUNvbXBsZXRlU2hhcGVPcGFjaXR5IjozNSwiQmFzZWxpbmVTdHlsZSI6eyIkaWQiOiI4ODIiLCJTaGFwZVN0eWxlIjp7IiRpZCI6Ijg4MyIsIk1hcmdpbiI6eyIkaWQiOiI4ODQiLCJUb3AiOjAuMCwiTGVmdCI6MC4wLCJSaWdodCI6MC4wLCJCb3R0b20iOjAuMH0sIlBhZGRpbmciOnsiJGlkIjoiODg1IiwiVG9wIjowLjAsIkxlZnQiOjAuMCwiUmlnaHQiOjAuMCwiQm90dG9tIjowLjB9LCJCYWNrZ3JvdW5kIjp7IiRpZCI6Ijg4NiIsIkNvbG9yIjp7IiRpZCI6Ijg4NyIsIkEiOjE1MywiUiI6MCwiRyI6MCwiQiI6MH19LCJJc1Zpc2libGUiOnRydWUsIldpZHRoIjowLjAsIkhlaWdodCI6MC4wLCJCb3JkZXJTdHlsZSI6bnVsbCwiUGFyZW50U3R5bGUiOm51bGx9LCJNYXJnaW4iOnsiJGlkIjoiODg4IiwiVG9wIjowLjAsIkxlZnQiOjAuMCwiUmlnaHQiOjAuMCwiQm90dG9tIjowLjB9LCJQYWRkaW5nIjp7IiRpZCI6Ijg4OSIsIlRvcCI6MC4wLCJMZWZ0IjowLjAsIlJpZ2h0IjowLjAsIkJvdHRvbSI6MC4wfSwiQmFja2dyb3VuZCI6bnVsbCwiSXNWaXNpYmxlIjp0cnVlLCJXaWR0aCI6MC4wLCJIZWlnaHQiOjAuMCwiQm9yZGVyU3R5bGUiOm51bGwsIlBhcmVudFN0eWxlIjpudWxsfSwiU2hhcGVTdHlsZSI6eyIkaWQiOiI4OTAiLCJNYXJnaW4iOnsiJGlkIjoiODkxIiwiVG9wIjowLjAsIkxlZnQiOjQuMCwiUmlnaHQiOjQuMCwiQm90dG9tIjowLjB9LCJQYWRkaW5nIjp7IiRpZCI6Ijg5MiIsIlRvcCI6MC4wLCJMZWZ0IjowLjAsIlJpZ2h0IjowLjAsIkJvdHRvbSI6MC4wfSwiQmFja2dyb3VuZCI6eyIkaWQiOiI4OTMiLCJDb2xvciI6eyIkaWQiOiI4OTQiLCJBIjoyNTUsIlIiOjExMiwiRyI6MTczLCJCIjo3MX19LCJJc1Zpc2libGUiOnRydWUsIldpZHRoIjoxMTguNzA5OTk5MDg0NDcyNjYsIkhlaWdodCI6MTUuNDI2NjEzODA3Njc4MjIzLCJCb3JkZXJTdHlsZSI6eyIkaWQiOiI4OTUiLCJMaW5lQ29sb3IiOnsiJGlkIjoiODk2IiwiJHR5cGUiOiJOTFJFLkNvbW1vbi5Eb20uU29saWRDb2xvckJydXNoLCBOTFJFLkNvbW1vbiIsIkNvbG9yIjp7IiRpZCI6Ijg5NyIsIkEiOjI1NSwiUiI6MjU1LCJHIjowLCJCIjowfX0sIkxpbmVXZWlnaHQiOjAuMCwiTGluZVR5cGUiOjAsIlBhcmVudFN0eWxlIjpudWxsfSwiUGFyZW50U3R5bGUiOm51bGx9LCJUaXRsZVN0eWxlIjp7IiRpZCI6Ijg5OCIsIkZvbnRTZXR0aW5ncyI6eyIkaWQiOiI4OTkiLCJGb250U2l6ZSI6OSwiRm9udE5hbWUiOiJDYWxpYnJpIiwiSXNCb2xkIjp0cnVlLCJJc0l0YWxpYyI6ZmFsc2UsIklzVW5kZXJsaW5lZCI6ZmFsc2UsIlBhcmVudFN0eWxlIjpudWxsfSwiQXV0b1NpemUiOjAsIkZvcmVncm91bmQiOnsiJGlkIjoiOTAwIiwiQ29sb3IiOnsiJGlkIjoiOTAxIiwiQSI6MjU1LCJSIjowLCJHIjowLCJCIjowfX0sIk1heFdpZHRoIjo3MjAuMCwiTWF4SGVpZ2h0IjoiSW5maW5pdHkiLCJTbWFydEZvcmVncm91bmRJc0FjdGl2ZSI6ZmFsc2UsIkhvcml6b250YWxBbGlnbm1lbnQiOjIsIlZlcnRpY2FsQWxpZ25tZW50IjowLCJTbWFydEZvcmVncm91bmQiOm51bGwsIkJhY2tncm91bmRGaWxsVHlwZSI6MCwiTWFyZ2luIjp7IiRpZCI6IjkwMiIsIlRvcCI6MC4wLCJMZWZ0IjowLjAsIlJpZ2h0IjowLjAsIkJvdHRvbSI6MC4wfSwiUGFkZGluZyI6eyIkaWQiOiI5MDMiLCJUb3AiOjAuMCwiTGVmdCI6MC4wLCJSaWdodCI6MC4wLCJCb3R0b20iOjAuMH0sIkJhY2tncm91bmQiOnsiJGlkIjoiOTA0IiwiQ29sb3IiOnsiJGlkIjoiOTA1IiwiQSI6MCwiUiI6MjU1LCJHIjoyNTUsIkIiOjI1NX19LCJJc1Zpc2libGUiOnRydWUsIldpZHRoIjowLjAsIkhlaWdodCI6MC4wLCJCb3JkZXJTdHlsZSI6eyIkaWQiOiI5MDYiLCJMaW5lQ29sb3IiOm51bGwsIkxpbmVXZWlnaHQiOjAuMCwiTGluZVR5cGUiOjAsIlBhcmVudFN0eWxlIjpudWxsfSwiUGFyZW50U3R5bGUiOm51bGx9LCJEYXRlU3R5bGUiOnsiJGlkIjoiOTA3IiwiRm9udFNldHRpbmdzIjp7IiRpZCI6IjkwOCIsIkZvbnRTaXplIjoxMCwiRm9udE5hbWUiOiJDYWxpYnJpIiwiSXNCb2xkIjpmYWxzZSwiSXNJdGFsaWMiOmZhbHNlLCJJc1VuZGVybGluZWQiOmZhbHNlLCJQYXJlbnRTdHlsZSI6bnVsbH0sIkF1dG9TaXplIjowLCJGb3JlZ3JvdW5kIjp7IiRpZCI6IjkwOSIsIkNvbG9yIjp7IiRpZCI6IjkxM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OTExIiwiVG9wIjowLjAsIkxlZnQiOjAuMCwiUmlnaHQiOjAuMCwiQm90dG9tIjowLjB9LCJQYWRkaW5nIjp7IiRpZCI6IjkxMiIsIlRvcCI6MC4wLCJMZWZ0IjowLjAsIlJpZ2h0IjowLjAsIkJvdHRvbSI6MC4wfSwiQmFja2dyb3VuZCI6eyIkaWQiOiI5MTMiLCJDb2xvciI6eyIkaWQiOiI5MTQiLCJBIjo4OSwiUiI6MCwiRyI6MCwiQiI6MH19LCJJc1Zpc2libGUiOnRydWUsIldpZHRoIjowLjAsIkhlaWdodCI6MC4wLCJCb3JkZXJTdHlsZSI6eyIkaWQiOiI5MTUiLCJMaW5lQ29sb3IiOm51bGwsIkxpbmVXZWlnaHQiOjAuMCwiTGluZVR5cGUiOjAsIlBhcmVudFN0eWxlIjpudWxsfSwiUGFyZW50U3R5bGUiOm51bGx9LCJEYXRlRm9ybWF0Ijp7IiRpZCI6Ijkx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5MTciLCJGb3JtYXQiOjAsIklzVmlzaWJsZSI6ZmFsc2UsIkxhc3RLbm93blZpc2liaWxpdHlTdGF0ZSI6ZmFsc2V9LCJJc1Zpc2libGUiOnRydWUsIlBhcmVudFN0eWxlIjpudWxsfSwiSW5kZXgiOjMsIlNtYXJ0RHVyYXRpb25BY3RpdmF0ZWQiOmZhbHNlLCJEYXRlRm9ybWF0Ijp7IiRyZWYiOiI5MTYifSwiV2Vla051bWJlcmluZyI6eyIkaWQiOiI5MTgiLCJGb3JtYXQiOjAsIklzVmlzaWJsZSI6ZmFsc2UsIkxhc3RLbm93blZpc2liaWxpdHlTdGF0ZSI6ZmFsc2V9LCJCYXNlbGluZURhdGEiOnsiJGlkIjoiOTE5IiwiU3RhcnREYXRlIjoiMjAyNi0wNy0xOVQwMDowMDowMCIsIkVuZERhdGUiOiIyMDI2LTA3LTMwVDExOjU5OjAwIn0sIklkIjoiYTAwMDUwMTMtZDE0My00ZWNhLTg3OTktZmUwMDIxYTI2NmUwIiwiSW1wb3J0SWQiOm51bGwsIlRpdGxlIjoiU1cgaW5zdGFsbGF0aW9uICYgc3RhYmlsaXphdGlvbiIsIk5vdGUiOm51bGwsIkh5cGVybGluayI6eyIkaWQiOiI5MjAiLCJBZGRyZXNzIjpudWxsLCJTdWJBZGRyZXNzIjpudWxsfSwiSXNDaGFuZ2VkIjpmYWxzZSwiSXNOZXciOmZhbHNlfX1dLCJfbWlsZXN0b25lcyI6W10sIklkIjoiMDAwMDAwMDAtMDAwMC0wMDAwLTAwMDAtMDAwMDAwMDAwMDAwIiwiSXNTaW5nbGVJdGVtUm93Ijp0cnVlfSx7IiRpZCI6IjkyMSIsIl90YXNrcyI6W3siJGlkIjoiOTIyIiwiX2F0dGFjaGVkTWlsZXN0b25lcyI6W10sIlRhc2tEZWZpbml0aW9uIjp7IiRpZCI6IjkyMyIsIkdyb3VwTmFtZSI6bnVsbCwiU3RhcnREYXRlIjoiMjAyNi0wOC0wMVQxMTo1OTowMFoiLCJFbmREYXRlIjoiMjAyNi0wOC0zMFQxMTo1OTowMFoiLCJQZXJjZW50YWdlQ29tcGxldGUiOm51bGwsIlN0eWxlIjp7IiRpZCI6IjkyNCIsIlNoYXBlIjo3LCJTaGFwZVRoaWNrbmVzcyI6MywiRHVyYXRpb25Gb3JtYXQiOjUsIkluY2x1ZGVOb25Xb3JraW5nRGF5c0luRHVyYXRpb24iOmZhbHNlLCJQZXJjZW50YWdlQ29tcGxldGVTdHlsZSI6eyIkaWQiOiI5MjUiLCJGb250U2V0dGluZ3MiOnsiJGlkIjoiOTI2IiwiRm9udFNpemUiOjEwLCJGb250TmFtZSI6IkNhbGlicmkiLCJJc0JvbGQiOnRydWUsIklzSXRhbGljIjpmYWxzZSwiSXNVbmRlcmxpbmVkIjpmYWxzZSwiUGFyZW50U3R5bGUiOm51bGx9LCJBdXRvU2l6ZSI6MCwiRm9yZWdyb3VuZCI6eyIkaWQiOiI5MjciLCJDb2xvciI6eyIkaWQiOiI5MjgiLCJBIjoyNTUsIlIiOjE5MiwiRyI6ODAsIkIiOjc3fX0sIk1heFdpZHRoIjoyMDAuMCwiTWF4SGVpZ2h0IjoiSW5maW5pdHkiLCJTbWFydEZvcmVncm91bmRJc0FjdGl2ZSI6ZmFsc2UsIkhvcml6b250YWxBbGlnbm1lbnQiOjIsIlZlcnRpY2FsQWxpZ25tZW50IjowLCJTbWFydEZvcmVncm91bmQiOm51bGwsIkJhY2tncm91bmRGaWxsVHlwZSI6MCwiTWFyZ2luIjp7IiRpZCI6IjkyOSIsIlRvcCI6MC4wLCJMZWZ0IjowLjAsIlJpZ2h0IjowLjAsIkJvdHRvbSI6MC4wfSwiUGFkZGluZyI6eyIkaWQiOiI5MzAiLCJUb3AiOjAuMCwiTGVmdCI6MC4wLCJSaWdodCI6MC4wLCJCb3R0b20iOjAuMH0sIkJhY2tncm91bmQiOnsiJGlkIjoiOTMxIiwiQ29sb3IiOnsiJGlkIjoiOTMyIiwiQSI6ODksIlIiOjAsIkciOjAsIkIiOjB9fSwiSXNWaXNpYmxlIjp0cnVlLCJXaWR0aCI6MC4wLCJIZWlnaHQiOjAuMCwiQm9yZGVyU3R5bGUiOnsiJGlkIjoiOTMzIiwiTGluZUNvbG9yIjpudWxsLCJMaW5lV2VpZ2h0IjowLjAsIkxpbmVUeXBlIjowLCJQYXJlbnRTdHlsZSI6bnVsbH0sIlBhcmVudFN0eWxlIjpudWxsfSwiRHVyYXRpb25TdHlsZSI6eyIkaWQiOiI5MzQiLCJGb250U2V0dGluZ3MiOnsiJGlkIjoiOTM1IiwiRm9udFNpemUiOjEwLCJGb250TmFtZSI6IkNhbGlicmkiLCJJc0JvbGQiOnRydWUsIklzSXRhbGljIjpmYWxzZSwiSXNVbmRlcmxpbmVkIjpmYWxzZSwiUGFyZW50U3R5bGUiOm51bGx9LCJBdXRvU2l6ZSI6MCwiRm9yZWdyb3VuZCI6eyIkaWQiOiI5MzYiLCJDb2xvciI6eyIkaWQiOiI5MzciLCJBIjoyNTUsIlIiOjU2LCJHIjo4NywiQiI6MzV9fSwiTWF4V2lkdGgiOjIwMC4wLCJNYXhIZWlnaHQiOiJJbmZpbml0eSIsIlNtYXJ0Rm9yZWdyb3VuZElzQWN0aXZlIjpmYWxzZSwiSG9yaXpvbnRhbEFsaWdubWVudCI6MCwiVmVydGljYWxBbGlnbm1lbnQiOjAsIlNtYXJ0Rm9yZWdyb3VuZCI6bnVsbCwiQmFja2dyb3VuZEZpbGxUeXBlIjowLCJNYXJnaW4iOnsiJGlkIjoiOTM4IiwiVG9wIjowLjAsIkxlZnQiOjAuMCwiUmlnaHQiOjAuMCwiQm90dG9tIjowLjB9LCJQYWRkaW5nIjp7IiRpZCI6IjkzOSIsIlRvcCI6MC4wLCJMZWZ0IjowLjAsIlJpZ2h0IjowLjAsIkJvdHRvbSI6MC4wfSwiQmFja2dyb3VuZCI6eyIkaWQiOiI5NDAiLCJDb2xvciI6eyIkaWQiOiI5NDEiLCJBIjowLCJSIjoyNTUsIkciOjI1NSwiQiI6MjU1fX0sIklzVmlzaWJsZSI6dHJ1ZSwiV2lkdGgiOjAuMCwiSGVpZ2h0IjowLjAsIkJvcmRlclN0eWxlIjp7IiRpZCI6Ijk0MiIsIkxpbmVDb2xvciI6bnVsbCwiTGluZVdlaWdodCI6MC4wLCJMaW5lVHlwZSI6MCwiUGFyZW50U3R5bGUiOm51bGx9LCJQYXJlbnRTdHlsZSI6bnVsbH0sIkhvcml6b250YWxDb25uZWN0b3JTdHlsZSI6eyIkaWQiOiI5NDMiLCJMaW5lQ29sb3IiOnsiJGlkIjoiOTQ0IiwiJHR5cGUiOiJOTFJFLkNvbW1vbi5Eb20uU29saWRDb2xvckJydXNoLCBOTFJFLkNvbW1vbiIsIkNvbG9yIjp7IiRpZCI6Ijk0NSIsIkEiOjI1NSwiUiI6MjA0LCJHIjoyMDQsIkIiOjIwNH19LCJMaW5lV2VpZ2h0IjoxLjAsIkxpbmVUeXBlIjowLCJQYXJlbnRTdHlsZSI6bnVsbH0sIlZlcnRpY2FsQ29ubmVjdG9yU3R5bGUiOnsiJGlkIjoiOTQ2IiwiTGluZUNvbG9yIjp7IiRpZCI6Ijk0NyIsIiR0eXBlIjoiTkxSRS5Db21tb24uRG9tLlNvbGlkQ29sb3JCcnVzaCwgTkxSRS5Db21tb24iLCJDb2xvciI6eyIkaWQiOiI5NDgiLCJBIjoyNTUsIlIiOjIwNCwiRyI6MjA0LCJCIjoyMDR9fSwiTGluZVdlaWdodCI6MC4wLCJMaW5lVHlwZSI6MCwiUGFyZW50U3R5bGUiOm51bGx9LCJNYXJnaW4iOm51bGwsIlN0YXJ0RGF0ZVBvc2l0aW9uIjo2LCJFbmREYXRlUG9zaXRpb24iOjYsIkRhdGVJc1Zpc2libGUiOmZhbHNlLCJUaXRsZVBvc2l0aW9uIjowLCJEdXJhdGlvblBvc2l0aW9uIjo2LCJQZXJjZW50YWdlQ29tcGxldGVkUG9zaXRpb24iOjMsIlNwYWNpbmciOjQsIklzQmVsb3dUaW1lYmFuZCI6dHJ1ZSwiUGVyY2VudGFnZUNvbXBsZXRlU2hhcGVPcGFjaXR5IjozNSwiQmFzZWxpbmVTdHlsZSI6eyIkaWQiOiI5NDkiLCJTaGFwZVN0eWxlIjp7IiRpZCI6Ijk1MCIsIk1hcmdpbiI6eyIkaWQiOiI5NTEiLCJUb3AiOjAuMCwiTGVmdCI6MC4wLCJSaWdodCI6MC4wLCJCb3R0b20iOjAuMH0sIlBhZGRpbmciOnsiJGlkIjoiOTUyIiwiVG9wIjowLjAsIkxlZnQiOjAuMCwiUmlnaHQiOjAuMCwiQm90dG9tIjowLjB9LCJCYWNrZ3JvdW5kIjp7IiRpZCI6Ijk1MyIsIkNvbG9yIjp7IiRpZCI6Ijk1NCIsIkEiOjE1MywiUiI6MCwiRyI6MCwiQiI6MH19LCJJc1Zpc2libGUiOnRydWUsIldpZHRoIjowLjAsIkhlaWdodCI6MC4wLCJCb3JkZXJTdHlsZSI6bnVsbCwiUGFyZW50U3R5bGUiOm51bGx9LCJNYXJnaW4iOnsiJGlkIjoiOTU1IiwiVG9wIjowLjAsIkxlZnQiOjAuMCwiUmlnaHQiOjAuMCwiQm90dG9tIjowLjB9LCJQYWRkaW5nIjp7IiRpZCI6Ijk1NiIsIlRvcCI6MC4wLCJMZWZ0IjowLjAsIlJpZ2h0IjowLjAsIkJvdHRvbSI6MC4wfSwiQmFja2dyb3VuZCI6bnVsbCwiSXNWaXNpYmxlIjp0cnVlLCJXaWR0aCI6MC4wLCJIZWlnaHQiOjAuMCwiQm9yZGVyU3R5bGUiOm51bGwsIlBhcmVudFN0eWxlIjpudWxsfSwiU2hhcGVTdHlsZSI6eyIkaWQiOiI5NTciLCJNYXJnaW4iOnsiJGlkIjoiOTU4IiwiVG9wIjowLjAsIkxlZnQiOjQuMCwiUmlnaHQiOjQuMCwiQm90dG9tIjowLjB9LCJQYWRkaW5nIjp7IiRpZCI6Ijk1OSIsIlRvcCI6MC4wLCJMZWZ0IjowLjAsIlJpZ2h0IjowLjAsIkJvdHRvbSI6MC4wfSwiQmFja2dyb3VuZCI6eyIkaWQiOiI5NjAiLCJDb2xvciI6eyIkaWQiOiI5NjEiLCJBIjoyNTUsIlIiOjExMiwiRyI6MTczLCJCIjo3MX19LCJJc1Zpc2libGUiOnRydWUsIldpZHRoIjowLjAsIkhlaWdodCI6MTMuNTA2NDU2Mzc1MTIyMDcsIkJvcmRlclN0eWxlIjp7IiRpZCI6Ijk2MiIsIkxpbmVDb2xvciI6eyIkaWQiOiI5NjMiLCIkdHlwZSI6Ik5MUkUuQ29tbW9uLkRvbS5Tb2xpZENvbG9yQnJ1c2gsIE5MUkUuQ29tbW9uIiwiQ29sb3IiOnsiJGlkIjoiOTY0IiwiQSI6MjU1LCJSIjoyMzQsIkciOjIyLCJCIjozMH19LCJMaW5lV2VpZ2h0IjowLjAsIkxpbmVUeXBlIjowLCJQYXJlbnRTdHlsZSI6bnVsbH0sIlBhcmVudFN0eWxlIjpudWxsfSwiVGl0bGVTdHlsZSI6eyIkaWQiOiI5NjUiLCJGb250U2V0dGluZ3MiOnsiJGlkIjoiOTY2IiwiRm9udFNpemUiOjksIkZvbnROYW1lIjoiQ2FsaWJyaSIsIklzQm9sZCI6dHJ1ZSwiSXNJdGFsaWMiOmZhbHNlLCJJc1VuZGVybGluZWQiOmZhbHNlLCJQYXJlbnRTdHlsZSI6bnVsbH0sIkF1dG9TaXplIjowLCJGb3JlZ3JvdW5kIjp7IiRpZCI6Ijk2NyIsIkNvbG9yIjp7IiRpZCI6Ijk2OCIsIkEiOjI1NSwiUiI6MCwiRyI6MCwiQiI6MH19LCJNYXhXaWR0aCI6NzIwLjAsIk1heEhlaWdodCI6IkluZmluaXR5IiwiU21hcnRGb3JlZ3JvdW5kSXNBY3RpdmUiOmZhbHNlLCJIb3Jpem9udGFsQWxpZ25tZW50IjoxLCJWZXJ0aWNhbEFsaWdubWVudCI6MCwiU21hcnRGb3JlZ3JvdW5kIjpudWxsLCJCYWNrZ3JvdW5kRmlsbFR5cGUiOjAsIk1hcmdpbiI6eyIkaWQiOiI5NjkiLCJUb3AiOjAuMCwiTGVmdCI6MC4wLCJSaWdodCI6MC4wLCJCb3R0b20iOjAuMH0sIlBhZGRpbmciOnsiJGlkIjoiOTcwIiwiVG9wIjowLjAsIkxlZnQiOjAuMCwiUmlnaHQiOjAuMCwiQm90dG9tIjowLjB9LCJCYWNrZ3JvdW5kIjp7IiRpZCI6Ijk3MSIsIkNvbG9yIjp7IiRpZCI6Ijk3MiIsIkEiOjAsIlIiOjI1NSwiRyI6MjU1LCJCIjoyNTV9fSwiSXNWaXNpYmxlIjp0cnVlLCJXaWR0aCI6MC4wLCJIZWlnaHQiOjAuMCwiQm9yZGVyU3R5bGUiOnsiJGlkIjoiOTczIiwiTGluZUNvbG9yIjpudWxsLCJMaW5lV2VpZ2h0IjowLjAsIkxpbmVUeXBlIjowLCJQYXJlbnRTdHlsZSI6bnVsbH0sIlBhcmVudFN0eWxlIjpudWxsfSwiRGF0ZVN0eWxlIjp7IiRpZCI6Ijk3NCIsIkZvbnRTZXR0aW5ncyI6eyIkaWQiOiI5NzUiLCJGb250U2l6ZSI6MTAsIkZvbnROYW1lIjoiQ2FsaWJyaSIsIklzQm9sZCI6ZmFsc2UsIklzSXRhbGljIjpmYWxzZSwiSXNVbmRlcmxpbmVkIjpmYWxzZSwiUGFyZW50U3R5bGUiOm51bGx9LCJBdXRvU2l6ZSI6MCwiRm9yZWdyb3VuZCI6eyIkaWQiOiI5NzYiLCJDb2xvciI6eyIkaWQiOiI5N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k3OCIsIlRvcCI6MC4wLCJMZWZ0IjowLjAsIlJpZ2h0IjowLjAsIkJvdHRvbSI6MC4wfSwiUGFkZGluZyI6eyIkaWQiOiI5NzkiLCJUb3AiOjAuMCwiTGVmdCI6MC4wLCJSaWdodCI6MC4wLCJCb3R0b20iOjAuMH0sIkJhY2tncm91bmQiOnsiJGlkIjoiOTgwIiwiQ29sb3IiOnsiJGlkIjoiOTgxIiwiQSI6ODksIlIiOjAsIkciOjAsIkIiOjB9fSwiSXNWaXNpYmxlIjp0cnVlLCJXaWR0aCI6MC4wLCJIZWlnaHQiOjAuMCwiQm9yZGVyU3R5bGUiOnsiJGlkIjoiOTgyIiwiTGluZUNvbG9yIjpudWxsLCJMaW5lV2VpZ2h0IjowLjAsIkxpbmVUeXBlIjowLCJQYXJlbnRTdHlsZSI6bnVsbH0sIlBhcmVudFN0eWxlIjpudWxsfSwiRGF0ZUZvcm1hdCI6eyIkaWQiOiI5OD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g0IiwiRm9ybWF0IjowLCJJc1Zpc2libGUiOmZhbHNlLCJMYXN0S25vd25WaXNpYmlsaXR5U3RhdGUiOmZhbHNlfSwiSXNWaXNpYmxlIjp0cnVlLCJQYXJlbnRTdHlsZSI6bnVsbH0sIkluZGV4Ijo0LCJTbWFydER1cmF0aW9uQWN0aXZhdGVkIjpmYWxzZSwiRGF0ZUZvcm1hdCI6eyIkcmVmIjoiOTgzIn0sIldlZWtOdW1iZXJpbmciOnsiJGlkIjoiOTg1IiwiRm9ybWF0IjowLCJJc1Zpc2libGUiOmZhbHNlLCJMYXN0S25vd25WaXNpYmlsaXR5U3RhdGUiOmZhbHNlfSwiQmFzZWxpbmVEYXRhIjp7IiRpZCI6Ijk4NiIsIlN0YXJ0RGF0ZSI6IjIwMjYtMDgtMDFUMTE6NTk6MDAiLCJFbmREYXRlIjoiMjAyNi0wOC0zMFQxMTo1OTowMCJ9LCJJZCI6IjNlZjgxMDc4LTY2NTEtNDk0MS05MDRlLTYxYWRhNmI0MTE0MyIsIkltcG9ydElkIjpudWxsLCJUaXRsZSI6IkxCUyB2ZXJpZmljYXRpb25zIChNQSkiLCJOb3RlIjpudWxsLCJIeXBlcmxpbmsiOnsiJGlkIjoiOTg3IiwiQWRkcmVzcyI6bnVsbCwiU3ViQWRkcmVzcyI6bnVsbH0sIklzQ2hhbmdlZCI6ZmFsc2UsIklzTmV3IjpmYWxzZX19XSwiX21pbGVzdG9uZXMiOltdLCJJZCI6IjAwMDAwMDAwLTAwMDAtMDAwMC0wMDAwLTAwMDAwMDAwMDAwMCIsIklzU2luZ2xlSXRlbVJvdyI6dHJ1ZX0seyIkaWQiOiI5ODgiLCJfdGFza3MiOlt7IiRpZCI6Ijk4OSIsIl9hdHRhY2hlZE1pbGVzdG9uZXMiOltdLCJUYXNrRGVmaW5pdGlvbiI6eyIkaWQiOiI5OTAiLCJHcm91cE5hbWUiOm51bGwsIlN0YXJ0RGF0ZSI6IjIwMjYtMDgtMDFUMTE6NTk6MDAiLCJFbmREYXRlIjoiMjAyNi0xMi0zMVQxMTo1OTowMFoiLCJQZXJjZW50YWdlQ29tcGxldGUiOm51bGwsIlN0eWxlIjp7IiRpZCI6Ijk5MSIsIlNoYXBlIjo3LCJTaGFwZVRoaWNrbmVzcyI6MSwiRHVyYXRpb25Gb3JtYXQiOjUsIkluY2x1ZGVOb25Xb3JraW5nRGF5c0luRHVyYXRpb24iOmZhbHNlLCJQZXJjZW50YWdlQ29tcGxldGVTdHlsZSI6eyIkaWQiOiI5OTIiLCJGb250U2V0dGluZ3MiOnsiJGlkIjoiOTkzIiwiRm9udFNpemUiOjEwLCJGb250TmFtZSI6IkNhbGlicmkiLCJJc0JvbGQiOnRydWUsIklzSXRhbGljIjpmYWxzZSwiSXNVbmRlcmxpbmVkIjpmYWxzZSwiUGFyZW50U3R5bGUiOm51bGx9LCJBdXRvU2l6ZSI6MCwiRm9yZWdyb3VuZCI6eyIkaWQiOiI5OTQiLCJDb2xvciI6eyIkaWQiOiI5OTUiLCJBIjoyNTUsIlIiOjE5MiwiRyI6ODAsIkIiOjc3fX0sIk1heFdpZHRoIjoyMDAuMCwiTWF4SGVpZ2h0IjoiSW5maW5pdHkiLCJTbWFydEZvcmVncm91bmRJc0FjdGl2ZSI6ZmFsc2UsIkhvcml6b250YWxBbGlnbm1lbnQiOjIsIlZlcnRpY2FsQWxpZ25tZW50IjowLCJTbWFydEZvcmVncm91bmQiOm51bGwsIkJhY2tncm91bmRGaWxsVHlwZSI6MCwiTWFyZ2luIjp7IiRpZCI6Ijk5NiIsIlRvcCI6MC4wLCJMZWZ0IjowLjAsIlJpZ2h0IjowLjAsIkJvdHRvbSI6MC4wfSwiUGFkZGluZyI6eyIkaWQiOiI5OTciLCJUb3AiOjAuMCwiTGVmdCI6MC4wLCJSaWdodCI6MC4wLCJCb3R0b20iOjAuMH0sIkJhY2tncm91bmQiOnsiJGlkIjoiOTk4IiwiQ29sb3IiOnsiJGlkIjoiOTk5IiwiQSI6ODksIlIiOjAsIkciOjAsIkIiOjB9fSwiSXNWaXNpYmxlIjp0cnVlLCJXaWR0aCI6MC4wLCJIZWlnaHQiOjAuMCwiQm9yZGVyU3R5bGUiOnsiJGlkIjoiMTAwMCIsIkxpbmVDb2xvciI6bnVsbCwiTGluZVdlaWdodCI6MC4wLCJMaW5lVHlwZSI6MCwiUGFyZW50U3R5bGUiOm51bGx9LCJQYXJlbnRTdHlsZSI6bnVsbH0sIkR1cmF0aW9uU3R5bGUiOnsiJGlkIjoiMTAwMSIsIkZvbnRTZXR0aW5ncyI6eyIkaWQiOiIxMDAyIiwiRm9udFNpemUiOjEwLCJGb250TmFtZSI6IkNhbGlicmkiLCJJc0JvbGQiOnRydWUsIklzSXRhbGljIjpmYWxzZSwiSXNVbmRlcmxpbmVkIjpmYWxzZSwiUGFyZW50U3R5bGUiOm51bGx9LCJBdXRvU2l6ZSI6MCwiRm9yZWdyb3VuZCI6eyIkaWQiOiIxMDAzIiwiQ29sb3IiOnsiJGlkIjoiMTAwNCIsIkEiOjI1NSwiUiI6NTYsIkciOjg3LCJCIjozNX19LCJNYXhXaWR0aCI6MjAwLjAsIk1heEhlaWdodCI6IkluZmluaXR5IiwiU21hcnRGb3JlZ3JvdW5kSXNBY3RpdmUiOmZhbHNlLCJIb3Jpem9udGFsQWxpZ25tZW50IjowLCJWZXJ0aWNhbEFsaWdubWVudCI6MCwiU21hcnRGb3JlZ3JvdW5kIjpudWxsLCJCYWNrZ3JvdW5kRmlsbFR5cGUiOjAsIk1hcmdpbiI6eyIkaWQiOiIxMDA1IiwiVG9wIjowLjAsIkxlZnQiOjAuMCwiUmlnaHQiOjAuMCwiQm90dG9tIjowLjB9LCJQYWRkaW5nIjp7IiRpZCI6IjEwMDYiLCJUb3AiOjAuMCwiTGVmdCI6MC4wLCJSaWdodCI6MC4wLCJCb3R0b20iOjAuMH0sIkJhY2tncm91bmQiOnsiJGlkIjoiMTAwNyIsIkNvbG9yIjp7IiRpZCI6IjEwMDgiLCJBIjowLCJSIjoyNTUsIkciOjI1NSwiQiI6MjU1fX0sIklzVmlzaWJsZSI6dHJ1ZSwiV2lkdGgiOjAuMCwiSGVpZ2h0IjowLjAsIkJvcmRlclN0eWxlIjp7IiRpZCI6IjEwMDkiLCJMaW5lQ29sb3IiOm51bGwsIkxpbmVXZWlnaHQiOjAuMCwiTGluZVR5cGUiOjAsIlBhcmVudFN0eWxlIjpudWxsfSwiUGFyZW50U3R5bGUiOm51bGx9LCJIb3Jpem9udGFsQ29ubmVjdG9yU3R5bGUiOnsiJGlkIjoiMTAxMCIsIkxpbmVDb2xvciI6eyIkaWQiOiIxMDExIiwiJHR5cGUiOiJOTFJFLkNvbW1vbi5Eb20uU29saWRDb2xvckJydXNoLCBOTFJFLkNvbW1vbiIsIkNvbG9yIjp7IiRpZCI6IjEwMTIiLCJBIjoyNTUsIlIiOjIwNCwiRyI6MjA0LCJCIjoyMDR9fSwiTGluZVdlaWdodCI6MS4wLCJMaW5lVHlwZSI6MCwiUGFyZW50U3R5bGUiOm51bGx9LCJWZXJ0aWNhbENvbm5lY3RvclN0eWxlIjp7IiRpZCI6IjEwMTMiLCJMaW5lQ29sb3IiOnsiJGlkIjoiMTAxNCIsIiR0eXBlIjoiTkxSRS5Db21tb24uRG9tLlNvbGlkQ29sb3JCcnVzaCwgTkxSRS5Db21tb24iLCJDb2xvciI6eyIkaWQiOiIxMDE1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zLCJTcGFjaW5nIjo0LCJJc0JlbG93VGltZWJhbmQiOnRydWUsIlBlcmNlbnRhZ2VDb21wbGV0ZVNoYXBlT3BhY2l0eSI6MzUsIkJhc2VsaW5lU3R5bGUiOnsiJGlkIjoiMTAxNiIsIlNoYXBlU3R5bGUiOnsiJGlkIjoiMTAxNyIsIk1hcmdpbiI6eyIkaWQiOiIxMDE4IiwiVG9wIjowLjAsIkxlZnQiOjAuMCwiUmlnaHQiOjAuMCwiQm90dG9tIjowLjB9LCJQYWRkaW5nIjp7IiRpZCI6IjEwMTkiLCJUb3AiOjAuMCwiTGVmdCI6MC4wLCJSaWdodCI6MC4wLCJCb3R0b20iOjAuMH0sIkJhY2tncm91bmQiOnsiJGlkIjoiMTAyMCIsIkNvbG9yIjp7IiRpZCI6IjEwMjEiLCJBIjoxNTMsIlIiOjAsIkciOjAsIkIiOjB9fSwiSXNWaXNpYmxlIjp0cnVlLCJXaWR0aCI6MC4wLCJIZWlnaHQiOjAuMCwiQm9yZGVyU3R5bGUiOm51bGwsIlBhcmVudFN0eWxlIjpudWxsfSwiTWFyZ2luIjp7IiRpZCI6IjEwMjIiLCJUb3AiOjAuMCwiTGVmdCI6MC4wLCJSaWdodCI6MC4wLCJCb3R0b20iOjAuMH0sIlBhZGRpbmciOnsiJGlkIjoiMTAyMyIsIlRvcCI6MC4wLCJMZWZ0IjowLjAsIlJpZ2h0IjowLjAsIkJvdHRvbSI6MC4wfSwiQmFja2dyb3VuZCI6bnVsbCwiSXNWaXNpYmxlIjp0cnVlLCJXaWR0aCI6MC4wLCJIZWlnaHQiOjAuMCwiQm9yZGVyU3R5bGUiOm51bGwsIlBhcmVudFN0eWxlIjpudWxsfSwiU2hhcGVTdHlsZSI6eyIkaWQiOiIxMDI0IiwiTWFyZ2luIjp7IiRpZCI6IjEwMjUiLCJUb3AiOjAuMCwiTGVmdCI6NC4wLCJSaWdodCI6NC4wLCJCb3R0b20iOjAuMH0sIlBhZGRpbmciOnsiJGlkIjoiMTAyNiIsIlRvcCI6MC4wLCJMZWZ0IjowLjAsIlJpZ2h0IjowLjAsIkJvdHRvbSI6MC4wfSwiQmFja2dyb3VuZCI6eyIkaWQiOiIxMDI3IiwiQ29sb3IiOnsiJGlkIjoiMTAyOCIsIkEiOjI1NSwiUiI6MTEyLCJHIjoxNzMsIkIiOjcxfX0sIklzVmlzaWJsZSI6dHJ1ZSwiV2lkdGgiOjAuMCwiSGVpZ2h0IjoxNi4wLCJCb3JkZXJTdHlsZSI6eyIkaWQiOiIxMDI5IiwiTGluZUNvbG9yIjp7IiRpZCI6IjEwMzAiLCIkdHlwZSI6Ik5MUkUuQ29tbW9uLkRvbS5Tb2xpZENvbG9yQnJ1c2gsIE5MUkUuQ29tbW9uIiwiQ29sb3IiOnsiJGlkIjoiMTAzMSIsIkEiOjI1NSwiUiI6MjM0LCJHIjoyMiwiQiI6MzB9fSwiTGluZVdlaWdodCI6MC4wLCJMaW5lVHlwZSI6MCwiUGFyZW50U3R5bGUiOm51bGx9LCJQYXJlbnRTdHlsZSI6bnVsbH0sIlRpdGxlU3R5bGUiOnsiJGlkIjoiMTAzMiIsIkZvbnRTZXR0aW5ncyI6eyIkaWQiOiIxMDMzIiwiRm9udFNpemUiOjksIkZvbnROYW1lIjoiQ2FsaWJyaSIsIklzQm9sZCI6dHJ1ZSwiSXNJdGFsaWMiOmZhbHNlLCJJc1VuZGVybGluZWQiOmZhbHNlLCJQYXJlbnRTdHlsZSI6bnVsbH0sIkF1dG9TaXplIjowLCJGb3JlZ3JvdW5kIjp7IiRpZCI6IjEwMzQiLCJDb2xvciI6eyIkaWQiOiIxMDM1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EwMzYiLCJUb3AiOjAuMCwiTGVmdCI6MC4wLCJSaWdodCI6MC4wLCJCb3R0b20iOjAuMH0sIlBhZGRpbmciOnsiJGlkIjoiMTAzNyIsIlRvcCI6MC4wLCJMZWZ0IjowLjAsIlJpZ2h0IjowLjAsIkJvdHRvbSI6MC4wfSwiQmFja2dyb3VuZCI6eyIkaWQiOiIxMDM4IiwiQ29sb3IiOnsiJGlkIjoiMTAzOSIsIkEiOjAsIlIiOjI1NSwiRyI6MjU1LCJCIjoyNTV9fSwiSXNWaXNpYmxlIjp0cnVlLCJXaWR0aCI6MC4wLCJIZWlnaHQiOjAuMCwiQm9yZGVyU3R5bGUiOnsiJGlkIjoiMTA0MCIsIkxpbmVDb2xvciI6bnVsbCwiTGluZVdlaWdodCI6MC4wLCJMaW5lVHlwZSI6MCwiUGFyZW50U3R5bGUiOm51bGx9LCJQYXJlbnRTdHlsZSI6bnVsbH0sIkRhdGVTdHlsZSI6eyIkaWQiOiIxMDQxIiwiRm9udFNldHRpbmdzIjp7IiRpZCI6IjEwNDIiLCJGb250U2l6ZSI6MTAsIkZvbnROYW1lIjoiQ2FsaWJyaSIsIklzQm9sZCI6ZmFsc2UsIklzSXRhbGljIjpmYWxzZSwiSXNVbmRlcmxpbmVkIjpmYWxzZSwiUGFyZW50U3R5bGUiOm51bGx9LCJBdXRvU2l6ZSI6MCwiRm9yZWdyb3VuZCI6eyIkaWQiOiIxMDQzIiwiQ29sb3IiOnsiJGlkIjoiMTA0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A0NSIsIlRvcCI6MC4wLCJMZWZ0IjowLjAsIlJpZ2h0IjowLjAsIkJvdHRvbSI6MC4wfSwiUGFkZGluZyI6eyIkaWQiOiIxMDQ2IiwiVG9wIjowLjAsIkxlZnQiOjAuMCwiUmlnaHQiOjAuMCwiQm90dG9tIjowLjB9LCJCYWNrZ3JvdW5kIjp7IiRpZCI6IjEwNDciLCJDb2xvciI6eyIkaWQiOiIxMDQ4IiwiQSI6ODksIlIiOjAsIkciOjAsIkIiOjB9fSwiSXNWaXNpYmxlIjp0cnVlLCJXaWR0aCI6MC4wLCJIZWlnaHQiOjAuMCwiQm9yZGVyU3R5bGUiOnsiJGlkIjoiMTA0OSIsIkxpbmVDb2xvciI6bnVsbCwiTGluZVdlaWdodCI6MC4wLCJMaW5lVHlwZSI6MCwiUGFyZW50U3R5bGUiOm51bGx9LCJQYXJlbnRTdHlsZSI6bnVsbH0sIkRhdGVGb3JtYXQiOnsiJGlkIjoiMTA1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DUxIiwiRm9ybWF0IjowLCJJc1Zpc2libGUiOmZhbHNlLCJMYXN0S25vd25WaXNpYmlsaXR5U3RhdGUiOmZhbHNlfSwiSXNWaXNpYmxlIjp0cnVlLCJQYXJlbnRTdHlsZSI6bnVsbH0sIkluZGV4Ijo1LCJTbWFydER1cmF0aW9uQWN0aXZhdGVkIjpmYWxzZSwiRGF0ZUZvcm1hdCI6eyIkcmVmIjoiMTA1MCJ9LCJXZWVrTnVtYmVyaW5nIjp7IiRpZCI6IjEwNTIiLCJGb3JtYXQiOjAsIklzVmlzaWJsZSI6ZmFsc2UsIkxhc3RLbm93blZpc2liaWxpdHlTdGF0ZSI6ZmFsc2V9LCJCYXNlbGluZURhdGEiOnsiJGlkIjoiMTA1MyIsIlN0YXJ0RGF0ZSI6IjIwMjYtMDgtMDFUMTE6NTk6MDAiLCJFbmREYXRlIjoiMjAyNi0xMi0zMVQxMTo1OTowMCJ9LCJJZCI6IjczNjA5ZDZlLThjNjQtNDA1ZS1hZjlhLTExMTkwMDk0NWRhYSIsIkltcG9ydElkIjpudWxsLCJUaXRsZSI6IjQgIEZFIHNpdGVzICgxIHNtYWxsIFNQLCBTVEMsIEJhdGVsY28sIFphaW4sICkiLCJOb3RlIjpudWxsLCJIeXBlcmxpbmsiOnsiJGlkIjoiMTA1NCIsIkFkZHJlc3MiOm51bGwsIlN1YkFkZHJlc3MiOm51bGx9LCJJc0NoYW5nZWQiOmZhbHNlLCJJc05ldyI6ZmFsc2V9fV0sIl9taWxlc3RvbmVzIjpbXSwiSWQiOiIwMDAwMDAwMC0wMDAwLTAwMDAtMDAwMC0wMDAwMDAwMDAwMDAiLCJJc1NpbmdsZUl0ZW1Sb3ciOnRydWV9LHsiJGlkIjoiMTA1NSIsIl90YXNrcyI6W3siJGlkIjoiMTA1NiIsIl9hdHRhY2hlZE1pbGVzdG9uZXMiOltdLCJUYXNrRGVmaW5pdGlvbiI6eyIkaWQiOiIxMDU3IiwiR3JvdXBOYW1lIjpudWxsLCJTdGFydERhdGUiOiIyMDI3LTAyLTAxVDIzOjU5OjAwWiIsIkVuZERhdGUiOiIyMDI3LTAzLTMxVDIzOjU5OjAwIiwiUGVyY2VudGFnZUNvbXBsZXRlIjpudWxsLCJTdHlsZSI6eyIkaWQiOiIxMDU4IiwiU2hhcGUiOjcsIlNoYXBlVGhpY2tuZXNzIjoxLCJEdXJhdGlvbkZvcm1hdCI6NSwiSW5jbHVkZU5vbldvcmtpbmdEYXlzSW5EdXJhdGlvbiI6ZmFsc2UsIlBlcmNlbnRhZ2VDb21wbGV0ZVN0eWxlIjp7IiRpZCI6IjEwNTkiLCJGb250U2V0dGluZ3MiOnsiJGlkIjoiMTA2MCIsIkZvbnRTaXplIjoxMCwiRm9udE5hbWUiOiJDYWxpYnJpIiwiSXNCb2xkIjp0cnVlLCJJc0l0YWxpYyI6ZmFsc2UsIklzVW5kZXJsaW5lZCI6ZmFsc2UsIlBhcmVudFN0eWxlIjpudWxsfSwiQXV0b1NpemUiOjAsIkZvcmVncm91bmQiOnsiJGlkIjoiMTA2MSIsIkNvbG9yIjp7IiRpZCI6IjEwNjIiLCJBIjoyNTUsIlIiOjU2LCJHIjo4NywiQiI6MzV9fSwiTWF4V2lkdGgiOjIwMC4wLCJNYXhIZWlnaHQiOiJJbmZpbml0eSIsIlNtYXJ0Rm9yZWdyb3VuZElzQWN0aXZlIjpmYWxzZSwiSG9yaXpvbnRhbEFsaWdubWVudCI6MiwiVmVydGljYWxBbGlnbm1lbnQiOjAsIlNtYXJ0Rm9yZWdyb3VuZCI6bnVsbCwiQmFja2dyb3VuZEZpbGxUeXBlIjowLCJNYXJnaW4iOnsiJGlkIjoiMTA2MyIsIlRvcCI6MC4wLCJMZWZ0IjowLjAsIlJpZ2h0IjowLjAsIkJvdHRvbSI6MC4wfSwiUGFkZGluZyI6eyIkaWQiOiIxMDY0IiwiVG9wIjowLjAsIkxlZnQiOjAuMCwiUmlnaHQiOjAuMCwiQm90dG9tIjowLjB9LCJCYWNrZ3JvdW5kIjp7IiRpZCI6IjEwNjUiLCJDb2xvciI6eyIkaWQiOiIxMDY2IiwiQSI6ODksIlIiOjAsIkciOjAsIkIiOjB9fSwiSXNWaXNpYmxlIjp0cnVlLCJXaWR0aCI6MC4wLCJIZWlnaHQiOjAuMCwiQm9yZGVyU3R5bGUiOnsiJGlkIjoiMTA2NyIsIkxpbmVDb2xvciI6bnVsbCwiTGluZVdlaWdodCI6MC4wLCJMaW5lVHlwZSI6MCwiUGFyZW50U3R5bGUiOm51bGx9LCJQYXJlbnRTdHlsZSI6bnVsbH0sIkR1cmF0aW9uU3R5bGUiOnsiJGlkIjoiMTA2OCIsIkZvbnRTZXR0aW5ncyI6eyIkaWQiOiIxMDY5IiwiRm9udFNpemUiOjEwLCJGb250TmFtZSI6IkNhbGlicmkiLCJJc0JvbGQiOnRydWUsIklzSXRhbGljIjpmYWxzZSwiSXNVbmRlcmxpbmVkIjpmYWxzZSwiUGFyZW50U3R5bGUiOm51bGx9LCJBdXRvU2l6ZSI6MCwiRm9yZWdyb3VuZCI6eyIkaWQiOiIxMDcwIiwiQ29sb3IiOnsiJGlkIjoiMTA3MSIsIkEiOjI1NSwiUiI6NTYsIkciOjg3LCJCIjozNX19LCJNYXhXaWR0aCI6MjAwLjAsIk1heEhlaWdodCI6IkluZmluaXR5IiwiU21hcnRGb3JlZ3JvdW5kSXNBY3RpdmUiOmZhbHNlLCJIb3Jpem9udGFsQWxpZ25tZW50IjowLCJWZXJ0aWNhbEFsaWdubWVudCI6MCwiU21hcnRGb3JlZ3JvdW5kIjpudWxsLCJCYWNrZ3JvdW5kRmlsbFR5cGUiOjAsIk1hcmdpbiI6eyIkaWQiOiIxMDcyIiwiVG9wIjowLjAsIkxlZnQiOjAuMCwiUmlnaHQiOjAuMCwiQm90dG9tIjowLjB9LCJQYWRkaW5nIjp7IiRpZCI6IjEwNzMiLCJUb3AiOjAuMCwiTGVmdCI6MC4wLCJSaWdodCI6MC4wLCJCb3R0b20iOjAuMH0sIkJhY2tncm91bmQiOnsiJGlkIjoiMTA3NCIsIkNvbG9yIjp7IiRpZCI6IjEwNzUiLCJBIjo4OSwiUiI6MCwiRyI6MCwiQiI6MH19LCJJc1Zpc2libGUiOnRydWUsIldpZHRoIjowLjAsIkhlaWdodCI6MC4wLCJCb3JkZXJTdHlsZSI6eyIkaWQiOiIxMDc2IiwiTGluZUNvbG9yIjpudWxsLCJMaW5lV2VpZ2h0IjowLjAsIkxpbmVUeXBlIjowLCJQYXJlbnRTdHlsZSI6bnVsbH0sIlBhcmVudFN0eWxlIjpudWxsfSwiSG9yaXpvbnRhbENvbm5lY3RvclN0eWxlIjp7IiRpZCI6IjEwNzciLCJMaW5lQ29sb3IiOnsiJGlkIjoiMTA3OCIsIiR0eXBlIjoiTkxSRS5Db21tb24uRG9tLlNvbGlkQ29sb3JCcnVzaCwgTkxSRS5Db21tb24iLCJDb2xvciI6eyIkaWQiOiIxMDc5IiwiQSI6MjU1LCJSIjoyMDQsIkciOjIwNCwiQiI6MjA0fX0sIkxpbmVXZWlnaHQiOjEuMCwiTGluZVR5cGUiOjAsIlBhcmVudFN0eWxlIjpudWxsfSwiVmVydGljYWxDb25uZWN0b3JTdHlsZSI6eyIkaWQiOiIxMDgwIiwiTGluZUNvbG9yIjp7IiRpZCI6IjEwODEiLCIkdHlwZSI6Ik5MUkUuQ29tbW9uLkRvbS5Tb2xpZENvbG9yQnJ1c2gsIE5MUkUuQ29tbW9uIiwiQ29sb3IiOnsiJGlkIjoiMTA4MiIsIkEiOjI1NSwiUiI6MjA0LCJHIjoyMDQsIkIiOjIwNH19LCJMaW5lV2VpZ2h0IjowLjAsIkxpbmVUeXBlIjowLCJQYXJlbnRTdHlsZSI6bnVsbH0sIk1hcmdpbiI6bnVsbCwiU3RhcnREYXRlUG9zaXRpb24iOjYsIkVuZERhdGVQb3NpdGlvbiI6NiwiRGF0ZUlzVmlzaWJsZSI6ZmFsc2UsIlRpdGxlUG9zaXRpb24iOjEsIkR1cmF0aW9uUG9zaXRpb24iOjYsIlBlcmNlbnRhZ2VDb21wbGV0ZWRQb3NpdGlvbiI6MywiU3BhY2luZyI6MywiSXNCZWxvd1RpbWViYW5kIjp0cnVlLCJQZXJjZW50YWdlQ29tcGxldGVTaGFwZU9wYWNpdHkiOjM1LCJCYXNlbGluZVN0eWxlIjp7IiRpZCI6IjEwODMiLCJTaGFwZVN0eWxlIjp7IiRpZCI6IjEwODQiLCJNYXJnaW4iOnsiJGlkIjoiMTA4NSIsIlRvcCI6MC4wLCJMZWZ0IjowLjAsIlJpZ2h0IjowLjAsIkJvdHRvbSI6MC4wfSwiUGFkZGluZyI6eyIkaWQiOiIxMDg2IiwiVG9wIjowLjAsIkxlZnQiOjAuMCwiUmlnaHQiOjAuMCwiQm90dG9tIjowLjB9LCJCYWNrZ3JvdW5kIjp7IiRpZCI6IjEwODciLCJDb2xvciI6eyIkaWQiOiIxMDg4IiwiQSI6MTUzLCJSIjowLCJHIjowLCJCIjowfX0sIklzVmlzaWJsZSI6dHJ1ZSwiV2lkdGgiOjAuMCwiSGVpZ2h0IjowLjAsIkJvcmRlclN0eWxlIjpudWxsLCJQYXJlbnRTdHlsZSI6bnVsbH0sIk1hcmdpbiI6eyIkaWQiOiIxMDg5IiwiVG9wIjowLjAsIkxlZnQiOjAuMCwiUmlnaHQiOjAuMCwiQm90dG9tIjowLjB9LCJQYWRkaW5nIjp7IiRpZCI6IjEwOTAiLCJUb3AiOjAuMCwiTGVmdCI6MC4wLCJSaWdodCI6MC4wLCJCb3R0b20iOjAuMH0sIkJhY2tncm91bmQiOm51bGwsIklzVmlzaWJsZSI6dHJ1ZSwiV2lkdGgiOjAuMCwiSGVpZ2h0IjowLjAsIkJvcmRlclN0eWxlIjpudWxsLCJQYXJlbnRTdHlsZSI6bnVsbH0sIlNoYXBlU3R5bGUiOnsiJGlkIjoiMTA5MSIsIk1hcmdpbiI6eyIkaWQiOiIxMDkyIiwiVG9wIjowLjAsIkxlZnQiOjQuMCwiUmlnaHQiOjQuMCwiQm90dG9tIjowLjB9LCJQYWRkaW5nIjp7IiRpZCI6IjEwOTMiLCJUb3AiOjAuMCwiTGVmdCI6MC4wLCJSaWdodCI6MC4wLCJCb3R0b20iOjAuMH0sIkJhY2tncm91bmQiOnsiJGlkIjoiMTA5NCIsIkNvbG9yIjp7IiRpZCI6IjEwOTUiLCJBIjoyNTUsIlIiOjExMiwiRyI6MTczLCJCIjo3MX19LCJJc1Zpc2libGUiOnRydWUsIldpZHRoIjowLjAsIkhlaWdodCI6MTYuMCwiQm9yZGVyU3R5bGUiOnsiJGlkIjoiMTA5NiIsIkxpbmVDb2xvciI6eyIkaWQiOiIxMDk3IiwiJHR5cGUiOiJOTFJFLkNvbW1vbi5Eb20uU29saWRDb2xvckJydXNoLCBOTFJFLkNvbW1vbiIsIkNvbG9yIjp7IiRpZCI6IjEwOTgiLCJBIjoyNTUsIlIiOjIzNCwiRyI6MjIsIkIiOjMwfX0sIkxpbmVXZWlnaHQiOjAuMCwiTGluZVR5cGUiOjAsIlBhcmVudFN0eWxlIjpudWxsfSwiUGFyZW50U3R5bGUiOm51bGx9LCJUaXRsZVN0eWxlIjp7IiRpZCI6IjEwOTkiLCJGb250U2V0dGluZ3MiOnsiJGlkIjoiMTEwMCIsIkZvbnRTaXplIjo5LCJGb250TmFtZSI6IkNhbGlicmkiLCJJc0JvbGQiOnRydWUsIklzSXRhbGljIjpmYWxzZSwiSXNVbmRlcmxpbmVkIjpmYWxzZSwiUGFyZW50U3R5bGUiOm51bGx9LCJBdXRvU2l6ZSI6MCwiRm9yZWdyb3VuZCI6eyIkaWQiOiIxMTAxIiwiQ29sb3IiOnsiJGlkIjoiMTEw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MTAzIiwiVG9wIjowLjAsIkxlZnQiOjAuMCwiUmlnaHQiOjAuMCwiQm90dG9tIjowLjB9LCJQYWRkaW5nIjp7IiRpZCI6IjExMDQiLCJUb3AiOjAuMCwiTGVmdCI6MC4wLCJSaWdodCI6MC4wLCJCb3R0b20iOjAuMH0sIkJhY2tncm91bmQiOnsiJGlkIjoiMTEwNSIsIkNvbG9yIjp7IiRpZCI6IjExMDYiLCJBIjo4OSwiUiI6MCwiRyI6MCwiQiI6MH19LCJJc1Zpc2libGUiOnRydWUsIldpZHRoIjowLjAsIkhlaWdodCI6MC4wLCJCb3JkZXJTdHlsZSI6eyIkaWQiOiIxMTA3IiwiTGluZUNvbG9yIjpudWxsLCJMaW5lV2VpZ2h0IjowLjAsIkxpbmVUeXBlIjowLCJQYXJlbnRTdHlsZSI6bnVsbH0sIlBhcmVudFN0eWxlIjpudWxsfSwiRGF0ZVN0eWxlIjp7IiRpZCI6IjExMDgiLCJGb250U2V0dGluZ3MiOnsiJGlkIjoiMTEwOSIsIkZvbnRTaXplIjoxMCwiRm9udE5hbWUiOiJDYWxpYnJpIiwiSXNCb2xkIjpmYWxzZSwiSXNJdGFsaWMiOmZhbHNlLCJJc1VuZGVybGluZWQiOmZhbHNlLCJQYXJlbnRTdHlsZSI6bnVsbH0sIkF1dG9TaXplIjowLCJGb3JlZ3JvdW5kIjp7IiRpZCI6IjExMTAiLCJDb2xvciI6eyIkaWQiOiIxMTE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TEyIiwiVG9wIjowLjAsIkxlZnQiOjAuMCwiUmlnaHQiOjAuMCwiQm90dG9tIjowLjB9LCJQYWRkaW5nIjp7IiRpZCI6IjExMTMiLCJUb3AiOjAuMCwiTGVmdCI6MC4wLCJSaWdodCI6MC4wLCJCb3R0b20iOjAuMH0sIkJhY2tncm91bmQiOnsiJGlkIjoiMTExNCIsIkNvbG9yIjp7IiRpZCI6IjExMTUiLCJBIjo4OSwiUiI6MCwiRyI6MCwiQiI6MH19LCJJc1Zpc2libGUiOnRydWUsIldpZHRoIjowLjAsIkhlaWdodCI6MC4wLCJCb3JkZXJTdHlsZSI6eyIkaWQiOiIxMTE2IiwiTGluZUNvbG9yIjpudWxsLCJMaW5lV2VpZ2h0IjowLjAsIkxpbmVUeXBlIjowLCJQYXJlbnRTdHlsZSI6bnVsbH0sIlBhcmVudFN0eWxlIjpudWxsfSwiRGF0ZUZvcm1hdCI6eyIkaWQiOiIxMTE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MTgiLCJGb3JtYXQiOjAsIklzVmlzaWJsZSI6ZmFsc2UsIkxhc3RLbm93blZpc2liaWxpdHlTdGF0ZSI6ZmFsc2V9LCJJc1Zpc2libGUiOnRydWUsIlBhcmVudFN0eWxlIjpudWxsfSwiSW5kZXgiOjYsIlNtYXJ0RHVyYXRpb25BY3RpdmF0ZWQiOmZhbHNlLCJEYXRlRm9ybWF0Ijp7IiRyZWYiOiIxMTE3In0sIldlZWtOdW1iZXJpbmciOnsiJGlkIjoiMTExOSIsIkZvcm1hdCI6MCwiSXNWaXNpYmxlIjpmYWxzZSwiTGFzdEtub3duVmlzaWJpbGl0eVN0YXRlIjpmYWxzZX0sIkJhc2VsaW5lRGF0YSI6eyIkaWQiOiIxMTIwIiwiU3RhcnREYXRlIjoiMjAyNy0wMi0wMVQyMzo1OTowMCIsIkVuZERhdGUiOiIyMDI3LTAzLTMxVDIzOjU5OjAwIn0sIklkIjoiYjEyOWZlYzMtNjI0Mi00YzQ2LWEyMTktNmRlMzJhOGFlMmNlIiwiSW1wb3J0SWQiOm51bGwsIlRpdGxlIjoiNSBGRSBTaXRlcyAoc21hbGwgb3BlcmF0b3JzKSIsIk5vdGUiOm51bGwsIkh5cGVybGluayI6eyIkaWQiOiIxMTIxIiwiQWRkcmVzcyI6bnVsbCwiU3ViQWRkcmVzcyI6bnVsbH0sIklzQ2hhbmdlZCI6ZmFsc2UsIklzTmV3IjpmYWxzZX19XSwiX21pbGVzdG9uZXMiOltdLCJJZCI6IjAwMDAwMDAwLTAwMDAtMDAwMC0wMDAwLTAwMDAwMDAwMDAwMCIsIklzU2luZ2xlSXRlbVJvdyI6dHJ1ZX1dLCJJbmRleCI6OCwiSWQiOiJkZDA2YjllNS1iNTFiLTRhZDktYjNmNC0wZWFmYmQxODI1NjgiLCJIZWFkZXJUZXh0IjpudWxsLCJJc0RlZmF1bHQiOnRydWUsIlN0eWxlIjp7IiRpZCI6IjExMjIiLCJIZWFkZXJTdHlsZSI6eyIkaWQiOiIxMTIzIiwiVGV4dFN0eWxlIjp7IiRpZCI6IjExMjQiLCJGb250U2V0dGluZ3MiOnsiJGlkIjoiMTEyNSIsIkZvbnRTaXplIjoxMiwiRm9udE5hbWUiOiJDYWxpYnJpIiwiSXNCb2xkIjpmYWxzZSwiSXNJdGFsaWMiOmZhbHNlLCJJc1VuZGVybGluZWQiOmZhbHNlLCJQYXJlbnRTdHlsZSI6bnVsbH0sIkF1dG9TaXplIjowLCJGb3JlZ3JvdW5kIjp7IiRpZCI6IjExMjYiLCJDb2xvciI6eyIkaWQiOiIxMTI3IiwiQSI6MjU1LCJSIjowLCJHIjowLCJCIjowfX0sIk1heFdpZHRoIjowLjAsIk1heEhlaWdodCI6MC4wLCJTbWFydEZvcmVncm91bmRJc0FjdGl2ZSI6ZmFsc2UsIkhvcml6b250YWxBbGlnbm1lbnQiOjAsIlZlcnRpY2FsQWxpZ25tZW50IjowLCJTbWFydEZvcmVncm91bmQiOm51bGwsIkJhY2tncm91bmRGaWxsVHlwZSI6MCwiTWFyZ2luIjp7IiRpZCI6IjExMjgiLCJUb3AiOjAuMCwiTGVmdCI6MC4wLCJSaWdodCI6MC4wLCJCb3R0b20iOjAuMH0sIlBhZGRpbmciOnsiJGlkIjoiMTEyOSIsIlRvcCI6MC4wLCJMZWZ0IjowLjAsIlJpZ2h0IjowLjAsIkJvdHRvbSI6MC4wfSwiQmFja2dyb3VuZCI6bnVsbCwiSXNWaXNpYmxlIjpmYWxzZSwiV2lkdGgiOjAuMCwiSGVpZ2h0IjowLjAsIkJvcmRlclN0eWxlIjpudWxsLCJQYXJlbnRTdHlsZSI6bnVsbH0sIlJlY3RhbmdsZVN0eWxlIjp7IiRpZCI6IjExMzAiLCJNYXJnaW4iOnsiJGlkIjoiMTEzMSIsIlRvcCI6MC4wLCJMZWZ0IjowLjAsIlJpZ2h0IjowLjAsIkJvdHRvbSI6MC4wfSwiUGFkZGluZyI6eyIkaWQiOiIxMTMyIiwiVG9wIjowLjAsIkxlZnQiOjAuMCwiUmlnaHQiOjAuMCwiQm90dG9tIjowLjB9LCJCYWNrZ3JvdW5kIjp7IiRpZCI6IjExMzMiLCJDb2xvciI6eyIkaWQiOiIxMTM0IiwiQSI6NjMsIlIiOjExMiwiRyI6MTczLCJCIjo3MX19LCJJc1Zpc2libGUiOmZhbHNlLCJXaWR0aCI6MC4wLCJIZWlnaHQiOjAuMCwiQm9yZGVyU3R5bGUiOnsiJGlkIjoiMTEzNSIsIkxpbmVDb2xvciI6eyIkaWQiOiIxMTM2IiwiJHR5cGUiOiJOTFJFLkNvbW1vbi5Eb20uU29saWRDb2xvckJydXNoLCBOTFJFLkNvbW1vbiIsIkNvbG9yIjp7IiRpZCI6IjExMzciLCJBIjoyNTUsIlIiOjI1NSwiRyI6MCwiQiI6MH19LCJMaW5lV2VpZ2h0IjowLjAsIkxpbmVUeXBlIjowLCJQYXJlbnRTdHlsZSI6bnVsbH0sIlBhcmVudFN0eWxlIjpudWxsfSwiTWFyZ2luIjp7IiRpZCI6IjExMzgiLCJUb3AiOjAuMCwiTGVmdCI6MC4wLCJSaWdodCI6MC4wLCJCb3R0b20iOjAuMH0sIlBhZGRpbmciOnsiJGlkIjoiMTEzOSIsIlRvcCI6MC4wLCJMZWZ0IjowLjAsIlJpZ2h0IjowLjAsIkJvdHRvbSI6MC4wfSwiQmFja2dyb3VuZCI6bnVsbCwiSXNWaXNpYmxlIjp0cnVlLCJXaWR0aCI6MC4wLCJIZWlnaHQiOjAuMCwiQm9yZGVyU3R5bGUiOm51bGwsIlBhcmVudFN0eWxlIjpudWxsfSwiQmFja2dyb3VuZFN0eWxlIjp7IiRpZCI6IjExNDAiLCJNYXJnaW4iOnsiJGlkIjoiMTE0MSIsIlRvcCI6MC4wLCJMZWZ0IjowLjAsIlJpZ2h0IjowLjAsIkJvdHRvbSI6MC4wfSwiUGFkZGluZyI6eyIkaWQiOiIxMTQyIiwiVG9wIjowLjAsIkxlZnQiOjAuMCwiUmlnaHQiOjAuMCwiQm90dG9tIjowLjB9LCJCYWNrZ3JvdW5kIjp7IiRpZCI6IjExNDMiLCJDb2xvciI6eyIkaWQiOiIxMTQ0IiwiQSI6MzgsIlIiOjExMiwiRyI6MTczLCJCIjo3MX19LCJJc1Zpc2libGUiOnRydWUsIldpZHRoIjowLjAsIkhlaWdodCI6MC4wLCJCb3JkZXJTdHlsZSI6eyIkaWQiOiIxMTQ1IiwiTGluZUNvbG9yIjp7IiRpZCI6IjExNDYiLCIkdHlwZSI6Ik5MUkUuQ29tbW9uLkRvbS5Tb2xpZENvbG9yQnJ1c2gsIE5MUkUuQ29tbW9uIiwiQ29sb3IiOnsiJGlkIjoiMTE0NyIsIkEiOjI1NSwiUiI6MjM0LCJHIjoyMiwiQiI6MzB9fSwiTGluZVdlaWdodCI6MC4wLCJMaW5lVHlwZSI6MCwiUGFyZW50U3R5bGUiOm51bGx9LCJQYXJlbnRTdHlsZSI6bnVsbH0sIk1hcmdpbiI6eyIkaWQiOiIxMTQ4IiwiVG9wIjowLjAsIkxlZnQiOjAuMCwiUmlnaHQiOjAuMCwiQm90dG9tIjowLjB9LCJQYWRkaW5nIjp7IiRpZCI6IjExNDkiLCJUb3AiOjAuMCwiTGVmdCI6MC4wLCJSaWdodCI6MC4wLCJCb3R0b20iOjAuMH0sIklzVmlzaWJsZSI6dHJ1ZSwiV2lkdGgiOjAuMCwiSGVpZ2h0IjowLjAsIkJvcmRlclN0eWxlIjp7IiRpZCI6IjExNTAiLCJMaW5lQ29sb3IiOm51bGwsIkxpbmVXZWlnaHQiOjAuMCwiTGluZVR5cGUiOjAsIlBhcmVudFN0eWxlIjpudWxsfSwiUGFyZW50U3R5bGUiOm51bGx9fV0sIklkIjoiZmZlZTFlNzktYjg1OS00M2EyLThjMzktNDU0ZWE4ODBmZGE4IiwiSW5kZXgiOjEsIkhlYWRlclRleHQiOiJEZXBsb3ltZW50ICIsIlN0eWxlIjp7IiRpZCI6IjExNTEiLCJTdHlsZUlkIjoiMDAwMDAwMDAtMDAwMC0wMDAwLTAwMDAtMDAwMDAwMDAwMDAwIiwiSGVhZGVyU3R5bGUiOnsiJGlkIjoiMTE1MiIsIlRleHRJc1ZlcnRpY2FsIjpmYWxzZSwiVGV4dFN0eWxlIjp7IiRpZCI6IjExNTMiLCJGb250U2V0dGluZ3MiOnsiJGlkIjoiMTE1NCIsIkZvbnRTaXplIjoxMiwiRm9udE5hbWUiOiJDYWxpYnJpIiwiSXNCb2xkIjp0cnVlLCJJc0l0YWxpYyI6ZmFsc2UsIklzVW5kZXJsaW5lZCI6ZmFsc2UsIlBhcmVudFN0eWxlIjpudWxsfSwiQXV0b1NpemUiOjIsIkZvcmVncm91bmQiOnsiJGlkIjoiMTE1NSIsIkNvbG9yIjp7IiRpZCI6IjExNTY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MTU3IiwiVG9wIjowLjAsIkxlZnQiOjAuMCwiUmlnaHQiOjAuMCwiQm90dG9tIjowLjB9LCJQYWRkaW5nIjp7IiRpZCI6IjExNTgiLCJUb3AiOjAuMCwiTGVmdCI6MC4wLCJSaWdodCI6MC4wLCJCb3R0b20iOjAuMH0sIkJhY2tncm91bmQiOm51bGwsIklzVmlzaWJsZSI6ZmFsc2UsIldpZHRoIjowLjAsIkhlaWdodCI6MC4wLCJCb3JkZXJTdHlsZSI6bnVsbCwiUGFyZW50U3R5bGUiOm51bGx9LCJSZWN0YW5nbGVTdHlsZSI6eyIkaWQiOiIxMTU5IiwiTWFyZ2luIjp7IiRpZCI6IjExNjAiLCJUb3AiOjAuMCwiTGVmdCI6MC4wLCJSaWdodCI6MC4wLCJCb3R0b20iOjAuMH0sIlBhZGRpbmciOnsiJGlkIjoiMTE2MSIsIlRvcCI6MC4wLCJMZWZ0IjowLjAsIlJpZ2h0IjowLjAsIkJvdHRvbSI6MC4wfSwiQmFja2dyb3VuZCI6eyIkaWQiOiIxMTYyIiwiQ29sb3IiOnsiJGlkIjoiMTE2MyIsIkEiOjI1NSwiUiI6MTEyLCJHIjoxNzMsIkIiOjcxfX0sIklzVmlzaWJsZSI6dHJ1ZSwiV2lkdGgiOjAuMCwiSGVpZ2h0IjowLjAsIkJvcmRlclN0eWxlIjp7IiRpZCI6IjExNjQiLCJMaW5lQ29sb3IiOnsiJGlkIjoiMTE2NSIsIiR0eXBlIjoiTkxSRS5Db21tb24uRG9tLlNvbGlkQ29sb3JCcnVzaCwgTkxSRS5Db21tb24iLCJDb2xvciI6eyIkaWQiOiIxMTY2IiwiQSI6MjU1LCJSIjo1NSwiRyI6NTUsIkIiOjU1fX0sIkxpbmVXZWlnaHQiOjAuMCwiTGluZVR5cGUiOjAsIlBhcmVudFN0eWxlIjpudWxsfSwiUGFyZW50U3R5bGUiOm51bGx9LCJNYXJnaW4iOnsiJGlkIjoiMTE2NyIsIlRvcCI6MC4wLCJMZWZ0IjowLjAsIlJpZ2h0IjowLjAsIkJvdHRvbSI6MC4wfSwiUGFkZGluZyI6eyIkaWQiOiIxMTY4IiwiVG9wIjowLjAsIkxlZnQiOjAuMCwiUmlnaHQiOjAuMCwiQm90dG9tIjowLjB9LCJCYWNrZ3JvdW5kIjpudWxsLCJJc1Zpc2libGUiOnRydWUsIldpZHRoIjowLjAsIkhlaWdodCI6MC4wLCJCb3JkZXJTdHlsZSI6bnVsbCwiUGFyZW50U3R5bGUiOm51bGx9LCJCYWNrZ3JvdW5kU3R5bGUiOnsiJGlkIjoiMTE2OSIsIk1hcmdpbiI6eyIkaWQiOiIxMTcwIiwiVG9wIjowLjAsIkxlZnQiOjAuMCwiUmlnaHQiOjAuMCwiQm90dG9tIjowLjB9LCJQYWRkaW5nIjp7IiRpZCI6IjExNzEiLCJUb3AiOjAuMCwiTGVmdCI6MC4wLCJSaWdodCI6MC4wLCJCb3R0b20iOjAuMH0sIkJhY2tncm91bmQiOnsiJGlkIjoiMTE3MiIsIkNvbG9yIjp7IiRpZCI6IjExNzMiLCJBIjozOCwiUiI6MTEyLCJHIjoxNzMsIkIiOjcxfX0sIklzVmlzaWJsZSI6dHJ1ZSwiV2lkdGgiOjAuMCwiSGVpZ2h0IjowLjAsIkJvcmRlclN0eWxlIjp7IiRpZCI6IjExNzQiLCJMaW5lQ29sb3IiOnsiJGlkIjoiMTE3NSIsIiR0eXBlIjoiTkxSRS5Db21tb24uRG9tLlNvbGlkQ29sb3JCcnVzaCwgTkxSRS5Db21tb24iLCJDb2xvciI6eyIkaWQiOiIxMTc2IiwiQSI6MjU1LCJSIjo1NSwiRyI6NTUsIkIiOjU1fX0sIkxpbmVXZWlnaHQiOjAuMCwiTGluZVR5cGUiOjAsIlBhcmVudFN0eWxlIjpudWxsfSwiUGFyZW50U3R5bGUiOm51bGx9LCJJc0Fib3ZlVGltZWJhbmQiOmZhbHNlLCJTcGFjaW5nIjoyLCJEZWZhdWx0U3dpbWxhbmVUYXNrU3R5bGUiOnsiJGlkIjoiMTE3NyIsIiR0eXBlIjoiTkxSRS5Db21tb24uRG9tLlN0eWxlcy5FeHBsaWNpdFNldGFibGVUYXNrU3R5bGUsIE5MUkUuQ29tbW9uIiwiU2hhcGUiOjcsIlNoYXBlVGhpY2tuZXNzIjoxLCJEdXJhdGlvbkZvcm1hdCI6NSwiSW5jbHVkZU5vbldvcmtpbmdEYXlzSW5EdXJhdGlvbiI6ZmFsc2UsIlBlcmNlbnRhZ2VDb21wbGV0ZVN0eWxlIjp7IiRpZCI6IjExNzgiLCJGb250U2V0dGluZ3MiOnsiJGlkIjoiMTE3OSIsIkZvbnRTaXplIjoxMCwiRm9udE5hbWUiOiJDYWxpYnJpIiwiSXNCb2xkIjp0cnVlLCJJc0l0YWxpYyI6ZmFsc2UsIklzVW5kZXJsaW5lZCI6ZmFsc2UsIlBhcmVudFN0eWxlIjpudWxsfSwiQXV0b1NpemUiOjAsIkZvcmVncm91bmQiOnsiJGlkIjoiMTE4MCIsIkNvbG9yIjp7IiRpZCI6IjExODEiLCJBIjoyNTUsIlIiOjU2LCJHIjo4NywiQiI6MzV9fSwiTWF4V2lkdGgiOjIwMC4wLCJNYXhIZWlnaHQiOiJJbmZpbml0eSIsIlNtYXJ0Rm9yZWdyb3VuZElzQWN0aXZlIjpmYWxzZSwiSG9yaXpvbnRhbEFsaWdubWVudCI6MiwiVmVydGljYWxBbGlnbm1lbnQiOjAsIlNtYXJ0Rm9yZWdyb3VuZCI6bnVsbCwiQmFja2dyb3VuZEZpbGxUeXBlIjowLCJNYXJnaW4iOnsiJGlkIjoiMTE4MiIsIlRvcCI6MC4wLCJMZWZ0IjowLjAsIlJpZ2h0IjowLjAsIkJvdHRvbSI6MC4wfSwiUGFkZGluZyI6eyIkaWQiOiIxMTgzIiwiVG9wIjowLjAsIkxlZnQiOjAuMCwiUmlnaHQiOjAuMCwiQm90dG9tIjowLjB9LCJCYWNrZ3JvdW5kIjp7IiRpZCI6IjExODQiLCJDb2xvciI6eyIkaWQiOiIxMTg1IiwiQSI6ODksIlIiOjAsIkciOjAsIkIiOjB9fSwiSXNWaXNpYmxlIjp0cnVlLCJXaWR0aCI6MC4wLCJIZWlnaHQiOjAuMCwiQm9yZGVyU3R5bGUiOnsiJGlkIjoiMTE4NiIsIkxpbmVDb2xvciI6bnVsbCwiTGluZVdlaWdodCI6MC4wLCJMaW5lVHlwZSI6MCwiUGFyZW50U3R5bGUiOm51bGx9LCJQYXJlbnRTdHlsZSI6bnVsbH0sIkR1cmF0aW9uU3R5bGUiOnsiJGlkIjoiMTE4NyIsIkZvbnRTZXR0aW5ncyI6eyIkaWQiOiIxMTg4IiwiRm9udFNpemUiOjEwLCJGb250TmFtZSI6IkNhbGlicmkiLCJJc0JvbGQiOnRydWUsIklzSXRhbGljIjpmYWxzZSwiSXNVbmRlcmxpbmVkIjpmYWxzZSwiUGFyZW50U3R5bGUiOm51bGx9LCJBdXRvU2l6ZSI6MCwiRm9yZWdyb3VuZCI6eyIkaWQiOiIxMTg5IiwiQ29sb3IiOnsiJGlkIjoiMTE5MCIsIkEiOjI1NSwiUiI6NTYsIkciOjg3LCJCIjozNX19LCJNYXhXaWR0aCI6MjAwLjAsIk1heEhlaWdodCI6IkluZmluaXR5IiwiU21hcnRGb3JlZ3JvdW5kSXNBY3RpdmUiOmZhbHNlLCJIb3Jpem9udGFsQWxpZ25tZW50IjowLCJWZXJ0aWNhbEFsaWdubWVudCI6MCwiU21hcnRGb3JlZ3JvdW5kIjpudWxsLCJCYWNrZ3JvdW5kRmlsbFR5cGUiOjAsIk1hcmdpbiI6eyIkaWQiOiIxMTkxIiwiVG9wIjowLjAsIkxlZnQiOjAuMCwiUmlnaHQiOjAuMCwiQm90dG9tIjowLjB9LCJQYWRkaW5nIjp7IiRpZCI6IjExOTIiLCJUb3AiOjAuMCwiTGVmdCI6MC4wLCJSaWdodCI6MC4wLCJCb3R0b20iOjAuMH0sIkJhY2tncm91bmQiOnsiJGlkIjoiMTE5MyIsIkNvbG9yIjp7IiRpZCI6IjExOTQiLCJBIjo4OSwiUiI6MCwiRyI6MCwiQiI6MH19LCJJc1Zpc2libGUiOnRydWUsIldpZHRoIjowLjAsIkhlaWdodCI6MC4wLCJCb3JkZXJTdHlsZSI6eyIkaWQiOiIxMTk1IiwiTGluZUNvbG9yIjpudWxsLCJMaW5lV2VpZ2h0IjowLjAsIkxpbmVUeXBlIjowLCJQYXJlbnRTdHlsZSI6bnVsbH0sIlBhcmVudFN0eWxlIjpudWxsfSwiSG9yaXpvbnRhbENvbm5lY3RvclN0eWxlIjp7IiRpZCI6IjExOTYiLCJMaW5lQ29sb3IiOnsiJGlkIjoiMTE5NyIsIiR0eXBlIjoiTkxSRS5Db21tb24uRG9tLlNvbGlkQ29sb3JCcnVzaCwgTkxSRS5Db21tb24iLCJDb2xvciI6eyIkaWQiOiIxMTk4IiwiQSI6MjU1LCJSIjoyMDQsIkciOjIwNCwiQiI6MjA0fX0sIkxpbmVXZWlnaHQiOjEuMCwiTGluZVR5cGUiOjAsIlBhcmVudFN0eWxlIjpudWxsfSwiVmVydGljYWxDb25uZWN0b3JTdHlsZSI6eyIkaWQiOiIxMTk5IiwiTGluZUNvbG9yIjp7IiRpZCI6IjEyMDAiLCIkdHlwZSI6Ik5MUkUuQ29tbW9uLkRvbS5Tb2xpZENvbG9yQnJ1c2gsIE5MUkUuQ29tbW9uIiwiQ29sb3IiOnsiJGlkIjoiMTIwMSIsIkEiOjI1NSwiUiI6MjA0LCJHIjoyMDQsIkIiOjIwNH19LCJMaW5lV2VpZ2h0IjowLjAsIkxpbmVUeXBlIjowLCJQYXJlbnRTdHlsZSI6bnVsbH0sIk1hcmdpbiI6bnVsbCwiU3RhcnREYXRlUG9zaXRpb24iOjYsIkVuZERhdGVQb3NpdGlvbiI6NiwiRGF0ZUlzVmlzaWJsZSI6ZmFsc2UsIlRpdGxlUG9zaXRpb24iOjEsIkR1cmF0aW9uUG9zaXRpb24iOjAsIlBlcmNlbnRhZ2VDb21wbGV0ZWRQb3NpdGlvbiI6MywiU3BhY2luZyI6MywiSXNCZWxvd1RpbWViYW5kIjp0cnVlLCJQZXJjZW50YWdlQ29tcGxldGVTaGFwZU9wYWNpdHkiOjM1LCJCYXNlbGluZVN0eWxlIjp7IiRpZCI6IjEyMDIiLCJTaGFwZVN0eWxlIjp7IiRpZCI6IjEyMDMiLCJNYXJnaW4iOnsiJGlkIjoiMTIwNCIsIlRvcCI6MC4wLCJMZWZ0IjowLjAsIlJpZ2h0IjowLjAsIkJvdHRvbSI6MC4wfSwiUGFkZGluZyI6eyIkaWQiOiIxMjA1IiwiVG9wIjowLjAsIkxlZnQiOjAuMCwiUmlnaHQiOjAuMCwiQm90dG9tIjowLjB9LCJCYWNrZ3JvdW5kIjp7IiRpZCI6IjEyMDYiLCJDb2xvciI6eyIkaWQiOiIxMjA3IiwiQSI6MTUzLCJSIjowLCJHIjowLCJCIjowfX0sIklzVmlzaWJsZSI6dHJ1ZSwiV2lkdGgiOjAuMCwiSGVpZ2h0IjowLjAsIkJvcmRlclN0eWxlIjp7IiRpZCI6IjEyMDgiLCJMaW5lQ29sb3IiOnsiJGlkIjoiMTIwOSIsIiR0eXBlIjoiTkxSRS5Db21tb24uRG9tLlNvbGlkQ29sb3JCcnVzaCwgTkxSRS5Db21tb24iLCJDb2xvciI6eyIkaWQiOiIxMjEwIiwiQSI6MjU1LCJSIjoyNTUsIkciOjAsIkIiOjB9fSwiTGluZVdlaWdodCI6MC4wLCJMaW5lVHlwZSI6MCwiUGFyZW50U3R5bGUiOm51bGx9LCJQYXJlbnRTdHlsZSI6bnVsbH0sIk1hcmdpbiI6eyIkaWQiOiIxMjExIiwiVG9wIjowLjAsIkxlZnQiOjAuMCwiUmlnaHQiOjAuMCwiQm90dG9tIjowLjB9LCJQYWRkaW5nIjp7IiRpZCI6IjEyMTIiLCJUb3AiOjAuMCwiTGVmdCI6MC4wLCJSaWdodCI6MC4wLCJCb3R0b20iOjAuMH0sIkJhY2tncm91bmQiOm51bGwsIklzVmlzaWJsZSI6dHJ1ZSwiV2lkdGgiOjAuMCwiSGVpZ2h0IjowLjAsIkJvcmRlclN0eWxlIjpudWxsLCJQYXJlbnRTdHlsZSI6bnVsbH0sIlNoYXBlU3R5bGUiOnsiJGlkIjoiMTIxMyIsIk1hcmdpbiI6eyIkaWQiOiIxMjE0IiwiVG9wIjowLjAsIkxlZnQiOjQuMCwiUmlnaHQiOjQuMCwiQm90dG9tIjowLjB9LCJQYWRkaW5nIjp7IiRpZCI6IjEyMTUiLCJUb3AiOjAuMCwiTGVmdCI6MC4wLCJSaWdodCI6MC4wLCJCb3R0b20iOjAuMH0sIkJhY2tncm91bmQiOnsiJGlkIjoiMTIxNiIsIkNvbG9yIjp7IiRpZCI6IjEyMTciLCJBIjoyNTUsIlIiOjExMiwiRyI6MTczLCJCIjo3MX19LCJJc1Zpc2libGUiOnRydWUsIldpZHRoIjowLjAsIkhlaWdodCI6MTYuMCwiQm9yZGVyU3R5bGUiOnsiJGlkIjoiMTIxOCIsIkxpbmVDb2xvciI6eyIkaWQiOiIxMjE5IiwiJHR5cGUiOiJOTFJFLkNvbW1vbi5Eb20uU29saWRDb2xvckJydXNoLCBOTFJFLkNvbW1vbiIsIkNvbG9yIjp7IiRpZCI6IjEyMjAiLCJBIjoyNTUsIlIiOjIzNCwiRyI6MjIsIkIiOjMwfX0sIkxpbmVXZWlnaHQiOjAuMCwiTGluZVR5cGUiOjAsIlBhcmVudFN0eWxlIjpudWxsfSwiUGFyZW50U3R5bGUiOm51bGx9LCJUaXRsZVN0eWxlIjp7IiRpZCI6IjEyMjEiLCJGb250U2V0dGluZ3MiOnsiJGlkIjoiMTIyMiIsIkZvbnRTaXplIjo5LCJGb250TmFtZSI6IkNhbGlicmkiLCJJc0JvbGQiOnRydWUsIklzSXRhbGljIjpmYWxzZSwiSXNVbmRlcmxpbmVkIjpmYWxzZSwiUGFyZW50U3R5bGUiOm51bGx9LCJBdXRvU2l6ZSI6MCwiRm9yZWdyb3VuZCI6eyIkaWQiOiIxMjIzIiwiQ29sb3IiOnsiJGlkIjoiMTIyNC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MjI1IiwiVG9wIjowLjAsIkxlZnQiOjAuMCwiUmlnaHQiOjAuMCwiQm90dG9tIjowLjB9LCJQYWRkaW5nIjp7IiRpZCI6IjEyMjYiLCJUb3AiOjAuMCwiTGVmdCI6MC4wLCJSaWdodCI6MC4wLCJCb3R0b20iOjAuMH0sIkJhY2tncm91bmQiOnsiJGlkIjoiMTIyNyIsIkNvbG9yIjp7IiRpZCI6IjEyMjgiLCJBIjo4OSwiUiI6MCwiRyI6MCwiQiI6MH19LCJJc1Zpc2libGUiOnRydWUsIldpZHRoIjowLjAsIkhlaWdodCI6MC4wLCJCb3JkZXJTdHlsZSI6eyIkaWQiOiIxMjI5IiwiTGluZUNvbG9yIjpudWxsLCJMaW5lV2VpZ2h0IjowLjAsIkxpbmVUeXBlIjowLCJQYXJlbnRTdHlsZSI6bnVsbH0sIlBhcmVudFN0eWxlIjpudWxsfSwiRGF0ZVN0eWxlIjp7IiRpZCI6IjEyMzAiLCJGb250U2V0dGluZ3MiOnsiJGlkIjoiMTIzMSIsIkZvbnRTaXplIjoxMCwiRm9udE5hbWUiOiJDYWxpYnJpIiwiSXNCb2xkIjpmYWxzZSwiSXNJdGFsaWMiOmZhbHNlLCJJc1VuZGVybGluZWQiOmZhbHNlLCJQYXJlbnRTdHlsZSI6bnVsbH0sIkF1dG9TaXplIjowLCJGb3JlZ3JvdW5kIjp7IiRpZCI6IjEyMzIiLCJDb2xvciI6eyIkaWQiOiIxMjMz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jM0IiwiVG9wIjowLjAsIkxlZnQiOjAuMCwiUmlnaHQiOjAuMCwiQm90dG9tIjowLjB9LCJQYWRkaW5nIjp7IiRpZCI6IjEyMzUiLCJUb3AiOjAuMCwiTGVmdCI6MC4wLCJSaWdodCI6MC4wLCJCb3R0b20iOjAuMH0sIkJhY2tncm91bmQiOnsiJGlkIjoiMTIzNiIsIkNvbG9yIjp7IiRpZCI6IjEyMzciLCJBIjo4OSwiUiI6MCwiRyI6MCwiQiI6MH19LCJJc1Zpc2libGUiOnRydWUsIldpZHRoIjowLjAsIkhlaWdodCI6MC4wLCJCb3JkZXJTdHlsZSI6eyIkaWQiOiIxMjM4IiwiTGluZUNvbG9yIjpudWxsLCJMaW5lV2VpZ2h0IjowLjAsIkxpbmVUeXBlIjowLCJQYXJlbnRTdHlsZSI6bnVsbH0sIlBhcmVudFN0eWxlIjpudWxsfSwiRGF0ZUZvcm1hdCI6eyIkaWQiOiIxMjM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NDAiLCJGb3JtYXQiOjAsIklzVmlzaWJsZSI6ZmFsc2UsIkxhc3RLbm93blZpc2liaWxpdHlTdGF0ZSI6ZmFsc2V9LCJJc1Zpc2libGUiOnRydWUsIlBhcmVudFN0eWxlIjpudWxsLCJfZXhwbGljaXRseVNldCI6eyIkaWQiOiIxMjQx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vdFN0eWxlIjp7IiRpZCI6IjEyNDIiLCJTaGFwZSI6MCwiQ29ubmVjdG9yTWFyZ2luIjp7IiRpZCI6IjEyNDMiLCJUb3AiOjAuMCwiTGVmdCI6Mi4wLCJSaWdodCI6Mi4wLCJCb3R0b20iOjAuMH0sIkNvbm5lY3RvclN0eWxlIjp7IiRpZCI6IjEyNDQiLCJMaW5lQ29sb3IiOnsiJGlkIjoiMTI0NSIsIiR0eXBlIjoiTkxSRS5Db21tb24uRG9tLlNvbGlkQ29sb3JCcnVzaCwgTkxSRS5Db21tb24iLCJDb2xvciI6eyIkaWQiOiIxMjQ2IiwiQSI6MTI3LCJSIjo3OSwiRyI6MTI5LCJCIjoxODl9fSwiTGluZVdlaWdodCI6MS4wLCJMaW5lVHlwZSI6MCwiUGFyZW50U3R5bGUiOm51bGx9LCJJc0JlbG93VGltZWJhbmQiOmZhbHNlLCJQb3NpdGlvbk9uVGFzayI6MSwiSGlkZURhdGUiOmZhbHNlLCJTaGFwZVNpemUiOjEsIlNwYWNpbmciOjAuMCwiUGFkZGluZyI6eyIkaWQiOiIxMjQ3IiwiVG9wIjo1LjAsIkxlZnQiOjMuMCwiUmlnaHQiOjAuMCwiQm90dG9tIjoyLjB9LCJTaGFwZVN0eWxlIjp7IiRpZCI6IjEyNDgiLCJNYXJnaW4iOnsiJGlkIjoiMTI0OSIsIlRvcCI6MC4wLCJMZWZ0IjowLjAsIlJpZ2h0IjowLjAsIkJvdHRvbSI6MC4wfSwiUGFkZGluZyI6eyIkaWQiOiIxMjUwIiwiVG9wIjowLjAsIkxlZnQiOjAuMCwiUmlnaHQiOjAuMCwiQm90dG9tIjowLjB9LCJCYWNrZ3JvdW5kIjp7IiRpZCI6IjEyNTEiLCJDb2xvciI6eyIkaWQiOiIxMjUyIiwiQSI6MjU1LCJSIjoxMTIsIkciOjE3MywiQiI6NzF9fSwiSXNWaXNpYmxlIjp0cnVlLCJXaWR0aCI6MTguMCwiSGVpZ2h0IjoyMC4wLCJCb3JkZXJTdHlsZSI6eyIkaWQiOiIxMjUzIiwiTGluZUNvbG9yIjp7IiRpZCI6IjEyNTQiLCIkdHlwZSI6Ik5MUkUuQ29tbW9uLkRvbS5Tb2xpZENvbG9yQnJ1c2gsIE5MUkUuQ29tbW9uIiwiQ29sb3IiOnsiJGlkIjoiMTI1NSIsIkEiOjI1NSwiUiI6MjM0LCJHIjoyMiwiQiI6MzB9fSwiTGluZVdlaWdodCI6MC4wLCJMaW5lVHlwZSI6MCwiUGFyZW50U3R5bGUiOm51bGx9LCJQYXJlbnRTdHlsZSI6bnVsbH0sIlRpdGxlU3R5bGUiOnsiJGlkIjoiMTI1NiIsIkZvbnRTZXR0aW5ncyI6eyIkaWQiOiIxMjU3IiwiRm9udFNpemUiOjksIkZvbnROYW1lIjoiQ2FsaWJyaSIsIklzQm9sZCI6dHJ1ZSwiSXNJdGFsaWMiOmZhbHNlLCJJc1VuZGVybGluZWQiOmZhbHNlLCJQYXJlbnRTdHlsZSI6bnVsbH0sIkF1dG9TaXplIjowLCJGb3JlZ3JvdW5kIjp7IiRpZCI6IjEyNTgiLCJDb2xvciI6eyIkaWQiOiIxMjU5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yNjAiLCJUb3AiOjAuMCwiTGVmdCI6MC4wLCJSaWdodCI6MC4wLCJCb3R0b20iOjAuMH0sIlBhZGRpbmciOnsiJGlkIjoiMTI2MSIsIlRvcCI6MC4wLCJMZWZ0IjowLjAsIlJpZ2h0IjowLjAsIkJvdHRvbSI6MC4wfSwiQmFja2dyb3VuZCI6eyIkaWQiOiIxMjYyIiwiQ29sb3IiOnsiJGlkIjoiMTI2MyIsIkEiOjg5LCJSIjowLCJHIjowLCJCIjowfX0sIklzVmlzaWJsZSI6dHJ1ZSwiV2lkdGgiOjAuMCwiSGVpZ2h0IjowLjAsIkJvcmRlclN0eWxlIjp7IiRpZCI6IjEyNjQiLCJMaW5lQ29sb3IiOm51bGwsIkxpbmVXZWlnaHQiOjAuMCwiTGluZVR5cGUiOjAsIlBhcmVudFN0eWxlIjpudWxsfSwiUGFyZW50U3R5bGUiOm51bGx9LCJEYXRlU3R5bGUiOnsiJGlkIjoiMTI2NSIsIkZvbnRTZXR0aW5ncyI6eyIkaWQiOiIxMjY2IiwiRm9udFNpemUiOjksIkZvbnROYW1lIjoiQ2FsaWJyaSIsIklzQm9sZCI6ZmFsc2UsIklzSXRhbGljIjpmYWxzZSwiSXNVbmRlcmxpbmVkIjpmYWxzZSwiUGFyZW50U3R5bGUiOm51bGx9LCJBdXRvU2l6ZSI6MCwiRm9yZWdyb3VuZCI6eyIkaWQiOiIxMjY3IiwiQ29sb3IiOnsiJGlkIjoiMTI2O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I2OSIsIlRvcCI6MC4wLCJMZWZ0IjowLjAsIlJpZ2h0IjowLjAsIkJvdHRvbSI6MC4wfSwiUGFkZGluZyI6eyIkaWQiOiIxMjcwIiwiVG9wIjowLjAsIkxlZnQiOjAuMCwiUmlnaHQiOjAuMCwiQm90dG9tIjowLjB9LCJCYWNrZ3JvdW5kIjp7IiRpZCI6IjEyNzEiLCJDb2xvciI6eyIkaWQiOiIxMjcyIiwiQSI6ODksIlIiOjAsIkciOjAsIkIiOjB9fSwiSXNWaXNpYmxlIjpmYWxzZSwiV2lkdGgiOjAuMCwiSGVpZ2h0IjowLjAsIkJvcmRlclN0eWxlIjp7IiRpZCI6IjEyNzMiLCJMaW5lQ29sb3IiOm51bGwsIkxpbmVXZWlnaHQiOjAuMCwiTGluZVR5cGUiOjAsIlBhcmVudFN0eWxlIjpudWxsfSwiUGFyZW50U3R5bGUiOm51bGx9LCJEYXRlRm9ybWF0Ijp7IiRpZCI6IjEyNz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3NSIsIkZvcm1hdCI6MCwiSXNWaXNpYmxlIjpmYWxzZSwiTGFzdEtub3duVmlzaWJpbGl0eVN0YXRlIjpmYWxzZX0sIklzVmlzaWJsZSI6dHJ1ZSwiUGFyZW50U3R5bGUiOm51bGx9LCJEZWZhdWx0U3dpbWxhbmVNaWxlc3RvbmVTdHlsZSI6eyIkaWQiOiIxMjc2IiwiVGl0bGVQb3NpdGlvbiI6IlJpZ2h0IiwiRGF0ZVBvc2l0aW9uIjoiTGVmdCIsIlNoYXBlVHlwZSI6MCwiU2hhcGVTaXplIjoxLCJTcGFjaW5nIjo1LCJTaGFwZVN0eWxlIjp7IiRpZCI6IjEyNzciLCJNYXJnaW4iOnsiJGlkIjoiMTI3OCIsIlRvcCI6MC4wLCJMZWZ0IjowLjAsIlJpZ2h0IjowLjAsIkJvdHRvbSI6MC4wfSwiUGFkZGluZyI6eyIkaWQiOiIxMjc5IiwiVG9wIjowLjAsIkxlZnQiOjAuMCwiUmlnaHQiOjAuMCwiQm90dG9tIjowLjB9LCJCYWNrZ3JvdW5kIjp7IiRpZCI6IjEyODAiLCJDb2xvciI6eyIkaWQiOiIxMjgxIiwiQSI6MjU1LCJSIjoxMTIsIkciOjE3MywiQiI6NzF9fSwiSXNWaXNpYmxlIjp0cnVlLCJXaWR0aCI6MTguMCwiSGVpZ2h0IjoyMC4wLCJCb3JkZXJTdHlsZSI6eyIkaWQiOiIxMjgyIiwiTGluZUNvbG9yIjp7IiRpZCI6IjEyODMiLCIkdHlwZSI6Ik5MUkUuQ29tbW9uLkRvbS5Tb2xpZENvbG9yQnJ1c2gsIE5MUkUuQ29tbW9uIiwiQ29sb3IiOnsiJGlkIjoiMTI4NCIsIkEiOjI1NSwiUiI6MjM0LCJHIjoyMiwiQiI6MzB9fSwiTGluZVdlaWdodCI6MC4wLCJMaW5lVHlwZSI6MCwiUGFyZW50U3R5bGUiOm51bGx9LCJQYXJlbnRTdHlsZSI6bnVsbH0sIlRpdGxlU3R5bGUiOnsiJGlkIjoiMTI4NSIsIkZvbnRTZXR0aW5ncyI6eyIkaWQiOiIxMjg2IiwiRm9udFNpemUiOjksIkZvbnROYW1lIjoiQ2FsaWJyaSIsIklzQm9sZCI6dHJ1ZSwiSXNJdGFsaWMiOmZhbHNlLCJJc1VuZGVybGluZWQiOmZhbHNlLCJQYXJlbnRTdHlsZSI6bnVsbH0sIkF1dG9TaXplIjowLCJGb3JlZ3JvdW5kIjp7IiRpZCI6IjEyODciLCJDb2xvciI6eyIkaWQiOiIxMjg4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yODkiLCJUb3AiOjAuMCwiTGVmdCI6MC4wLCJSaWdodCI6MC4wLCJCb3R0b20iOjAuMH0sIlBhZGRpbmciOnsiJGlkIjoiMTI5MCIsIlRvcCI6MC4wLCJMZWZ0IjowLjAsIlJpZ2h0IjowLjAsIkJvdHRvbSI6MC4wfSwiQmFja2dyb3VuZCI6eyIkaWQiOiIxMjkxIiwiQ29sb3IiOnsiJGlkIjoiMTI5MiIsIkEiOjg5LCJSIjowLCJHIjowLCJCIjowfX0sIklzVmlzaWJsZSI6dHJ1ZSwiV2lkdGgiOjAuMCwiSGVpZ2h0IjowLjAsIkJvcmRlclN0eWxlIjp7IiRpZCI6IjEyOTMiLCJMaW5lQ29sb3IiOm51bGwsIkxpbmVXZWlnaHQiOjAuMCwiTGluZVR5cGUiOjAsIlBhcmVudFN0eWxlIjpudWxsfSwiUGFyZW50U3R5bGUiOm51bGx9LCJEYXRlU3R5bGUiOnsiJGlkIjoiMTI5NCIsIkZvbnRTZXR0aW5ncyI6eyIkaWQiOiIxMjk1IiwiRm9udFNpemUiOjksIkZvbnROYW1lIjoiQ2FsaWJyaSIsIklzQm9sZCI6ZmFsc2UsIklzSXRhbGljIjpmYWxzZSwiSXNVbmRlcmxpbmVkIjpmYWxzZSwiUGFyZW50U3R5bGUiOm51bGx9LCJBdXRvU2l6ZSI6MCwiRm9yZWdyb3VuZCI6eyIkaWQiOiIxMjk2IiwiQ29sb3IiOnsiJGlkIjoiMTI5N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I5OCIsIlRvcCI6MC4wLCJMZWZ0IjowLjAsIlJpZ2h0IjowLjAsIkJvdHRvbSI6MC4wfSwiUGFkZGluZyI6eyIkaWQiOiIxMjk5IiwiVG9wIjowLjAsIkxlZnQiOjAuMCwiUmlnaHQiOjAuMCwiQm90dG9tIjowLjB9LCJCYWNrZ3JvdW5kIjp7IiRpZCI6IjEzMDAiLCJDb2xvciI6eyIkaWQiOiIxMzAxIiwiQSI6ODksIlIiOjAsIkciOjAsIkIiOjB9fSwiSXNWaXNpYmxlIjpmYWxzZSwiV2lkdGgiOjAuMCwiSGVpZ2h0IjowLjAsIkJvcmRlclN0eWxlIjp7IiRpZCI6IjEzMDIiLCJMaW5lQ29sb3IiOm51bGwsIkxpbmVXZWlnaHQiOjAuMCwiTGluZVR5cGUiOjAsIlBhcmVudFN0eWxlIjpudWxsfSwiUGFyZW50U3R5bGUiOm51bGx9LCJEYXRlRm9ybWF0Ijp7IiRpZCI6IjEzMD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MwNCIsIkZvcm1hdCI6MCwiSXNWaXNpYmxlIjpmYWxzZSwiTGFzdEtub3duVmlzaWJpbGl0eVN0YXRlIjpmYWxzZX0sIklzVmlzaWJsZSI6dHJ1ZSwiUGFyZW50U3R5bGUiOm51bGx9LCJEZWZhdWx0U3dpbWxhbmVBY3Rpdml0eVN0eWxlIjp7IiRpZCI6IjEzMDUiLCJIZWFkZXJTdHlsZSI6eyIkaWQiOiIxMzA2IiwiVGV4dFN0eWxlIjp7IiRpZCI6IjEzMDciLCJGb250U2V0dGluZ3MiOnsiJGlkIjoiMTMwOCIsIkZvbnRTaXplIjoxMiwiRm9udE5hbWUiOiJDYWxpYnJpIiwiSXNCb2xkIjpmYWxzZSwiSXNJdGFsaWMiOmZhbHNlLCJJc1VuZGVybGluZWQiOmZhbHNlLCJQYXJlbnRTdHlsZSI6bnVsbH0sIkF1dG9TaXplIjowLCJGb3JlZ3JvdW5kIjp7IiRpZCI6IjEzMDkiLCJDb2xvciI6eyIkaWQiOiIxMzEwIiwiQSI6MjU1LCJSIjowLCJHIjowLCJCIjowfX0sIk1heFdpZHRoIjowLjAsIk1heEhlaWdodCI6MC4wLCJTbWFydEZvcmVncm91bmRJc0FjdGl2ZSI6ZmFsc2UsIkhvcml6b250YWxBbGlnbm1lbnQiOjAsIlZlcnRpY2FsQWxpZ25tZW50IjowLCJTbWFydEZvcmVncm91bmQiOm51bGwsIkJhY2tncm91bmRGaWxsVHlwZSI6MCwiTWFyZ2luIjp7IiRpZCI6IjEzMTEiLCJUb3AiOjAuMCwiTGVmdCI6MC4wLCJSaWdodCI6MC4wLCJCb3R0b20iOjAuMH0sIlBhZGRpbmciOnsiJGlkIjoiMTMxMiIsIlRvcCI6MC4wLCJMZWZ0IjowLjAsIlJpZ2h0IjowLjAsIkJvdHRvbSI6MC4wfSwiQmFja2dyb3VuZCI6bnVsbCwiSXNWaXNpYmxlIjpmYWxzZSwiV2lkdGgiOjAuMCwiSGVpZ2h0IjowLjAsIkJvcmRlclN0eWxlIjpudWxsLCJQYXJlbnRTdHlsZSI6bnVsbH0sIlJlY3RhbmdsZVN0eWxlIjp7IiRpZCI6IjEzMTMiLCJNYXJnaW4iOnsiJGlkIjoiMTMxNCIsIlRvcCI6MC4wLCJMZWZ0IjowLjAsIlJpZ2h0IjowLjAsIkJvdHRvbSI6MC4wfSwiUGFkZGluZyI6eyIkaWQiOiIxMzE1IiwiVG9wIjowLjAsIkxlZnQiOjAuMCwiUmlnaHQiOjAuMCwiQm90dG9tIjowLjB9LCJCYWNrZ3JvdW5kIjp7IiRpZCI6IjEzMTYiLCJDb2xvciI6eyIkaWQiOiIxMzE3IiwiQSI6NjMsIlIiOjExMiwiRyI6MTczLCJCIjo3MX19LCJJc1Zpc2libGUiOmZhbHNlLCJXaWR0aCI6MC4wLCJIZWlnaHQiOjAuMCwiQm9yZGVyU3R5bGUiOnsiJGlkIjoiMTMxOCIsIkxpbmVDb2xvciI6eyIkaWQiOiIxMzE5IiwiJHR5cGUiOiJOTFJFLkNvbW1vbi5Eb20uU29saWRDb2xvckJydXNoLCBOTFJFLkNvbW1vbiIsIkNvbG9yIjp7IiRpZCI6IjEzMjAiLCJBIjoyNTUsIlIiOjI1NSwiRyI6MCwiQiI6MH19LCJMaW5lV2VpZ2h0IjowLjAsIkxpbmVUeXBlIjowLCJQYXJlbnRTdHlsZSI6bnVsbH0sIlBhcmVudFN0eWxlIjpudWxsfSwiTWFyZ2luIjp7IiRpZCI6IjEzMjEiLCJUb3AiOjAuMCwiTGVmdCI6MC4wLCJSaWdodCI6MC4wLCJCb3R0b20iOjAuMH0sIlBhZGRpbmciOnsiJGlkIjoiMTMyMiIsIlRvcCI6MC4wLCJMZWZ0IjowLjAsIlJpZ2h0IjowLjAsIkJvdHRvbSI6MC4wfSwiQmFja2dyb3VuZCI6bnVsbCwiSXNWaXNpYmxlIjp0cnVlLCJXaWR0aCI6MC4wLCJIZWlnaHQiOjAuMCwiQm9yZGVyU3R5bGUiOm51bGwsIlBhcmVudFN0eWxlIjpudWxsfSwiQmFja2dyb3VuZFN0eWxlIjp7IiRpZCI6IjEzMjMiLCJNYXJnaW4iOnsiJGlkIjoiMTMyNCIsIlRvcCI6MC4wLCJMZWZ0IjowLjAsIlJpZ2h0IjowLjAsIkJvdHRvbSI6MC4wfSwiUGFkZGluZyI6eyIkaWQiOiIxMzI1IiwiVG9wIjowLjAsIkxlZnQiOjAuMCwiUmlnaHQiOjAuMCwiQm90dG9tIjowLjB9LCJCYWNrZ3JvdW5kIjp7IiRpZCI6IjEzMjYiLCJDb2xvciI6eyIkaWQiOiIxMzI3IiwiQSI6MzgsIlIiOjExMiwiRyI6MTczLCJCIjo3MX19LCJJc1Zpc2libGUiOnRydWUsIldpZHRoIjowLjAsIkhlaWdodCI6MC4wLCJCb3JkZXJTdHlsZSI6eyIkaWQiOiIxMzI4IiwiTGluZUNvbG9yIjp7IiRpZCI6IjEzMjkiLCIkdHlwZSI6Ik5MUkUuQ29tbW9uLkRvbS5Tb2xpZENvbG9yQnJ1c2gsIE5MUkUuQ29tbW9uIiwiQ29sb3IiOnsiJGlkIjoiMTMzMCIsIkEiOjI1NSwiUiI6MjM0LCJHIjoyMiwiQiI6MzB9fSwiTGluZVdlaWdodCI6MC4wLCJMaW5lVHlwZSI6MCwiUGFyZW50U3R5bGUiOm51bGx9LCJQYXJlbnRTdHlsZSI6bnVsbH0sIk1hcmdpbiI6eyIkaWQiOiIxMzMxIiwiVG9wIjowLjAsIkxlZnQiOjAuMCwiUmlnaHQiOjAuMCwiQm90dG9tIjowLjB9LCJQYWRkaW5nIjp7IiRpZCI6IjEzMzIiLCJUb3AiOjAuMCwiTGVmdCI6MC4wLCJSaWdodCI6MC4wLCJCb3R0b20iOjAuMH0sIklzVmlzaWJsZSI6dHJ1ZSwiV2lkdGgiOjAuMCwiSGVpZ2h0IjowLjAsIkJvcmRlclN0eWxlIjp7IiRpZCI6IjEzMzMiLCJMaW5lQ29sb3IiOm51bGwsIkxpbmVXZWlnaHQiOjAuMCwiTGluZVR5cGUiOjAsIlBhcmVudFN0eWxlIjpudWxsfSwiUGFyZW50U3R5bGUiOm51bGx9LCJNYXJnaW4iOnsiJGlkIjoiMTMzNCIsIlRvcCI6MC4wLCJMZWZ0IjowLjAsIlJpZ2h0IjowLjAsIkJvdHRvbSI6MC4wfSwiUGFkZGluZyI6eyIkaWQiOiIxMzM1IiwiVG9wIjowLjAsIkxlZnQiOjAuMCwiUmlnaHQiOjAuMCwiQm90dG9tIjowLjB9LCJJc1Zpc2libGUiOnRydWUsIldpZHRoIjowLjAsIkhlaWdodCI6MC4wLCJCb3JkZXJTdHlsZSI6eyIkaWQiOiIxMzM2IiwiTGluZUNvbG9yIjpudWxsLCJMaW5lV2VpZ2h0IjowLjAsIkxpbmVUeXBlIjowLCJQYXJlbnRTdHlsZSI6bnVsbH0sIlBhcmVudFN0eWxlIjpudWxsfX0seyIkaWQiOiIxMzM3IiwiX2FjdGl2aXRpZXMiOlt7IiRpZCI6IjEzMzgiLCJfcm93cyI6W3siJGlkIjoiMTMzOSIsIl90YXNrcyI6W3siJGlkIjoiMTM0MCIsIl9hdHRhY2hlZE1pbGVzdG9uZXMiOltdLCJUYXNrRGVmaW5pdGlvbiI6eyIkaWQiOiIxMzQxIiwiR3JvdXBOYW1lIjpudWxsLCJTdGFydERhdGUiOiIyMDI2LTA5LTAxVDAwOjAwOjAwWiIsIkVuZERhdGUiOiIyMDI3LTAzLTMxVDIzOjU5OjAwWiIsIlBlcmNlbnRhZ2VDb21wbGV0ZSI6bnVsbCwiU3R5bGUiOnsiJGlkIjoiMTM0MiIsIlNoYXBlIjo3LCJTaGFwZVRoaWNrbmVzcyI6MCwiRHVyYXRpb25Gb3JtYXQiOjUsIkluY2x1ZGVOb25Xb3JraW5nRGF5c0luRHVyYXRpb24iOmZhbHNlLCJQZXJjZW50YWdlQ29tcGxldGVTdHlsZSI6eyIkaWQiOiIxMzQzIiwiRm9udFNldHRpbmdzIjp7IiRpZCI6IjEzNDQiLCJGb250U2l6ZSI6MTAsIkZvbnROYW1lIjoiQ2FsaWJyaSIsIklzQm9sZCI6ZmFsc2UsIklzSXRhbGljIjpmYWxzZSwiSXNVbmRlcmxpbmVkIjpmYWxzZSwiUGFyZW50U3R5bGUiOm51bGx9LCJBdXRvU2l6ZSI6MCwiRm9yZWdyb3VuZCI6eyIkaWQiOiIxMzQ1IiwiQ29sb3IiOnsiJGlkIjoiMTM0NiIsIkEiOjI1NSwiUiI6MTkyLCJHIjo4MCwiQiI6Nzd9fSwiTWF4V2lkdGgiOjIwMC4wLCJNYXhIZWlnaHQiOiJJbmZpbml0eSIsIlNtYXJ0Rm9yZWdyb3VuZElzQWN0aXZlIjpmYWxzZSwiSG9yaXpvbnRhbEFsaWdubWVudCI6MSwiVmVydGljYWxBbGlnbm1lbnQiOjAsIlNtYXJ0Rm9yZWdyb3VuZCI6bnVsbCwiQmFja2dyb3VuZEZpbGxUeXBlIjowLCJNYXJnaW4iOnsiJGlkIjoiMTM0NyIsIlRvcCI6MC4wLCJMZWZ0IjowLjAsIlJpZ2h0IjowLjAsIkJvdHRvbSI6MC4wfSwiUGFkZGluZyI6eyIkaWQiOiIxMzQ4IiwiVG9wIjowLjAsIkxlZnQiOjAuMCwiUmlnaHQiOjAuMCwiQm90dG9tIjowLjB9LCJCYWNrZ3JvdW5kIjp7IiRpZCI6IjEzNDkiLCJDb2xvciI6eyIkaWQiOiIxMzUwIiwiQSI6ODksIlIiOjAsIkciOjAsIkIiOjB9fSwiSXNWaXNpYmxlIjp0cnVlLCJXaWR0aCI6MC4wLCJIZWlnaHQiOjAuMCwiQm9yZGVyU3R5bGUiOnsiJGlkIjoiMTM1MSIsIkxpbmVDb2xvciI6bnVsbCwiTGluZVdlaWdodCI6MC4wLCJMaW5lVHlwZSI6MCwiUGFyZW50U3R5bGUiOm51bGx9LCJQYXJlbnRTdHlsZSI6bnVsbH0sIkR1cmF0aW9uU3R5bGUiOnsiJGlkIjoiMTM1MiIsIkZvbnRTZXR0aW5ncyI6eyIkaWQiOiIxMzUzIiwiRm9udFNpemUiOjEwLCJGb250TmFtZSI6IkNhbGlicmkiLCJJc0JvbGQiOmZhbHNlLCJJc0l0YWxpYyI6ZmFsc2UsIklzVW5kZXJsaW5lZCI6ZmFsc2UsIlBhcmVudFN0eWxlIjpudWxsfSwiQXV0b1NpemUiOjAsIkZvcmVncm91bmQiOnsiJGlkIjoiMTM1NCIsIkNvbG9yIjp7IiRpZCI6IjEzNT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zU2IiwiVG9wIjowLjAsIkxlZnQiOjAuMCwiUmlnaHQiOjAuMCwiQm90dG9tIjowLjB9LCJQYWRkaW5nIjp7IiRpZCI6IjEzNTciLCJUb3AiOjAuMCwiTGVmdCI6MC4wLCJSaWdodCI6MC4wLCJCb3R0b20iOjAuMH0sIkJhY2tncm91bmQiOnsiJGlkIjoiMTM1OCIsIkNvbG9yIjp7IiRpZCI6IjEzNTkiLCJBIjo4OSwiUiI6MCwiRyI6MCwiQiI6MH19LCJJc1Zpc2libGUiOnRydWUsIldpZHRoIjowLjAsIkhlaWdodCI6MC4wLCJCb3JkZXJTdHlsZSI6eyIkaWQiOiIxMzYwIiwiTGluZUNvbG9yIjpudWxsLCJMaW5lV2VpZ2h0IjowLjAsIkxpbmVUeXBlIjowLCJQYXJlbnRTdHlsZSI6bnVsbH0sIlBhcmVudFN0eWxlIjpudWxsfSwiSG9yaXpvbnRhbENvbm5lY3RvclN0eWxlIjp7IiRpZCI6IjEzNjEiLCJMaW5lQ29sb3IiOnsiJGlkIjoiMTM2MiIsIiR0eXBlIjoiTkxSRS5Db21tb24uRG9tLlNvbGlkQ29sb3JCcnVzaCwgTkxSRS5Db21tb24iLCJDb2xvciI6eyIkaWQiOiIxMzYzIiwiQSI6MjU1LCJSIjoyMDQsIkciOjIwNCwiQiI6MjA0fX0sIkxpbmVXZWlnaHQiOjEuMCwiTGluZVR5cGUiOjAsIlBhcmVudFN0eWxlIjpudWxsfSwiVmVydGljYWxDb25uZWN0b3JTdHlsZSI6eyIkaWQiOiIxMzY0IiwiTGluZUNvbG9yIjp7IiRpZCI6IjEzNjUiLCIkdHlwZSI6Ik5MUkUuQ29tbW9uLkRvbS5Tb2xpZENvbG9yQnJ1c2gsIE5MUkUuQ29tbW9uIiwiQ29sb3IiOnsiJGlkIjoiMTM2NiIsIkEiOjI1NSwiUiI6MjA0LCJHIjoyMDQsIkIiOjIwNH1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NCwiSXNCZWxvd1RpbWViYW5kIjp0cnVlLCJQZXJjZW50YWdlQ29tcGxldGVTaGFwZU9wYWNpdHkiOjM1LCJCYXNlbGluZVN0eWxlIjp7IiRpZCI6IjEzNjciLCJTaGFwZVN0eWxlIjp7IiRpZCI6IjEzNjgiLCJNYXJnaW4iOnsiJGlkIjoiMTM2OSIsIlRvcCI6MC4wLCJMZWZ0IjowLjAsIlJpZ2h0IjowLjAsIkJvdHRvbSI6MC4wfSwiUGFkZGluZyI6eyIkaWQiOiIxMzcwIiwiVG9wIjowLjAsIkxlZnQiOjAuMCwiUmlnaHQiOjAuMCwiQm90dG9tIjowLjB9LCJCYWNrZ3JvdW5kIjp7IiRpZCI6IjEzNzEiLCJDb2xvciI6eyIkaWQiOiIxMzcyIiwiQSI6MTUzLCJSIjowLCJHIjowLCJCIjowfX0sIklzVmlzaWJsZSI6dHJ1ZSwiV2lkdGgiOjAuMCwiSGVpZ2h0IjowLjAsIkJvcmRlclN0eWxlIjpudWxsLCJQYXJlbnRTdHlsZSI6bnVsbH0sIk1hcmdpbiI6eyIkaWQiOiIxMzczIiwiVG9wIjowLjAsIkxlZnQiOjAuMCwiUmlnaHQiOjAuMCwiQm90dG9tIjowLjB9LCJQYWRkaW5nIjp7IiRpZCI6IjEzNzQiLCJUb3AiOjAuMCwiTGVmdCI6MC4wLCJSaWdodCI6MC4wLCJCb3R0b20iOjAuMH0sIkJhY2tncm91bmQiOm51bGwsIklzVmlzaWJsZSI6dHJ1ZSwiV2lkdGgiOjAuMCwiSGVpZ2h0IjowLjAsIkJvcmRlclN0eWxlIjpudWxsLCJQYXJlbnRTdHlsZSI6bnVsbH0sIlNoYXBlU3R5bGUiOnsiJGlkIjoiMTM3NSIsIk1hcmdpbiI6eyIkaWQiOiIxMzc2IiwiVG9wIjowLjAsIkxlZnQiOjQuMCwiUmlnaHQiOjQuMCwiQm90dG9tIjowLjB9LCJQYWRkaW5nIjp7IiRpZCI6IjEzNzciLCJUb3AiOjAuMCwiTGVmdCI6MC4wLCJSaWdodCI6MC4wLCJCb3R0b20iOjAuMH0sIkJhY2tncm91bmQiOnsiJGlkIjoiMTM3OCIsIkNvbG9yIjp7IiRpZCI6IjEzNzkiLCJBIjoyNTUsIlIiOjY4LCJHIjoxMTQsIkIiOjE5Nn19LCJJc1Zpc2libGUiOnRydWUsIldpZHRoIjowLjAsIkhlaWdodCI6MTAuMCwiQm9yZGVyU3R5bGUiOnsiJGlkIjoiMTM4MCIsIkxpbmVDb2xvciI6eyIkaWQiOiIxMzgxIiwiJHR5cGUiOiJOTFJFLkNvbW1vbi5Eb20uU29saWRDb2xvckJydXNoLCBOTFJFLkNvbW1vbiIsIkNvbG9yIjp7IiRpZCI6IjEzODIiLCJBIjoyNTUsIlIiOjI2LCJHIjoxOCwiQiI6ODl9fSwiTGluZVdlaWdodCI6MC4wLCJMaW5lVHlwZSI6MCwiUGFyZW50U3R5bGUiOm51bGx9LCJQYXJlbnRTdHlsZSI6bnVsbH0sIlRpdGxlU3R5bGUiOnsiJGlkIjoiMTM4MyIsIkZvbnRTZXR0aW5ncyI6eyIkaWQiOiIxMzg0IiwiRm9udFNpemUiOjksIkZvbnROYW1lIjoiQ2FsaWJyaSIsIklzQm9sZCI6dHJ1ZSwiSXNJdGFsaWMiOmZhbHNlLCJJc1VuZGVybGluZWQiOmZhbHNlLCJQYXJlbnRTdHlsZSI6bnVsbH0sIkF1dG9TaXplIjowLCJGb3JlZ3JvdW5kIjp7IiRpZCI6IjEzODUiLCJDb2xvciI6eyIkaWQiOiIxMzg2IiwiQSI6MjU1LCJSIjoyNTUsIkciOjMwLCJCIjoxNTN9fSwiTWF4V2lkdGgiOjcyMC4wLCJNYXhIZWlnaHQiOiJJbmZpbml0eSIsIlNtYXJ0Rm9yZWdyb3VuZElzQWN0aXZlIjpmYWxzZSwiSG9yaXpvbnRhbEFsaWdubWVudCI6MSwiVmVydGljYWxBbGlnbm1lbnQiOjAsIlNtYXJ0Rm9yZWdyb3VuZCI6bnVsbCwiQmFja2dyb3VuZEZpbGxUeXBlIjowLCJNYXJnaW4iOnsiJGlkIjoiMTM4NyIsIlRvcCI6MC4wLCJMZWZ0IjowLjAsIlJpZ2h0IjowLjAsIkJvdHRvbSI6MC4wfSwiUGFkZGluZyI6eyIkaWQiOiIxMzg4IiwiVG9wIjowLjAsIkxlZnQiOjAuMCwiUmlnaHQiOjAuMCwiQm90dG9tIjowLjB9LCJCYWNrZ3JvdW5kIjp7IiRpZCI6IjEzODkiLCJDb2xvciI6eyIkaWQiOiIxMzkwIiwiQSI6MCwiUiI6MjU1LCJHIjoyNTUsIkIiOjI1NX19LCJJc1Zpc2libGUiOnRydWUsIldpZHRoIjowLjAsIkhlaWdodCI6MC4wLCJCb3JkZXJTdHlsZSI6eyIkaWQiOiIxMzkxIiwiTGluZUNvbG9yIjpudWxsLCJMaW5lV2VpZ2h0IjowLjAsIkxpbmVUeXBlIjowLCJQYXJlbnRTdHlsZSI6bnVsbH0sIlBhcmVudFN0eWxlIjpudWxsfSwiRGF0ZVN0eWxlIjp7IiRpZCI6IjEzOTIiLCJGb250U2V0dGluZ3MiOnsiJGlkIjoiMTM5MyIsIkZvbnRTaXplIjoxMCwiRm9udE5hbWUiOiJDYWxpYnJpIiwiSXNCb2xkIjpmYWxzZSwiSXNJdGFsaWMiOmZhbHNlLCJJc1VuZGVybGluZWQiOmZhbHNlLCJQYXJlbnRTdHlsZSI6bnVsbH0sIkF1dG9TaXplIjowLCJGb3JlZ3JvdW5kIjp7IiRpZCI6IjEzOTQiLCJDb2xvciI6eyIkaWQiOiIxMzk1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zk2IiwiVG9wIjowLjAsIkxlZnQiOjAuMCwiUmlnaHQiOjAuMCwiQm90dG9tIjowLjB9LCJQYWRkaW5nIjp7IiRpZCI6IjEzOTciLCJUb3AiOjAuMCwiTGVmdCI6MC4wLCJSaWdodCI6MC4wLCJCb3R0b20iOjAuMH0sIkJhY2tncm91bmQiOnsiJGlkIjoiMTM5OCIsIkNvbG9yIjp7IiRpZCI6IjEzOTkiLCJBIjowLCJSIjoyNTUsIkciOjI1NSwiQiI6MjU1fX0sIklzVmlzaWJsZSI6dHJ1ZSwiV2lkdGgiOjAuMCwiSGVpZ2h0IjowLjAsIkJvcmRlclN0eWxlIjp7IiRpZCI6IjE0MDAiLCJMaW5lQ29sb3IiOm51bGwsIkxpbmVXZWlnaHQiOjAuMCwiTGluZVR5cGUiOjAsIlBhcmVudFN0eWxlIjpudWxsfSwiUGFyZW50U3R5bGUiOm51bGx9LCJEYXRlRm9ybWF0Ijp7IiRpZCI6IjE0M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wMiIsIkZvcm1hdCI6MCwiSXNWaXNpYmxlIjpmYWxzZSwiTGFzdEtub3duVmlzaWJpbGl0eVN0YXRlIjpmYWxzZX0sIklzVmlzaWJsZSI6dHJ1ZSwiUGFyZW50U3R5bGUiOm51bGx9LCJJbmRleCI6MCwiU21hcnREdXJhdGlvbkFjdGl2YXRlZCI6ZmFsc2UsIkRhdGVGb3JtYXQiOnsiJHJlZiI6IjE0MDEifSwiV2Vla051bWJlcmluZyI6eyIkaWQiOiIxNDAzIiwiRm9ybWF0IjowLCJJc1Zpc2libGUiOmZhbHNlLCJMYXN0S25vd25WaXNpYmlsaXR5U3RhdGUiOmZhbHNlfSwiQmFzZWxpbmVEYXRhIjp7IiRpZCI6IjE0MDQiLCJTdGFydERhdGUiOiIyMDI2LTA5LTAxVDAwOjAwOjAwIiwiRW5kRGF0ZSI6IjIwMjctMDMtMzFUMjM6NTk6MDAifSwiSWQiOiIxNTRjOWVjOC0wZDUxLTRjZTAtYWM1MS05YzhhMGMyNTE1NzciLCJJbXBvcnRJZCI6bnVsbCwiVGl0bGUiOiJTeXN0ZW0gQWNjZXB0YW5jZSIsIk5vdGUiOm51bGwsIkh5cGVybGluayI6eyIkaWQiOiIxNDA1IiwiQWRkcmVzcyI6bnVsbCwiU3ViQWRkcmVzcyI6bnVsbH0sIklzQ2hhbmdlZCI6ZmFsc2UsIklzTmV3IjpmYWxzZX19XSwiX21pbGVzdG9uZXMiOltdLCJJZCI6IjAwMDAwMDAwLTAwMDAtMDAwMC0wMDAwLTAwMDAwMDAwMDAwMCIsIklzU2luZ2xlSXRlbVJvdyI6dHJ1ZX0seyIkaWQiOiIxNDA2IiwiX3Rhc2tzIjpbeyIkaWQiOiIxNDA3IiwiX2F0dGFjaGVkTWlsZXN0b25lcyI6W10sIlRhc2tEZWZpbml0aW9uIjp7IiRpZCI6IjE0MDgiLCJHcm91cE5hbWUiOm51bGwsIlN0YXJ0RGF0ZSI6IjIwMjYtMDktMDFUMDA6MDA6MDBaIiwiRW5kRGF0ZSI6IjIwMjctMDMtMzFUMjM6NTk6MDBaIiwiUGVyY2VudGFnZUNvbXBsZXRlIjpudWxsLCJTdHlsZSI6eyIkaWQiOiIxNDA5IiwiU2hhcGUiOjcsIlNoYXBlVGhpY2tuZXNzIjowLCJEdXJhdGlvbkZvcm1hdCI6NSwiSW5jbHVkZU5vbldvcmtpbmdEYXlzSW5EdXJhdGlvbiI6ZmFsc2UsIlBlcmNlbnRhZ2VDb21wbGV0ZVN0eWxlIjp7IiRpZCI6IjE0MTAiLCJGb250U2V0dGluZ3MiOnsiJGlkIjoiMTQxMSIsIkZvbnRTaXplIjoxMCwiRm9udE5hbWUiOiJDYWxpYnJpIiwiSXNCb2xkIjpmYWxzZSwiSXNJdGFsaWMiOmZhbHNlLCJJc1VuZGVybGluZWQiOmZhbHNlLCJQYXJlbnRTdHlsZSI6bnVsbH0sIkF1dG9TaXplIjowLCJGb3JlZ3JvdW5kIjp7IiRpZCI6IjE0MTIiLCJDb2xvciI6eyIkaWQiOiIxNDEzIiwiQSI6MjU1LCJSIjoxOTIsIkciOjgwLCJCIjo3N319LCJNYXhXaWR0aCI6MjAwLjAsIk1heEhlaWdodCI6IkluZmluaXR5IiwiU21hcnRGb3JlZ3JvdW5kSXNBY3RpdmUiOmZhbHNlLCJIb3Jpem9udGFsQWxpZ25tZW50IjoxLCJWZXJ0aWNhbEFsaWdubWVudCI6MCwiU21hcnRGb3JlZ3JvdW5kIjpudWxsLCJCYWNrZ3JvdW5kRmlsbFR5cGUiOjAsIk1hcmdpbiI6eyIkaWQiOiIxNDE0IiwiVG9wIjowLjAsIkxlZnQiOjAuMCwiUmlnaHQiOjAuMCwiQm90dG9tIjowLjB9LCJQYWRkaW5nIjp7IiRpZCI6IjE0MTUiLCJUb3AiOjAuMCwiTGVmdCI6MC4wLCJSaWdodCI6MC4wLCJCb3R0b20iOjAuMH0sIkJhY2tncm91bmQiOnsiJGlkIjoiMTQxNiIsIkNvbG9yIjp7IiRpZCI6IjE0MTciLCJBIjo4OSwiUiI6MCwiRyI6MCwiQiI6MH19LCJJc1Zpc2libGUiOnRydWUsIldpZHRoIjowLjAsIkhlaWdodCI6MC4wLCJCb3JkZXJTdHlsZSI6eyIkaWQiOiIxNDE4IiwiTGluZUNvbG9yIjpudWxsLCJMaW5lV2VpZ2h0IjowLjAsIkxpbmVUeXBlIjowLCJQYXJlbnRTdHlsZSI6bnVsbH0sIlBhcmVudFN0eWxlIjpudWxsfSwiRHVyYXRpb25TdHlsZSI6eyIkaWQiOiIxNDE5IiwiRm9udFNldHRpbmdzIjp7IiRpZCI6IjE0MjAiLCJGb250U2l6ZSI6MTAsIkZvbnROYW1lIjoiQ2FsaWJyaSIsIklzQm9sZCI6ZmFsc2UsIklzSXRhbGljIjpmYWxzZSwiSXNVbmRlcmxpbmVkIjpmYWxzZSwiUGFyZW50U3R5bGUiOm51bGx9LCJBdXRvU2l6ZSI6MCwiRm9yZWdyb3VuZCI6eyIkaWQiOiIxNDIxIiwiQ29sb3IiOnsiJGlkIjoiMTQyM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0MjMiLCJUb3AiOjAuMCwiTGVmdCI6MC4wLCJSaWdodCI6MC4wLCJCb3R0b20iOjAuMH0sIlBhZGRpbmciOnsiJGlkIjoiMTQyNCIsIlRvcCI6MC4wLCJMZWZ0IjowLjAsIlJpZ2h0IjowLjAsIkJvdHRvbSI6MC4wfSwiQmFja2dyb3VuZCI6eyIkaWQiOiIxNDI1IiwiQ29sb3IiOnsiJGlkIjoiMTQyNiIsIkEiOjg5LCJSIjowLCJHIjowLCJCIjowfX0sIklzVmlzaWJsZSI6dHJ1ZSwiV2lkdGgiOjAuMCwiSGVpZ2h0IjowLjAsIkJvcmRlclN0eWxlIjp7IiRpZCI6IjE0MjciLCJMaW5lQ29sb3IiOm51bGwsIkxpbmVXZWlnaHQiOjAuMCwiTGluZVR5cGUiOjAsIlBhcmVudFN0eWxlIjpudWxsfSwiUGFyZW50U3R5bGUiOm51bGx9LCJIb3Jpem9udGFsQ29ubmVjdG9yU3R5bGUiOnsiJGlkIjoiMTQyOCIsIkxpbmVDb2xvciI6eyIkaWQiOiIxNDI5IiwiJHR5cGUiOiJOTFJFLkNvbW1vbi5Eb20uU29saWRDb2xvckJydXNoLCBOTFJFLkNvbW1vbiIsIkNvbG9yIjp7IiRpZCI6IjE0MzAiLCJBIjoyNTUsIlIiOjIwNCwiRyI6MjA0LCJCIjoyMDR9fSwiTGluZVdlaWdodCI6MS4wLCJMaW5lVHlwZSI6MCwiUGFyZW50U3R5bGUiOm51bGx9LCJWZXJ0aWNhbENvbm5lY3RvclN0eWxlIjp7IiRpZCI6IjE0MzEiLCJMaW5lQ29sb3IiOnsiJGlkIjoiMTQzMiIsIiR0eXBlIjoiTkxSRS5Db21tb24uRG9tLlNvbGlkQ29sb3JCcnVzaCwgTkxSRS5Db21tb24iLCJDb2xvciI6eyIkaWQiOiIxNDMz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0LCJJc0JlbG93VGltZWJhbmQiOnRydWUsIlBlcmNlbnRhZ2VDb21wbGV0ZVNoYXBlT3BhY2l0eSI6MzUsIkJhc2VsaW5lU3R5bGUiOnsiJGlkIjoiMTQzNCIsIlNoYXBlU3R5bGUiOnsiJGlkIjoiMTQzNSIsIk1hcmdpbiI6eyIkaWQiOiIxNDM2IiwiVG9wIjowLjAsIkxlZnQiOjAuMCwiUmlnaHQiOjAuMCwiQm90dG9tIjowLjB9LCJQYWRkaW5nIjp7IiRpZCI6IjE0MzciLCJUb3AiOjAuMCwiTGVmdCI6MC4wLCJSaWdodCI6MC4wLCJCb3R0b20iOjAuMH0sIkJhY2tncm91bmQiOnsiJGlkIjoiMTQzOCIsIkNvbG9yIjp7IiRpZCI6IjE0MzkiLCJBIjoxNTMsIlIiOjAsIkciOjAsIkIiOjB9fSwiSXNWaXNpYmxlIjp0cnVlLCJXaWR0aCI6MC4wLCJIZWlnaHQiOjAuMCwiQm9yZGVyU3R5bGUiOm51bGwsIlBhcmVudFN0eWxlIjpudWxsfSwiTWFyZ2luIjp7IiRpZCI6IjE0NDAiLCJUb3AiOjAuMCwiTGVmdCI6MC4wLCJSaWdodCI6MC4wLCJCb3R0b20iOjAuMH0sIlBhZGRpbmciOnsiJGlkIjoiMTQ0MSIsIlRvcCI6MC4wLCJMZWZ0IjowLjAsIlJpZ2h0IjowLjAsIkJvdHRvbSI6MC4wfSwiQmFja2dyb3VuZCI6bnVsbCwiSXNWaXNpYmxlIjp0cnVlLCJXaWR0aCI6MC4wLCJIZWlnaHQiOjAuMCwiQm9yZGVyU3R5bGUiOm51bGwsIlBhcmVudFN0eWxlIjpudWxsfSwiU2hhcGVTdHlsZSI6eyIkaWQiOiIxNDQyIiwiTWFyZ2luIjp7IiRpZCI6IjE0NDMiLCJUb3AiOjAuMCwiTGVmdCI6NC4wLCJSaWdodCI6NC4wLCJCb3R0b20iOjAuMH0sIlBhZGRpbmciOnsiJGlkIjoiMTQ0NCIsIlRvcCI6MC4wLCJMZWZ0IjowLjAsIlJpZ2h0IjowLjAsIkJvdHRvbSI6MC4wfSwiQmFja2dyb3VuZCI6eyIkaWQiOiIxNDQ1IiwiQ29sb3IiOnsiJGlkIjoiMTQ0NiIsIkEiOjI1NSwiUiI6NjgsIkciOjExNCwiQiI6MTk2fX0sIklzVmlzaWJsZSI6dHJ1ZSwiV2lkdGgiOjAuMCwiSGVpZ2h0IjoxMC4wLCJCb3JkZXJTdHlsZSI6eyIkaWQiOiIxNDQ3IiwiTGluZUNvbG9yIjp7IiRpZCI6IjE0NDgiLCIkdHlwZSI6Ik5MUkUuQ29tbW9uLkRvbS5Tb2xpZENvbG9yQnJ1c2gsIE5MUkUuQ29tbW9uIiwiQ29sb3IiOnsiJGlkIjoiMTQ0OSIsIkEiOjI1NSwiUiI6MjYsIkciOjE4LCJCIjo4OX19LCJMaW5lV2VpZ2h0IjowLjAsIkxpbmVUeXBlIjowLCJQYXJlbnRTdHlsZSI6bnVsbH0sIlBhcmVudFN0eWxlIjpudWxsfSwiVGl0bGVTdHlsZSI6eyIkaWQiOiIxNDUwIiwiRm9udFNldHRpbmdzIjp7IiRpZCI6IjE0NTEiLCJGb250U2l6ZSI6OSwiRm9udE5hbWUiOiJDYWxpYnJpIiwiSXNCb2xkIjp0cnVlLCJJc0l0YWxpYyI6ZmFsc2UsIklzVW5kZXJsaW5lZCI6ZmFsc2UsIlBhcmVudFN0eWxlIjpudWxsfSwiQXV0b1NpemUiOjAsIkZvcmVncm91bmQiOnsiJGlkIjoiMTQ1MiIsIkNvbG9yIjp7IiRpZCI6IjE0NTMiLCJBIjoyNTUsIlIiOjAsIkciOjAsIkIiOjB9fSwiTWF4V2lkdGgiOjcyMC4wLCJNYXhIZWlnaHQiOiJJbmZpbml0eSIsIlNtYXJ0Rm9yZWdyb3VuZElzQWN0aXZlIjpmYWxzZSwiSG9yaXpvbnRhbEFsaWdubWVudCI6MSwiVmVydGljYWxBbGlnbm1lbnQiOjAsIlNtYXJ0Rm9yZWdyb3VuZCI6bnVsbCwiQmFja2dyb3VuZEZpbGxUeXBlIjowLCJNYXJnaW4iOnsiJGlkIjoiMTQ1NCIsIlRvcCI6MC4wLCJMZWZ0IjowLjAsIlJpZ2h0IjowLjAsIkJvdHRvbSI6MC4wfSwiUGFkZGluZyI6eyIkaWQiOiIxNDU1IiwiVG9wIjowLjAsIkxlZnQiOjAuMCwiUmlnaHQiOjAuMCwiQm90dG9tIjowLjB9LCJCYWNrZ3JvdW5kIjp7IiRpZCI6IjE0NTYiLCJDb2xvciI6eyIkaWQiOiIxNDU3IiwiQSI6MCwiUiI6MjU1LCJHIjoyNTUsIkIiOjI1NX19LCJJc1Zpc2libGUiOnRydWUsIldpZHRoIjowLjAsIkhlaWdodCI6MC4wLCJCb3JkZXJTdHlsZSI6eyIkaWQiOiIxNDU4IiwiTGluZUNvbG9yIjpudWxsLCJMaW5lV2VpZ2h0IjowLjAsIkxpbmVUeXBlIjowLCJQYXJlbnRTdHlsZSI6bnVsbH0sIlBhcmVudFN0eWxlIjpudWxsfSwiRGF0ZVN0eWxlIjp7IiRpZCI6IjE0NTkiLCJGb250U2V0dGluZ3MiOnsiJGlkIjoiMTQ2MCIsIkZvbnRTaXplIjoxMCwiRm9udE5hbWUiOiJDYWxpYnJpIiwiSXNCb2xkIjpmYWxzZSwiSXNJdGFsaWMiOmZhbHNlLCJJc1VuZGVybGluZWQiOmZhbHNlLCJQYXJlbnRTdHlsZSI6bnVsbH0sIkF1dG9TaXplIjowLCJGb3JlZ3JvdW5kIjp7IiRpZCI6IjE0NjEiLCJDb2xvciI6eyIkaWQiOiIxNDY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NDYzIiwiVG9wIjowLjAsIkxlZnQiOjAuMCwiUmlnaHQiOjAuMCwiQm90dG9tIjowLjB9LCJQYWRkaW5nIjp7IiRpZCI6IjE0NjQiLCJUb3AiOjAuMCwiTGVmdCI6MC4wLCJSaWdodCI6MC4wLCJCb3R0b20iOjAuMH0sIkJhY2tncm91bmQiOnsiJGlkIjoiMTQ2NSIsIkNvbG9yIjp7IiRpZCI6IjE0NjYiLCJBIjowLCJSIjoyNTUsIkciOjI1NSwiQiI6MjU1fX0sIklzVmlzaWJsZSI6dHJ1ZSwiV2lkdGgiOjAuMCwiSGVpZ2h0IjowLjAsIkJvcmRlclN0eWxlIjp7IiRpZCI6IjE0NjciLCJMaW5lQ29sb3IiOm51bGwsIkxpbmVXZWlnaHQiOjAuMCwiTGluZVR5cGUiOjAsIlBhcmVudFN0eWxlIjpudWxsfSwiUGFyZW50U3R5bGUiOm51bGx9LCJEYXRlRm9ybWF0Ijp7IiRpZCI6IjE0Nj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2OSIsIkZvcm1hdCI6MCwiSXNWaXNpYmxlIjpmYWxzZSwiTGFzdEtub3duVmlzaWJpbGl0eVN0YXRlIjpmYWxzZX0sIklzVmlzaWJsZSI6dHJ1ZSwiUGFyZW50U3R5bGUiOm51bGx9LCJJbmRleCI6MSwiU21hcnREdXJhdGlvbkFjdGl2YXRlZCI6ZmFsc2UsIkRhdGVGb3JtYXQiOnsiJHJlZiI6IjE0NjgifSwiV2Vla051bWJlcmluZyI6eyIkaWQiOiIxNDcwIiwiRm9ybWF0IjowLCJJc1Zpc2libGUiOmZhbHNlLCJMYXN0S25vd25WaXNpYmlsaXR5U3RhdGUiOmZhbHNlfSwiQmFzZWxpbmVEYXRhIjp7IiRpZCI6IjE0NzEiLCJTdGFydERhdGUiOiIyMDI2LTA5LTAxVDAwOjAwOjAwIiwiRW5kRGF0ZSI6IjIwMjctMDMtMzFUMjM6NTk6MDAifSwiSWQiOiIyNWZiYjFmZC1kZDhhLTRmNDYtYTlkNC01MzMyODYxZDM4MjIiLCJJbXBvcnRJZCI6bnVsbCwiVGl0bGUiOiJEdWFsIERlbGl2ZXJ5IFBlcmlvZCIsIk5vdGUiOm51bGwsIkh5cGVybGluayI6eyIkaWQiOiIxNDcyIiwiQWRkcmVzcyI6bnVsbCwiU3ViQWRkcmVzcyI6bnVsbH0sIklzQ2hhbmdlZCI6ZmFsc2UsIklzTmV3IjpmYWxzZX19XSwiX21pbGVzdG9uZXMiOltdLCJJZCI6IjAwMDAwMDAwLTAwMDAtMDAwMC0wMDAwLTAwMDAwMDAwMDAwMCIsIklzU2luZ2xlSXRlbVJvdyI6dHJ1ZX0seyIkaWQiOiIxNDczIiwiX3Rhc2tzIjpbXSwiX21pbGVzdG9uZXMiOlt7IiRpZCI6IjE0NzQiLCJJZCI6IjRlOWEzNzI3LWQwNjAtNGU3ZS04MTZmLTgxNzRhNTAxOGNlNCIsIkluZGV4IjoyLCJHcm91cElkIjpudWxsLCJUaXRsZSI6IlN0cmF0IE9mIFN1YnNjcmlwcnNpb24iLCJEYXRlVGltZSI6IjIwMjctMDQtMzBUMjM6NTk6MDAiLCJQZXJjZW50YWdlQ29tcGxldGUiOm51bGwsIk5vdGUiOm51bGwsIlN0eWxlIjp7IiRpZCI6IjE0NzUiLCJUaXRsZVBvc2l0aW9uIjoiTGVmdCIsIkRhdGVQb3NpdGlvbiI6IkxlZnQiLCJTaGFwZVR5cGUiOjE5LCJTaGFwZVNpemUiOjEsIlNwYWNpbmciOjQsIlNoYXBlU3R5bGUiOnsiJGlkIjoiMTQ3NiIsIk1hcmdpbiI6eyIkaWQiOiIxNDc3IiwiVG9wIjowLjAsIkxlZnQiOjAuMCwiUmlnaHQiOjAuMCwiQm90dG9tIjowLjB9LCJQYWRkaW5nIjp7IiRpZCI6IjE0NzgiLCJUb3AiOjAuMCwiTGVmdCI6MC4wLCJSaWdodCI6MC4wLCJCb3R0b20iOjAuMH0sIkJhY2tncm91bmQiOnsiJGlkIjoiMTQ3OSIsIkNvbG9yIjp7IiRpZCI6IjE0ODAiLCJBIjoyNTUsIlIiOjE3NywiRyI6OTMsIkIiOjM2fX0sIklzVmlzaWJsZSI6dHJ1ZSwiV2lkdGgiOjEzLjAsIkhlaWdodCI6MTMuMCwiQm9yZGVyU3R5bGUiOnsiJGlkIjoiMTQ4MSIsIkxpbmVDb2xvciI6eyIkaWQiOiIxNDgyIiwiJHR5cGUiOiJOTFJFLkNvbW1vbi5Eb20uU29saWRDb2xvckJydXNoLCBOTFJFLkNvbW1vbiIsIkNvbG9yIjp7IiRpZCI6IjE0ODMiLCJBIjoyNTUsIlIiOjIzNCwiRyI6MjIsIkIiOjMwfX0sIkxpbmVXZWlnaHQiOjAuMCwiTGluZVR5cGUiOjAsIlBhcmVudFN0eWxlIjpudWxsfSwiUGFyZW50U3R5bGUiOm51bGx9LCJUaXRsZVN0eWxlIjp7IiRpZCI6IjE0ODQiLCJGb250U2V0dGluZ3MiOnsiJGlkIjoiMTQ4NSIsIkZvbnRTaXplIjo5LCJGb250TmFtZSI6IkNhbGlicmkiLCJJc0JvbGQiOnRydWUsIklzSXRhbGljIjpmYWxzZSwiSXNVbmRlcmxpbmVkIjpmYWxzZSwiUGFyZW50U3R5bGUiOm51bGx9LCJBdXRvU2l6ZSI6MCwiRm9yZWdyb3VuZCI6eyIkaWQiOiIxNDg2IiwiQ29sb3IiOnsiJGlkIjoiMTQ4Ny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xNDg4IiwiVG9wIjowLjAsIkxlZnQiOjAuMCwiUmlnaHQiOjAuMCwiQm90dG9tIjowLjB9LCJQYWRkaW5nIjp7IiRpZCI6IjE0ODkiLCJUb3AiOjAuMCwiTGVmdCI6MC4wLCJSaWdodCI6MC4wLCJCb3R0b20iOjAuMH0sIkJhY2tncm91bmQiOnsiJGlkIjoiMTQ5MCIsIkNvbG9yIjp7IiRpZCI6IjE0OTEiLCJBIjowLCJSIjoyNTUsIkciOjI1NSwiQiI6MjU1fX0sIklzVmlzaWJsZSI6dHJ1ZSwiV2lkdGgiOjAuMCwiSGVpZ2h0IjowLjAsIkJvcmRlclN0eWxlIjp7IiRpZCI6IjE0OTIiLCJMaW5lQ29sb3IiOm51bGwsIkxpbmVXZWlnaHQiOjAuMCwiTGluZVR5cGUiOjAsIlBhcmVudFN0eWxlIjpudWxsfSwiUGFyZW50U3R5bGUiOm51bGx9LCJEYXRlU3R5bGUiOnsiJGlkIjoiMTQ5MyIsIkZvbnRTZXR0aW5ncyI6eyIkaWQiOiIxNDk0IiwiRm9udFNpemUiOjksIkZvbnROYW1lIjoiQ2FsaWJyaSIsIklzQm9sZCI6ZmFsc2UsIklzSXRhbGljIjpmYWxzZSwiSXNVbmRlcmxpbmVkIjpmYWxzZSwiUGFyZW50U3R5bGUiOm51bGx9LCJBdXRvU2l6ZSI6MCwiRm9yZWdyb3VuZCI6eyIkaWQiOiIxNDk1IiwiQ29sb3IiOnsiJGlkIjoiMTQ5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Q5NyIsIlRvcCI6MC4wLCJMZWZ0IjowLjAsIlJpZ2h0IjowLjAsIkJvdHRvbSI6MC4wfSwiUGFkZGluZyI6eyIkaWQiOiIxNDk4IiwiVG9wIjowLjAsIkxlZnQiOjAuMCwiUmlnaHQiOjAuMCwiQm90dG9tIjowLjB9LCJCYWNrZ3JvdW5kIjp7IiRpZCI6IjE0OTkiLCJDb2xvciI6eyIkaWQiOiIxNTAwIiwiQSI6MCwiUiI6MjU1LCJHIjoyNTUsIkIiOjI1NX19LCJJc1Zpc2libGUiOmZhbHNlLCJXaWR0aCI6MC4wLCJIZWlnaHQiOjAuMCwiQm9yZGVyU3R5bGUiOnsiJGlkIjoiMTUwMSIsIkxpbmVDb2xvciI6bnVsbCwiTGluZVdlaWdodCI6MC4wLCJMaW5lVHlwZSI6MCwiUGFyZW50U3R5bGUiOm51bGx9LCJQYXJlbnRTdHlsZSI6bnVsbH0sIkRhdGVGb3JtYXQiOnsiJGlkIjoiMTUw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TAz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E1MDQiLCJfdGFza3MiOltdLCJfbWlsZXN0b25lcyI6W3siJGlkIjoiMTUwNSIsIklkIjoiN2JlNTY2NzctNjVlMy00ZWI0LWIzODYtYTYxZDQ1ZjdiZjZkIiwiSW5kZXgiOjMsIkdyb3VwSWQiOm51bGwsIlRpdGxlIjoiQ3V0IE92ZXIgIiwiRGF0ZVRpbWUiOiIyMDI3LTA0LTMwVDIzOjU5OjAwIiwiUGVyY2VudGFnZUNvbXBsZXRlIjpudWxsLCJOb3RlIjpudWxsLCJTdHlsZSI6eyIkaWQiOiIxNTA2IiwiVGl0bGVQb3NpdGlvbiI6IkxlZnQiLCJEYXRlUG9zaXRpb24iOiJMZWZ0IiwiU2hhcGVUeXBlIjoxOSwiU2hhcGVTaXplIjoxLCJTcGFjaW5nIjo0LCJTaGFwZVN0eWxlIjp7IiRpZCI6IjE1MDciLCJNYXJnaW4iOnsiJGlkIjoiMTUwOCIsIlRvcCI6MC4wLCJMZWZ0IjowLjAsIlJpZ2h0IjowLjAsIkJvdHRvbSI6MC4wfSwiUGFkZGluZyI6eyIkaWQiOiIxNTA5IiwiVG9wIjowLjAsIkxlZnQiOjAuMCwiUmlnaHQiOjAuMCwiQm90dG9tIjowLjB9LCJCYWNrZ3JvdW5kIjp7IiRpZCI6IjE1MTAiLCJDb2xvciI6eyIkaWQiOiIxNTExIiwiQSI6MjU1LCJSIjoxNzcsIkciOjkzLCJCIjozNn19LCJJc1Zpc2libGUiOnRydWUsIldpZHRoIjoxMy4wLCJIZWlnaHQiOjEzLjAsIkJvcmRlclN0eWxlIjp7IiRpZCI6IjE1MTIiLCJMaW5lQ29sb3IiOnsiJGlkIjoiMTUxMyIsIiR0eXBlIjoiTkxSRS5Db21tb24uRG9tLlNvbGlkQ29sb3JCcnVzaCwgTkxSRS5Db21tb24iLCJDb2xvciI6eyIkaWQiOiIxNTE0IiwiQSI6MjU1LCJSIjoyMzQsIkciOjIyLCJCIjozMH19LCJMaW5lV2VpZ2h0IjowLjAsIkxpbmVUeXBlIjowLCJQYXJlbnRTdHlsZSI6bnVsbH0sIlBhcmVudFN0eWxlIjpudWxsfSwiVGl0bGVTdHlsZSI6eyIkaWQiOiIxNTE1IiwiRm9udFNldHRpbmdzIjp7IiRpZCI6IjE1MTYiLCJGb250U2l6ZSI6OSwiRm9udE5hbWUiOiJDYWxpYnJpIiwiSXNCb2xkIjp0cnVlLCJJc0l0YWxpYyI6ZmFsc2UsIklzVW5kZXJsaW5lZCI6ZmFsc2UsIlBhcmVudFN0eWxlIjpudWxsfSwiQXV0b1NpemUiOjAsIkZvcmVncm91bmQiOnsiJGlkIjoiMTUxNyIsIkNvbG9yIjp7IiRpZCI6IjE1MT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UxOSIsIlRvcCI6MC4wLCJMZWZ0IjowLjAsIlJpZ2h0IjowLjAsIkJvdHRvbSI6MC4wfSwiUGFkZGluZyI6eyIkaWQiOiIxNTIwIiwiVG9wIjowLjAsIkxlZnQiOjAuMCwiUmlnaHQiOjAuMCwiQm90dG9tIjowLjB9LCJCYWNrZ3JvdW5kIjp7IiRpZCI6IjE1MjEiLCJDb2xvciI6eyIkaWQiOiIxNTIyIiwiQSI6MCwiUiI6MjU1LCJHIjoyNTUsIkIiOjI1NX19LCJJc1Zpc2libGUiOnRydWUsIldpZHRoIjowLjAsIkhlaWdodCI6MC4wLCJCb3JkZXJTdHlsZSI6eyIkaWQiOiIxNTIzIiwiTGluZUNvbG9yIjpudWxsLCJMaW5lV2VpZ2h0IjowLjAsIkxpbmVUeXBlIjowLCJQYXJlbnRTdHlsZSI6bnVsbH0sIlBhcmVudFN0eWxlIjpudWxsfSwiRGF0ZVN0eWxlIjp7IiRpZCI6IjE1MjQiLCJGb250U2V0dGluZ3MiOnsiJGlkIjoiMTUyNSIsIkZvbnRTaXplIjo5LCJGb250TmFtZSI6IkNhbGlicmkiLCJJc0JvbGQiOmZhbHNlLCJJc0l0YWxpYyI6ZmFsc2UsIklzVW5kZXJsaW5lZCI6ZmFsc2UsIlBhcmVudFN0eWxlIjpudWxsfSwiQXV0b1NpemUiOjAsIkZvcmVncm91bmQiOnsiJGlkIjoiMTUyNiIsIkNvbG9yIjp7IiRpZCI6IjE1Mjc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1MjgiLCJUb3AiOjAuMCwiTGVmdCI6MC4wLCJSaWdodCI6MC4wLCJCb3R0b20iOjAuMH0sIlBhZGRpbmciOnsiJGlkIjoiMTUyOSIsIlRvcCI6MC4wLCJMZWZ0IjowLjAsIlJpZ2h0IjowLjAsIkJvdHRvbSI6MC4wfSwiQmFja2dyb3VuZCI6eyIkaWQiOiIxNTMwIiwiQ29sb3IiOnsiJGlkIjoiMTUzMSIsIkEiOjAsIlIiOjI1NSwiRyI6MjU1LCJCIjoyNTV9fSwiSXNWaXNpYmxlIjpmYWxzZSwiV2lkdGgiOjAuMCwiSGVpZ2h0IjowLjAsIkJvcmRlclN0eWxlIjp7IiRpZCI6IjE1MzIiLCJMaW5lQ29sb3IiOm51bGwsIkxpbmVXZWlnaHQiOjAuMCwiTGluZVR5cGUiOjAsIlBhcmVudFN0eWxlIjpudWxsfSwiUGFyZW50U3R5bGUiOm51bGx9LCJEYXRlRm9ybWF0Ijp7IiRpZCI6IjE1Mz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UzNCIsIkZvcm1hdCI6MCwiSXNWaXNpYmxlIjpmYWxzZSwiTGFzdEtub3duVmlzaWJpbGl0eVN0YXRlIjpmYWxzZX0sIklzVmlzaWJsZSI6dHJ1ZSwiUGFyZW50U3R5bGUiOm51bGx9LCJIeXBlcmxpbmsiOm51bGwsIkltcG9ydElkIjoiIn1dLCJJZCI6IjAwMDAwMDAwLTAwMDAtMDAwMC0wMDAwLTAwMDAwMDAwMDAwMCIsIklzU2luZ2xlSXRlbVJvdyI6dHJ1ZX1dLCJJbmRleCI6MTYsIklkIjoiZjFmNjAyMTMtODhlYi00ODRjLWI1M2YtMjI5OTI5ZjVjNzU2IiwiSGVhZGVyVGV4dCI6bnVsbCwiSXNEZWZhdWx0Ijp0cnVlLCJTdHlsZSI6eyIkaWQiOiIxNTM1IiwiSGVhZGVyU3R5bGUiOnsiJGlkIjoiMTUzNiIsIlRleHRTdHlsZSI6eyIkaWQiOiIxNTM3IiwiRm9udFNldHRpbmdzIjp7IiRpZCI6IjE1MzgiLCJGb250U2l6ZSI6MTIsIkZvbnROYW1lIjoiQ2FsaWJyaSIsIklzQm9sZCI6ZmFsc2UsIklzSXRhbGljIjpmYWxzZSwiSXNVbmRlcmxpbmVkIjpmYWxzZSwiUGFyZW50U3R5bGUiOm51bGx9LCJBdXRvU2l6ZSI6MCwiRm9yZWdyb3VuZCI6eyIkaWQiOiIxNTM5IiwiQ29sb3IiOnsiJGlkIjoiMTU0MCIsIkEiOjI1NSwiUiI6MCwiRyI6MCwiQiI6MH19LCJNYXhXaWR0aCI6MC4wLCJNYXhIZWlnaHQiOjAuMCwiU21hcnRGb3JlZ3JvdW5kSXNBY3RpdmUiOmZhbHNlLCJIb3Jpem9udGFsQWxpZ25tZW50IjowLCJWZXJ0aWNhbEFsaWdubWVudCI6MCwiU21hcnRGb3JlZ3JvdW5kIjpudWxsLCJCYWNrZ3JvdW5kRmlsbFR5cGUiOjAsIk1hcmdpbiI6eyIkaWQiOiIxNTQxIiwiVG9wIjowLjAsIkxlZnQiOjAuMCwiUmlnaHQiOjAuMCwiQm90dG9tIjowLjB9LCJQYWRkaW5nIjp7IiRpZCI6IjE1NDIiLCJUb3AiOjAuMCwiTGVmdCI6MC4wLCJSaWdodCI6MC4wLCJCb3R0b20iOjAuMH0sIkJhY2tncm91bmQiOm51bGwsIklzVmlzaWJsZSI6ZmFsc2UsIldpZHRoIjowLjAsIkhlaWdodCI6MC4wLCJCb3JkZXJTdHlsZSI6bnVsbCwiUGFyZW50U3R5bGUiOm51bGx9LCJSZWN0YW5nbGVTdHlsZSI6eyIkaWQiOiIxNTQzIiwiTWFyZ2luIjp7IiRpZCI6IjE1NDQiLCJUb3AiOjAuMCwiTGVmdCI6MC4wLCJSaWdodCI6MC4wLCJCb3R0b20iOjAuMH0sIlBhZGRpbmciOnsiJGlkIjoiMTU0NSIsIlRvcCI6MC4wLCJMZWZ0IjowLjAsIlJpZ2h0IjowLjAsIkJvdHRvbSI6MC4wfSwiQmFja2dyb3VuZCI6eyIkaWQiOiIxNTQ2IiwiQ29sb3IiOnsiJGlkIjoiMTU0NyIsIkEiOjYzLCJSIjo2OCwiRyI6MTE0LCJCIjoxOTZ9fSwiSXNWaXNpYmxlIjpmYWxzZSwiV2lkdGgiOjAuMCwiSGVpZ2h0IjowLjAsIkJvcmRlclN0eWxlIjp7IiRpZCI6IjE1NDgiLCJMaW5lQ29sb3IiOnsiJGlkIjoiMTU0OSIsIiR0eXBlIjoiTkxSRS5Db21tb24uRG9tLlNvbGlkQ29sb3JCcnVzaCwgTkxSRS5Db21tb24iLCJDb2xvciI6eyIkaWQiOiIxNTUwIiwiQSI6MjU1LCJSIjoyNTUsIkciOjAsIkIiOjB9fSwiTGluZVdlaWdodCI6MC4wLCJMaW5lVHlwZSI6MCwiUGFyZW50U3R5bGUiOm51bGx9LCJQYXJlbnRTdHlsZSI6bnVsbH0sIk1hcmdpbiI6eyIkaWQiOiIxNTUxIiwiVG9wIjowLjAsIkxlZnQiOjAuMCwiUmlnaHQiOjAuMCwiQm90dG9tIjowLjB9LCJQYWRkaW5nIjp7IiRpZCI6IjE1NTIiLCJUb3AiOjAuMCwiTGVmdCI6MC4wLCJSaWdodCI6MC4wLCJCb3R0b20iOjAuMH0sIkJhY2tncm91bmQiOm51bGwsIklzVmlzaWJsZSI6dHJ1ZSwiV2lkdGgiOjAuMCwiSGVpZ2h0IjowLjAsIkJvcmRlclN0eWxlIjpudWxsLCJQYXJlbnRTdHlsZSI6bnVsbH0sIkJhY2tncm91bmRTdHlsZSI6eyIkaWQiOiIxNTUzIiwiTWFyZ2luIjp7IiRpZCI6IjE1NTQiLCJUb3AiOjAuMCwiTGVmdCI6MC4wLCJSaWdodCI6MC4wLCJCb3R0b20iOjAuMH0sIlBhZGRpbmciOnsiJGlkIjoiMTU1NSIsIlRvcCI6MC4wLCJMZWZ0IjowLjAsIlJpZ2h0IjowLjAsIkJvdHRvbSI6MC4wfSwiQmFja2dyb3VuZCI6eyIkaWQiOiIxNTU2IiwiQ29sb3IiOnsiJGlkIjoiMTU1NyIsIkEiOjM4LCJSIjo2OCwiRyI6MTE0LCJCIjoxOTZ9fSwiSXNWaXNpYmxlIjp0cnVlLCJXaWR0aCI6MC4wLCJIZWlnaHQiOjAuMCwiQm9yZGVyU3R5bGUiOnsiJGlkIjoiMTU1OCIsIkxpbmVDb2xvciI6eyIkaWQiOiIxNTU5IiwiJHR5cGUiOiJOTFJFLkNvbW1vbi5Eb20uU29saWRDb2xvckJydXNoLCBOTFJFLkNvbW1vbiIsIkNvbG9yIjp7IiRpZCI6IjE1NjAiLCJBIjoyNTUsIlIiOjIzNCwiRyI6MjIsIkIiOjMwfX0sIkxpbmVXZWlnaHQiOjAuMCwiTGluZVR5cGUiOjAsIlBhcmVudFN0eWxlIjpudWxsfSwiUGFyZW50U3R5bGUiOm51bGx9LCJNYXJnaW4iOnsiJGlkIjoiMTU2MSIsIlRvcCI6MC4wLCJMZWZ0IjowLjAsIlJpZ2h0IjowLjAsIkJvdHRvbSI6MC4wfSwiUGFkZGluZyI6eyIkaWQiOiIxNTYyIiwiVG9wIjowLjAsIkxlZnQiOjAuMCwiUmlnaHQiOjAuMCwiQm90dG9tIjowLjB9LCJJc1Zpc2libGUiOnRydWUsIldpZHRoIjowLjAsIkhlaWdodCI6MC4wLCJCb3JkZXJTdHlsZSI6eyIkaWQiOiIxNTYzIiwiTGluZUNvbG9yIjpudWxsLCJMaW5lV2VpZ2h0IjowLjAsIkxpbmVUeXBlIjowLCJQYXJlbnRTdHlsZSI6bnVsbH0sIlBhcmVudFN0eWxlIjpudWxsfX1dLCJJZCI6ImE4OGYxNDVlLTRkMjgtNDQyMC1hMmJhLWE2ODVhZjA4NTU0NiIsIkluZGV4IjoyLCJIZWFkZXJUZXh0IjoiQWNjZXB0YW5jZSAmIER1YWwgZGVsaWVyeSIsIlN0eWxlIjp7IiRpZCI6IjE1NjQiLCJTdHlsZUlkIjoiMDAwMDAwMDAtMDAwMC0wMDAwLTAwMDAtMDAwMDAwMDAwMDAwIiwiSGVhZGVyU3R5bGUiOnsiJGlkIjoiMTU2NSIsIlRleHRJc1ZlcnRpY2FsIjpmYWxzZSwiVGV4dFN0eWxlIjp7IiRpZCI6IjE1NjYiLCJGb250U2V0dGluZ3MiOnsiJGlkIjoiMTU2NyIsIkZvbnRTaXplIjoxMiwiRm9udE5hbWUiOiJDYWxpYnJpIiwiSXNCb2xkIjp0cnVlLCJJc0l0YWxpYyI6ZmFsc2UsIklzVW5kZXJsaW5lZCI6ZmFsc2UsIlBhcmVudFN0eWxlIjpudWxsfSwiQXV0b1NpemUiOjIsIkZvcmVncm91bmQiOnsiJGlkIjoiMTU2OCIsIkNvbG9yIjp7IiRpZCI6IjE1Njk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NTcwIiwiVG9wIjowLjAsIkxlZnQiOjAuMCwiUmlnaHQiOjAuMCwiQm90dG9tIjowLjB9LCJQYWRkaW5nIjp7IiRpZCI6IjE1NzEiLCJUb3AiOjAuMCwiTGVmdCI6MC4wLCJSaWdodCI6MC4wLCJCb3R0b20iOjAuMH0sIkJhY2tncm91bmQiOm51bGwsIklzVmlzaWJsZSI6ZmFsc2UsIldpZHRoIjowLjAsIkhlaWdodCI6MC4wLCJCb3JkZXJTdHlsZSI6bnVsbCwiUGFyZW50U3R5bGUiOm51bGx9LCJSZWN0YW5nbGVTdHlsZSI6eyIkaWQiOiIxNTcyIiwiTWFyZ2luIjp7IiRpZCI6IjE1NzMiLCJUb3AiOjAuMCwiTGVmdCI6MC4wLCJSaWdodCI6MC4wLCJCb3R0b20iOjAuMH0sIlBhZGRpbmciOnsiJGlkIjoiMTU3NCIsIlRvcCI6MC4wLCJMZWZ0IjowLjAsIlJpZ2h0IjowLjAsIkJvdHRvbSI6MC4wfSwiQmFja2dyb3VuZCI6eyIkaWQiOiIxNTc1IiwiQ29sb3IiOnsiJGlkIjoiMTU3NiIsIkEiOjI1NSwiUiI6NjgsIkciOjExNCwiQiI6MTk2fX0sIklzVmlzaWJsZSI6dHJ1ZSwiV2lkdGgiOjAuMCwiSGVpZ2h0IjowLjAsIkJvcmRlclN0eWxlIjp7IiRpZCI6IjE1NzciLCJMaW5lQ29sb3IiOnsiJGlkIjoiMTU3OCIsIiR0eXBlIjoiTkxSRS5Db21tb24uRG9tLlNvbGlkQ29sb3JCcnVzaCwgTkxSRS5Db21tb24iLCJDb2xvciI6eyIkaWQiOiIxNTc5IiwiQSI6MjU1LCJSIjo4OCwiRyI6MzksIkIiOjd9fSwiTGluZVdlaWdodCI6MC4wLCJMaW5lVHlwZSI6MCwiUGFyZW50U3R5bGUiOm51bGx9LCJQYXJlbnRTdHlsZSI6bnVsbH0sIk1hcmdpbiI6eyIkaWQiOiIxNTgwIiwiVG9wIjowLjAsIkxlZnQiOjAuMCwiUmlnaHQiOjAuMCwiQm90dG9tIjowLjB9LCJQYWRkaW5nIjp7IiRpZCI6IjE1ODEiLCJUb3AiOjAuMCwiTGVmdCI6MC4wLCJSaWdodCI6MC4wLCJCb3R0b20iOjAuMH0sIkJhY2tncm91bmQiOm51bGwsIklzVmlzaWJsZSI6dHJ1ZSwiV2lkdGgiOjAuMCwiSGVpZ2h0IjowLjAsIkJvcmRlclN0eWxlIjpudWxsLCJQYXJlbnRTdHlsZSI6bnVsbH0sIkJhY2tncm91bmRTdHlsZSI6eyIkaWQiOiIxNTgyIiwiTWFyZ2luIjp7IiRpZCI6IjE1ODMiLCJUb3AiOjAuMCwiTGVmdCI6MC4wLCJSaWdodCI6MC4wLCJCb3R0b20iOjAuMH0sIlBhZGRpbmciOnsiJGlkIjoiMTU4NCIsIlRvcCI6MC4wLCJMZWZ0IjowLjAsIlJpZ2h0IjowLjAsIkJvdHRvbSI6MC4wfSwiQmFja2dyb3VuZCI6eyIkaWQiOiIxNTg1IiwiQ29sb3IiOnsiJGlkIjoiMTU4NiIsIkEiOjM4LCJSIjo2OCwiRyI6MTE0LCJCIjoxOTZ9fSwiSXNWaXNpYmxlIjp0cnVlLCJXaWR0aCI6MC4wLCJIZWlnaHQiOjAuMCwiQm9yZGVyU3R5bGUiOnsiJGlkIjoiMTU4NyIsIkxpbmVDb2xvciI6eyIkaWQiOiIxNTg4IiwiJHR5cGUiOiJOTFJFLkNvbW1vbi5Eb20uU29saWRDb2xvckJydXNoLCBOTFJFLkNvbW1vbiIsIkNvbG9yIjp7IiRpZCI6IjE1ODkiLCJBIjoyNTUsIlIiOjg4LCJHIjozOSwiQiI6N319LCJMaW5lV2VpZ2h0IjowLjAsIkxpbmVUeXBlIjowLCJQYXJlbnRTdHlsZSI6bnVsbH0sIlBhcmVudFN0eWxlIjpudWxsfSwiSXNBYm92ZVRpbWViYW5kIjpmYWxzZSwiU3BhY2luZyI6MiwiRGVmYXVsdFN3aW1sYW5lVGFza1N0eWxlIjp7IiRpZCI6IjE1OTAiLCIkdHlwZSI6Ik5MUkUuQ29tbW9uLkRvbS5TdHlsZXMuRXhwbGljaXRTZXRhYmxlVGFza1N0eWxlLCBOTFJFLkNvbW1vbiIsIlNoYXBlIjo3LCJTaGFwZVRoaWNrbmVzcyI6MCwiRHVyYXRpb25Gb3JtYXQiOjUsIkluY2x1ZGVOb25Xb3JraW5nRGF5c0luRHVyYXRpb24iOmZhbHNlLCJQZXJjZW50YWdlQ29tcGxldGVTdHlsZSI6eyIkaWQiOiIxNTkxIiwiRm9udFNldHRpbmdzIjp7IiRpZCI6IjE1OTIiLCJGb250U2l6ZSI6MTAsIkZvbnROYW1lIjoiQ2FsaWJyaSIsIklzQm9sZCI6ZmFsc2UsIklzSXRhbGljIjpmYWxzZSwiSXNVbmRlcmxpbmVkIjpmYWxzZSwiUGFyZW50U3R5bGUiOm51bGx9LCJBdXRvU2l6ZSI6MCwiRm9yZWdyb3VuZCI6eyIkaWQiOiIxNTkzIiwiQ29sb3IiOnsiJGlkIjoiMTU5NCIsIkEiOjI1NSwiUiI6MjM4LCJHIjoyMzYsIkIiOjIyNX19LCJNYXhXaWR0aCI6MjAwLjAsIk1heEhlaWdodCI6IkluZmluaXR5IiwiU21hcnRGb3JlZ3JvdW5kSXNBY3RpdmUiOmZhbHNlLCJIb3Jpem9udGFsQWxpZ25tZW50IjoxLCJWZXJ0aWNhbEFsaWdubWVudCI6MCwiU21hcnRGb3JlZ3JvdW5kIjpudWxsLCJCYWNrZ3JvdW5kRmlsbFR5cGUiOjAsIk1hcmdpbiI6eyIkaWQiOiIxNTk1IiwiVG9wIjowLjAsIkxlZnQiOjAuMCwiUmlnaHQiOjAuMCwiQm90dG9tIjowLjB9LCJQYWRkaW5nIjp7IiRpZCI6IjE1OTYiLCJUb3AiOjAuMCwiTGVmdCI6MC4wLCJSaWdodCI6MC4wLCJCb3R0b20iOjAuMH0sIkJhY2tncm91bmQiOnsiJGlkIjoiMTU5NyIsIkNvbG9yIjp7IiRpZCI6IjE1OTgiLCJBIjo4OSwiUiI6MCwiRyI6MCwiQiI6MH19LCJJc1Zpc2libGUiOnRydWUsIldpZHRoIjowLjAsIkhlaWdodCI6MC4wLCJCb3JkZXJTdHlsZSI6eyIkaWQiOiIxNTk5IiwiTGluZUNvbG9yIjpudWxsLCJMaW5lV2VpZ2h0IjowLjAsIkxpbmVUeXBlIjowLCJQYXJlbnRTdHlsZSI6bnVsbH0sIlBhcmVudFN0eWxlIjpudWxsfSwiRHVyYXRpb25TdHlsZSI6eyIkaWQiOiIxNjAwIiwiRm9udFNldHRpbmdzIjp7IiRpZCI6IjE2MDEiLCJGb250U2l6ZSI6MTAsIkZvbnROYW1lIjoiQ2FsaWJyaSIsIklzQm9sZCI6ZmFsc2UsIklzSXRhbGljIjpmYWxzZSwiSXNVbmRlcmxpbmVkIjpmYWxzZSwiUGFyZW50U3R5bGUiOm51bGx9LCJBdXRvU2l6ZSI6MCwiRm9yZWdyb3VuZCI6eyIkaWQiOiIxNjAyIiwiQ29sb3IiOnsiJGlkIjoiMTYwM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2MDQiLCJUb3AiOjAuMCwiTGVmdCI6MC4wLCJSaWdodCI6MC4wLCJCb3R0b20iOjAuMH0sIlBhZGRpbmciOnsiJGlkIjoiMTYwNSIsIlRvcCI6MC4wLCJMZWZ0IjowLjAsIlJpZ2h0IjowLjAsIkJvdHRvbSI6MC4wfSwiQmFja2dyb3VuZCI6eyIkaWQiOiIxNjA2IiwiQ29sb3IiOnsiJGlkIjoiMTYwNyIsIkEiOjg5LCJSIjowLCJHIjowLCJCIjowfX0sIklzVmlzaWJsZSI6dHJ1ZSwiV2lkdGgiOjAuMCwiSGVpZ2h0IjowLjAsIkJvcmRlclN0eWxlIjp7IiRpZCI6IjE2MDgiLCJMaW5lQ29sb3IiOm51bGwsIkxpbmVXZWlnaHQiOjAuMCwiTGluZVR5cGUiOjAsIlBhcmVudFN0eWxlIjpudWxsfSwiUGFyZW50U3R5bGUiOm51bGx9LCJIb3Jpem9udGFsQ29ubmVjdG9yU3R5bGUiOnsiJGlkIjoiMTYwOSIsIkxpbmVDb2xvciI6eyIkaWQiOiIxNjEwIiwiJHR5cGUiOiJOTFJFLkNvbW1vbi5Eb20uU29saWRDb2xvckJydXNoLCBOTFJFLkNvbW1vbiIsIkNvbG9yIjp7IiRpZCI6IjE2MTEiLCJBIjoyNTUsIlIiOjIwNCwiRyI6MjA0LCJCIjoyMDR9fSwiTGluZVdlaWdodCI6MS4wLCJMaW5lVHlwZSI6MCwiUGFyZW50U3R5bGUiOm51bGx9LCJWZXJ0aWNhbENvbm5lY3RvclN0eWxlIjp7IiRpZCI6IjE2MTIiLCJMaW5lQ29sb3IiOnsiJGlkIjoiMTYxMyIsIiR0eXBlIjoiTkxSRS5Db21tb24uRG9tLlNvbGlkQ29sb3JCcnVzaCwgTkxSRS5Db21tb24iLCJDb2xvciI6eyIkaWQiOiIxNjE0IiwiQSI6MjU1LCJSIjoyMDQsIkciOjIwNCwiQiI6MjA0fX0sIkxpbmVXZWlnaHQiOjAuMCwiTGluZVR5cGUiOjAsIlBhcmVudFN0eWxlIjpudWxsfSwiTWFyZ2luIjpudWxsLCJTdGFydERhdGVQb3NpdGlvbiI6NCwiRW5kRGF0ZVBvc2l0aW9uIjo0LCJEYXRlSXNWaXNpYmxlIjp0cnVlLCJUaXRsZVBvc2l0aW9uIjozLCJEdXJhdGlvblBvc2l0aW9uIjo2LCJQZXJjZW50YWdlQ29tcGxldGVkUG9zaXRpb24iOjYsIlNwYWNpbmciOjMsIklzQmVsb3dUaW1lYmFuZCI6dHJ1ZSwiUGVyY2VudGFnZUNvbXBsZXRlU2hhcGVPcGFjaXR5IjozNSwiQmFzZWxpbmVTdHlsZSI6eyIkaWQiOiIxNjE1IiwiU2hhcGVTdHlsZSI6eyIkaWQiOiIxNjE2IiwiTWFyZ2luIjp7IiRpZCI6IjE2MTciLCJUb3AiOjAuMCwiTGVmdCI6MC4wLCJSaWdodCI6MC4wLCJCb3R0b20iOjAuMH0sIlBhZGRpbmciOnsiJGlkIjoiMTYxOCIsIlRvcCI6MC4wLCJMZWZ0IjowLjAsIlJpZ2h0IjowLjAsIkJvdHRvbSI6MC4wfSwiQmFja2dyb3VuZCI6eyIkaWQiOiIxNjE5IiwiQ29sb3IiOnsiJGlkIjoiMTYyMCIsIkEiOjE1MywiUiI6MCwiRyI6MCwiQiI6MH19LCJJc1Zpc2libGUiOnRydWUsIldpZHRoIjowLjAsIkhlaWdodCI6MC4wLCJCb3JkZXJTdHlsZSI6eyIkaWQiOiIxNjIxIiwiTGluZUNvbG9yIjp7IiRpZCI6IjE2MjIiLCIkdHlwZSI6Ik5MUkUuQ29tbW9uLkRvbS5Tb2xpZENvbG9yQnJ1c2gsIE5MUkUuQ29tbW9uIiwiQ29sb3IiOnsiJGlkIjoiMTYyMyIsIkEiOjI1NSwiUiI6MjU1LCJHIjowLCJCIjowfX0sIkxpbmVXZWlnaHQiOjAuMCwiTGluZVR5cGUiOjAsIlBhcmVudFN0eWxlIjpudWxsfSwiUGFyZW50U3R5bGUiOm51bGx9LCJNYXJnaW4iOnsiJGlkIjoiMTYyNCIsIlRvcCI6MC4wLCJMZWZ0IjowLjAsIlJpZ2h0IjowLjAsIkJvdHRvbSI6MC4wfSwiUGFkZGluZyI6eyIkaWQiOiIxNjI1IiwiVG9wIjowLjAsIkxlZnQiOjAuMCwiUmlnaHQiOjAuMCwiQm90dG9tIjowLjB9LCJCYWNrZ3JvdW5kIjpudWxsLCJJc1Zpc2libGUiOnRydWUsIldpZHRoIjowLjAsIkhlaWdodCI6MC4wLCJCb3JkZXJTdHlsZSI6bnVsbCwiUGFyZW50U3R5bGUiOm51bGx9LCJTaGFwZVN0eWxlIjp7IiRpZCI6IjE2MjYiLCJNYXJnaW4iOnsiJGlkIjoiMTYyNyIsIlRvcCI6MC4wLCJMZWZ0Ijo0LjAsIlJpZ2h0Ijo0LjAsIkJvdHRvbSI6MC4wfSwiUGFkZGluZyI6eyIkaWQiOiIxNjI4IiwiVG9wIjowLjAsIkxlZnQiOjAuMCwiUmlnaHQiOjAuMCwiQm90dG9tIjowLjB9LCJCYWNrZ3JvdW5kIjp7IiRpZCI6IjE2MjkiLCJDb2xvciI6eyIkaWQiOiIxNjMwIiwiQSI6MjU1LCJSIjo2OCwiRyI6MTE0LCJCIjoxOTZ9fSwiSXNWaXNpYmxlIjp0cnVlLCJXaWR0aCI6MC4wLCJIZWlnaHQiOjEwLjAsIkJvcmRlclN0eWxlIjp7IiRpZCI6IjE2MzEiLCJMaW5lQ29sb3IiOnsiJGlkIjoiMTYzMiIsIiR0eXBlIjoiTkxSRS5Db21tb24uRG9tLlNvbGlkQ29sb3JCcnVzaCwgTkxSRS5Db21tb24iLCJDb2xvciI6eyIkaWQiOiIxNjMzIiwiQSI6MjU1LCJSIjoyMzQsIkciOjIyLCJCIjozMH19LCJMaW5lV2VpZ2h0IjowLjAsIkxpbmVUeXBlIjowLCJQYXJlbnRTdHlsZSI6bnVsbH0sIlBhcmVudFN0eWxlIjpudWxsfSwiVGl0bGVTdHlsZSI6eyIkaWQiOiIxNjM0IiwiRm9udFNldHRpbmdzIjp7IiRpZCI6IjE2MzUiLCJGb250U2l6ZSI6OSwiRm9udE5hbWUiOiJDYWxpYnJpIiwiSXNCb2xkIjp0cnVlLCJJc0l0YWxpYyI6ZmFsc2UsIklzVW5kZXJsaW5lZCI6ZmFsc2UsIlBhcmVudFN0eWxlIjpudWxsfSwiQXV0b1NpemUiOjAsIkZvcmVncm91bmQiOnsiJGlkIjoiMTYzNiIsIkNvbG9yIjp7IiRpZCI6IjE2MzciLCJBIjoyNTUsIlIiOjAsIkciOjAsIkIiOjB9fSwiTWF4V2lkdGgiOjk2MC4wLCJNYXhIZWlnaHQiOiJJbmZpbml0eSIsIlNtYXJ0Rm9yZWdyb3VuZElzQWN0aXZlIjpmYWxzZSwiSG9yaXpvbnRhbEFsaWdubWVudCI6MiwiVmVydGljYWxBbGlnbm1lbnQiOjAsIlNtYXJ0Rm9yZWdyb3VuZCI6bnVsbCwiQmFja2dyb3VuZEZpbGxUeXBlIjowLCJNYXJnaW4iOnsiJGlkIjoiMTYzOCIsIlRvcCI6MC4wLCJMZWZ0IjowLjAsIlJpZ2h0IjowLjAsIkJvdHRvbSI6MC4wfSwiUGFkZGluZyI6eyIkaWQiOiIxNjM5IiwiVG9wIjowLjAsIkxlZnQiOjAuMCwiUmlnaHQiOjAuMCwiQm90dG9tIjowLjB9LCJCYWNrZ3JvdW5kIjp7IiRpZCI6IjE2NDAiLCJDb2xvciI6eyIkaWQiOiIxNjQxIiwiQSI6ODksIlIiOjAsIkciOjAsIkIiOjB9fSwiSXNWaXNpYmxlIjp0cnVlLCJXaWR0aCI6MC4wLCJIZWlnaHQiOjAuMCwiQm9yZGVyU3R5bGUiOnsiJGlkIjoiMTY0MiIsIkxpbmVDb2xvciI6bnVsbCwiTGluZVdlaWdodCI6MC4wLCJMaW5lVHlwZSI6MCwiUGFyZW50U3R5bGUiOm51bGx9LCJQYXJlbnRTdHlsZSI6bnVsbH0sIkRhdGVTdHlsZSI6eyIkaWQiOiIxNjQzIiwiRm9udFNldHRpbmdzIjp7IiRpZCI6IjE2NDQiLCJGb250U2l6ZSI6MTAsIkZvbnROYW1lIjoiQ2FsaWJyaSIsIklzQm9sZCI6ZmFsc2UsIklzSXRhbGljIjpmYWxzZSwiSXNVbmRlcmxpbmVkIjpmYWxzZSwiUGFyZW50U3R5bGUiOm51bGx9LCJBdXRvU2l6ZSI6MCwiRm9yZWdyb3VuZCI6eyIkaWQiOiIxNjQ1IiwiQ29sb3IiOnsiJGlkIjoiMTY0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Y0NyIsIlRvcCI6MC4wLCJMZWZ0IjowLjAsIlJpZ2h0IjowLjAsIkJvdHRvbSI6MC4wfSwiUGFkZGluZyI6eyIkaWQiOiIxNjQ4IiwiVG9wIjowLjAsIkxlZnQiOjAuMCwiUmlnaHQiOjAuMCwiQm90dG9tIjowLjB9LCJCYWNrZ3JvdW5kIjp7IiRpZCI6IjE2NDkiLCJDb2xvciI6eyIkaWQiOiIxNjUwIiwiQSI6ODksIlIiOjAsIkciOjAsIkIiOjB9fSwiSXNWaXNpYmxlIjp0cnVlLCJXaWR0aCI6MC4wLCJIZWlnaHQiOjAuMCwiQm9yZGVyU3R5bGUiOnsiJGlkIjoiMTY1MSIsIkxpbmVDb2xvciI6bnVsbCwiTGluZVdlaWdodCI6MC4wLCJMaW5lVHlwZSI6MCwiUGFyZW50U3R5bGUiOm51bGx9LCJQYXJlbnRTdHlsZSI6bnVsbH0sIkRhdGVGb3JtYXQiOnsiJGlkIjoiMTY1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UzIiwiRm9ybWF0IjowLCJJc1Zpc2libGUiOmZhbHNlLCJMYXN0S25vd25WaXNpYmlsaXR5U3RhdGUiOmZhbHNlfSwiSXNWaXNpYmxlIjp0cnVlLCJQYXJlbnRTdHlsZSI6bnVsbCwiX2V4cGxpY2l0bHlTZXQiOnsiJGlkIjoiMTY1NC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xNjU1IiwiU2hhcGUiOjAsIkNvbm5lY3Rvck1hcmdpbiI6eyIkaWQiOiIxNjU2IiwiVG9wIjowLjAsIkxlZnQiOjIuMCwiUmlnaHQiOjIuMCwiQm90dG9tIjowLjB9LCJDb25uZWN0b3JTdHlsZSI6eyIkaWQiOiIxNjU3IiwiTGluZUNvbG9yIjp7IiRpZCI6IjE2NTgiLCIkdHlwZSI6Ik5MUkUuQ29tbW9uLkRvbS5Tb2xpZENvbG9yQnJ1c2gsIE5MUkUuQ29tbW9uIiwiQ29sb3IiOnsiJGlkIjoiMTY1OSIsIkEiOjEyNywiUiI6NzksIkciOjEyOSwiQiI6MTg5fX0sIkxpbmVXZWlnaHQiOjEuMCwiTGluZVR5cGUiOjAsIlBhcmVudFN0eWxlIjpudWxsfSwiSXNCZWxvd1RpbWViYW5kIjpmYWxzZSwiUG9zaXRpb25PblRhc2siOjEsIkhpZGVEYXRlIjpmYWxzZSwiU2hhcGVTaXplIjoxLCJTcGFjaW5nIjowLjAsIlBhZGRpbmciOnsiJGlkIjoiMTY2MCIsIlRvcCI6NS4wLCJMZWZ0IjozLjAsIlJpZ2h0IjowLjAsIkJvdHRvbSI6Mi4wfSwiU2hhcGVTdHlsZSI6eyIkaWQiOiIxNjYxIiwiTWFyZ2luIjp7IiRpZCI6IjE2NjIiLCJUb3AiOjAuMCwiTGVmdCI6MC4wLCJSaWdodCI6MC4wLCJCb3R0b20iOjAuMH0sIlBhZGRpbmciOnsiJGlkIjoiMTY2MyIsIlRvcCI6MC4wLCJMZWZ0IjowLjAsIlJpZ2h0IjowLjAsIkJvdHRvbSI6MC4wfSwiQmFja2dyb3VuZCI6eyIkaWQiOiIxNjY0IiwiQ29sb3IiOnsiJGlkIjoiMTY2NSIsIkEiOjI1NSwiUiI6NjgsIkciOjExNCwiQiI6MTk2fX0sIklzVmlzaWJsZSI6dHJ1ZSwiV2lkdGgiOjE4LjAsIkhlaWdodCI6MjAuMCwiQm9yZGVyU3R5bGUiOnsiJGlkIjoiMTY2NiIsIkxpbmVDb2xvciI6eyIkaWQiOiIxNjY3IiwiJHR5cGUiOiJOTFJFLkNvbW1vbi5Eb20uU29saWRDb2xvckJydXNoLCBOTFJFLkNvbW1vbiIsIkNvbG9yIjp7IiRpZCI6IjE2NjgiLCJBIjoyNTUsIlIiOjIzNCwiRyI6MjIsIkIiOjMwfX0sIkxpbmVXZWlnaHQiOjAuMCwiTGluZVR5cGUiOjAsIlBhcmVudFN0eWxlIjpudWxsfSwiUGFyZW50U3R5bGUiOm51bGx9LCJUaXRsZVN0eWxlIjp7IiRpZCI6IjE2NjkiLCJGb250U2V0dGluZ3MiOnsiJGlkIjoiMTY3MCIsIkZvbnRTaXplIjo5LCJGb250TmFtZSI6IkNhbGlicmkiLCJJc0JvbGQiOnRydWUsIklzSXRhbGljIjpmYWxzZSwiSXNVbmRlcmxpbmVkIjpmYWxzZSwiUGFyZW50U3R5bGUiOm51bGx9LCJBdXRvU2l6ZSI6MCwiRm9yZWdyb3VuZCI6eyIkaWQiOiIxNjcxIiwiQ29sb3IiOnsiJGlkIjoiMTY3Mi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xNjczIiwiVG9wIjowLjAsIkxlZnQiOjAuMCwiUmlnaHQiOjAuMCwiQm90dG9tIjowLjB9LCJQYWRkaW5nIjp7IiRpZCI6IjE2NzQiLCJUb3AiOjAuMCwiTGVmdCI6MC4wLCJSaWdodCI6MC4wLCJCb3R0b20iOjAuMH0sIkJhY2tncm91bmQiOnsiJGlkIjoiMTY3NSIsIkNvbG9yIjp7IiRpZCI6IjE2NzYiLCJBIjo4OSwiUiI6MCwiRyI6MCwiQiI6MH19LCJJc1Zpc2libGUiOnRydWUsIldpZHRoIjowLjAsIkhlaWdodCI6MC4wLCJCb3JkZXJTdHlsZSI6eyIkaWQiOiIxNjc3IiwiTGluZUNvbG9yIjpudWxsLCJMaW5lV2VpZ2h0IjowLjAsIkxpbmVUeXBlIjowLCJQYXJlbnRTdHlsZSI6bnVsbH0sIlBhcmVudFN0eWxlIjpudWxsfSwiRGF0ZVN0eWxlIjp7IiRpZCI6IjE2NzgiLCJGb250U2V0dGluZ3MiOnsiJGlkIjoiMTY3OSIsIkZvbnRTaXplIjo5LCJGb250TmFtZSI6IkNhbGlicmkiLCJJc0JvbGQiOmZhbHNlLCJJc0l0YWxpYyI6ZmFsc2UsIklzVW5kZXJsaW5lZCI6ZmFsc2UsIlBhcmVudFN0eWxlIjpudWxsfSwiQXV0b1NpemUiOjAsIkZvcmVncm91bmQiOnsiJGlkIjoiMTY4MCIsIkNvbG9yIjp7IiRpZCI6IjE2ODE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2ODIiLCJUb3AiOjAuMCwiTGVmdCI6MC4wLCJSaWdodCI6MC4wLCJCb3R0b20iOjAuMH0sIlBhZGRpbmciOnsiJGlkIjoiMTY4MyIsIlRvcCI6MC4wLCJMZWZ0IjowLjAsIlJpZ2h0IjowLjAsIkJvdHRvbSI6MC4wfSwiQmFja2dyb3VuZCI6eyIkaWQiOiIxNjg0IiwiQ29sb3IiOnsiJGlkIjoiMTY4NSIsIkEiOjg5LCJSIjowLCJHIjowLCJCIjowfX0sIklzVmlzaWJsZSI6ZmFsc2UsIldpZHRoIjowLjAsIkhlaWdodCI6MC4wLCJCb3JkZXJTdHlsZSI6eyIkaWQiOiIxNjg2IiwiTGluZUNvbG9yIjpudWxsLCJMaW5lV2VpZ2h0IjowLjAsIkxpbmVUeXBlIjowLCJQYXJlbnRTdHlsZSI6bnVsbH0sIlBhcmVudFN0eWxlIjpudWxsfSwiRGF0ZUZvcm1hdCI6eyIkaWQiOiIxNjg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ODgiLCJGb3JtYXQiOjAsIklzVmlzaWJsZSI6ZmFsc2UsIkxhc3RLbm93blZpc2liaWxpdHlTdGF0ZSI6ZmFsc2V9LCJJc1Zpc2libGUiOnRydWUsIlBhcmVudFN0eWxlIjpudWxsfSwiRGVmYXVsdFN3aW1sYW5lTWlsZXN0b25lU3R5bGUiOnsiJGlkIjoiMTY4OSIsIlRpdGxlUG9zaXRpb24iOiJMZWZ0IiwiRGF0ZVBvc2l0aW9uIjoiTGVmdCIsIlNoYXBlVHlwZSI6NiwiU2hhcGVTaXplIjoxLCJTcGFjaW5nIjo1LCJTaGFwZVN0eWxlIjp7IiRpZCI6IjE2OTAiLCJNYXJnaW4iOnsiJGlkIjoiMTY5MSIsIlRvcCI6MC4wLCJMZWZ0IjowLjAsIlJpZ2h0IjowLjAsIkJvdHRvbSI6MC4wfSwiUGFkZGluZyI6eyIkaWQiOiIxNjkyIiwiVG9wIjowLjAsIkxlZnQiOjAuMCwiUmlnaHQiOjAuMCwiQm90dG9tIjowLjB9LCJCYWNrZ3JvdW5kIjp7IiRpZCI6IjE2OTMiLCJDb2xvciI6eyIkaWQiOiIxNjk0IiwiQSI6MjU1LCJSIjo2OCwiRyI6MTE0LCJCIjoxOTZ9fSwiSXNWaXNpYmxlIjp0cnVlLCJXaWR0aCI6MTguMCwiSGVpZ2h0IjoyMC4wLCJCb3JkZXJTdHlsZSI6eyIkaWQiOiIxNjk1IiwiTGluZUNvbG9yIjp7IiRpZCI6IjE2OTYiLCIkdHlwZSI6Ik5MUkUuQ29tbW9uLkRvbS5Tb2xpZENvbG9yQnJ1c2gsIE5MUkUuQ29tbW9uIiwiQ29sb3IiOnsiJGlkIjoiMTY5NyIsIkEiOjI1NSwiUiI6MjM0LCJHIjoyMiwiQiI6MzB9fSwiTGluZVdlaWdodCI6MC4wLCJMaW5lVHlwZSI6MCwiUGFyZW50U3R5bGUiOm51bGx9LCJQYXJlbnRTdHlsZSI6bnVsbH0sIlRpdGxlU3R5bGUiOnsiJGlkIjoiMTY5OCIsIkZvbnRTZXR0aW5ncyI6eyIkaWQiOiIxNjk5IiwiRm9udFNpemUiOjksIkZvbnROYW1lIjoiQ2FsaWJyaSIsIklzQm9sZCI6dHJ1ZSwiSXNJdGFsaWMiOmZhbHNlLCJJc1VuZGVybGluZWQiOmZhbHNlLCJQYXJlbnRTdHlsZSI6bnVsbH0sIkF1dG9TaXplIjowLCJGb3JlZ3JvdW5kIjp7IiRpZCI6IjE3MDAiLCJDb2xvciI6eyIkaWQiOiIxNzAx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E3MDIiLCJUb3AiOjAuMCwiTGVmdCI6MC4wLCJSaWdodCI6MC4wLCJCb3R0b20iOjAuMH0sIlBhZGRpbmciOnsiJGlkIjoiMTcwMyIsIlRvcCI6MC4wLCJMZWZ0IjowLjAsIlJpZ2h0IjowLjAsIkJvdHRvbSI6MC4wfSwiQmFja2dyb3VuZCI6eyIkaWQiOiIxNzA0IiwiQ29sb3IiOnsiJGlkIjoiMTcwNSIsIkEiOjg5LCJSIjowLCJHIjowLCJCIjowfX0sIklzVmlzaWJsZSI6dHJ1ZSwiV2lkdGgiOjAuMCwiSGVpZ2h0IjowLjAsIkJvcmRlclN0eWxlIjp7IiRpZCI6IjE3MDYiLCJMaW5lQ29sb3IiOm51bGwsIkxpbmVXZWlnaHQiOjAuMCwiTGluZVR5cGUiOjAsIlBhcmVudFN0eWxlIjpudWxsfSwiUGFyZW50U3R5bGUiOm51bGx9LCJEYXRlU3R5bGUiOnsiJGlkIjoiMTcwNyIsIkZvbnRTZXR0aW5ncyI6eyIkaWQiOiIxNzA4IiwiRm9udFNpemUiOjksIkZvbnROYW1lIjoiQ2FsaWJyaSIsIklzQm9sZCI6ZmFsc2UsIklzSXRhbGljIjpmYWxzZSwiSXNVbmRlcmxpbmVkIjpmYWxzZSwiUGFyZW50U3R5bGUiOm51bGx9LCJBdXRvU2l6ZSI6MCwiRm9yZWdyb3VuZCI6eyIkaWQiOiIxNzA5IiwiQ29sb3IiOnsiJGlkIjoiMTcxM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cxMSIsIlRvcCI6MC4wLCJMZWZ0IjowLjAsIlJpZ2h0IjowLjAsIkJvdHRvbSI6MC4wfSwiUGFkZGluZyI6eyIkaWQiOiIxNzEyIiwiVG9wIjowLjAsIkxlZnQiOjAuMCwiUmlnaHQiOjAuMCwiQm90dG9tIjowLjB9LCJCYWNrZ3JvdW5kIjp7IiRpZCI6IjE3MTMiLCJDb2xvciI6eyIkaWQiOiIxNzE0IiwiQSI6ODksIlIiOjAsIkciOjAsIkIiOjB9fSwiSXNWaXNpYmxlIjpmYWxzZSwiV2lkdGgiOjAuMCwiSGVpZ2h0IjowLjAsIkJvcmRlclN0eWxlIjp7IiRpZCI6IjE3MTUiLCJMaW5lQ29sb3IiOm51bGwsIkxpbmVXZWlnaHQiOjAuMCwiTGluZVR5cGUiOjAsIlBhcmVudFN0eWxlIjpudWxsfSwiUGFyZW50U3R5bGUiOm51bGx9LCJEYXRlRm9ybWF0Ijp7IiRpZCI6IjE3M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cxNyIsIkZvcm1hdCI6MCwiSXNWaXNpYmxlIjpmYWxzZSwiTGFzdEtub3duVmlzaWJpbGl0eVN0YXRlIjpmYWxzZX0sIklzVmlzaWJsZSI6dHJ1ZSwiUGFyZW50U3R5bGUiOm51bGx9LCJEZWZhdWx0U3dpbWxhbmVBY3Rpdml0eVN0eWxlIjp7IiRpZCI6IjE3MTgiLCJIZWFkZXJTdHlsZSI6eyIkaWQiOiIxNzE5IiwiVGV4dFN0eWxlIjp7IiRpZCI6IjE3MjAiLCJGb250U2V0dGluZ3MiOnsiJGlkIjoiMTcyMSIsIkZvbnRTaXplIjoxMiwiRm9udE5hbWUiOiJDYWxpYnJpIiwiSXNCb2xkIjpmYWxzZSwiSXNJdGFsaWMiOmZhbHNlLCJJc1VuZGVybGluZWQiOmZhbHNlLCJQYXJlbnRTdHlsZSI6bnVsbH0sIkF1dG9TaXplIjowLCJGb3JlZ3JvdW5kIjp7IiRpZCI6IjE3MjIiLCJDb2xvciI6eyIkaWQiOiIxNzIzIiwiQSI6MjU1LCJSIjowLCJHIjowLCJCIjowfX0sIk1heFdpZHRoIjowLjAsIk1heEhlaWdodCI6MC4wLCJTbWFydEZvcmVncm91bmRJc0FjdGl2ZSI6ZmFsc2UsIkhvcml6b250YWxBbGlnbm1lbnQiOjAsIlZlcnRpY2FsQWxpZ25tZW50IjowLCJTbWFydEZvcmVncm91bmQiOm51bGwsIkJhY2tncm91bmRGaWxsVHlwZSI6MCwiTWFyZ2luIjp7IiRpZCI6IjE3MjQiLCJUb3AiOjAuMCwiTGVmdCI6MC4wLCJSaWdodCI6MC4wLCJCb3R0b20iOjAuMH0sIlBhZGRpbmciOnsiJGlkIjoiMTcyNSIsIlRvcCI6MC4wLCJMZWZ0IjowLjAsIlJpZ2h0IjowLjAsIkJvdHRvbSI6MC4wfSwiQmFja2dyb3VuZCI6bnVsbCwiSXNWaXNpYmxlIjpmYWxzZSwiV2lkdGgiOjAuMCwiSGVpZ2h0IjowLjAsIkJvcmRlclN0eWxlIjpudWxsLCJQYXJlbnRTdHlsZSI6bnVsbH0sIlJlY3RhbmdsZVN0eWxlIjp7IiRpZCI6IjE3MjYiLCJNYXJnaW4iOnsiJGlkIjoiMTcyNyIsIlRvcCI6MC4wLCJMZWZ0IjowLjAsIlJpZ2h0IjowLjAsIkJvdHRvbSI6MC4wfSwiUGFkZGluZyI6eyIkaWQiOiIxNzI4IiwiVG9wIjowLjAsIkxlZnQiOjAuMCwiUmlnaHQiOjAuMCwiQm90dG9tIjowLjB9LCJCYWNrZ3JvdW5kIjp7IiRpZCI6IjE3MjkiLCJDb2xvciI6eyIkaWQiOiIxNzMwIiwiQSI6NjMsIlIiOjY4LCJHIjoxMTQsIkIiOjE5Nn19LCJJc1Zpc2libGUiOmZhbHNlLCJXaWR0aCI6MC4wLCJIZWlnaHQiOjAuMCwiQm9yZGVyU3R5bGUiOnsiJGlkIjoiMTczMSIsIkxpbmVDb2xvciI6eyIkaWQiOiIxNzMyIiwiJHR5cGUiOiJOTFJFLkNvbW1vbi5Eb20uU29saWRDb2xvckJydXNoLCBOTFJFLkNvbW1vbiIsIkNvbG9yIjp7IiRpZCI6IjE3MzMiLCJBIjoyNTUsIlIiOjI1NSwiRyI6MCwiQiI6MH19LCJMaW5lV2VpZ2h0IjowLjAsIkxpbmVUeXBlIjowLCJQYXJlbnRTdHlsZSI6bnVsbH0sIlBhcmVudFN0eWxlIjpudWxsfSwiTWFyZ2luIjp7IiRpZCI6IjE3MzQiLCJUb3AiOjAuMCwiTGVmdCI6MC4wLCJSaWdodCI6MC4wLCJCb3R0b20iOjAuMH0sIlBhZGRpbmciOnsiJGlkIjoiMTczNSIsIlRvcCI6MC4wLCJMZWZ0IjowLjAsIlJpZ2h0IjowLjAsIkJvdHRvbSI6MC4wfSwiQmFja2dyb3VuZCI6bnVsbCwiSXNWaXNpYmxlIjp0cnVlLCJXaWR0aCI6MC4wLCJIZWlnaHQiOjAuMCwiQm9yZGVyU3R5bGUiOm51bGwsIlBhcmVudFN0eWxlIjpudWxsfSwiQmFja2dyb3VuZFN0eWxlIjp7IiRpZCI6IjE3MzYiLCJNYXJnaW4iOnsiJGlkIjoiMTczNyIsIlRvcCI6MC4wLCJMZWZ0IjowLjAsIlJpZ2h0IjowLjAsIkJvdHRvbSI6MC4wfSwiUGFkZGluZyI6eyIkaWQiOiIxNzM4IiwiVG9wIjowLjAsIkxlZnQiOjAuMCwiUmlnaHQiOjAuMCwiQm90dG9tIjowLjB9LCJCYWNrZ3JvdW5kIjp7IiRpZCI6IjE3MzkiLCJDb2xvciI6eyIkaWQiOiIxNzQwIiwiQSI6MzgsIlIiOjY4LCJHIjoxMTQsIkIiOjE5Nn19LCJJc1Zpc2libGUiOnRydWUsIldpZHRoIjowLjAsIkhlaWdodCI6MC4wLCJCb3JkZXJTdHlsZSI6eyIkaWQiOiIxNzQxIiwiTGluZUNvbG9yIjp7IiRpZCI6IjE3NDIiLCIkdHlwZSI6Ik5MUkUuQ29tbW9uLkRvbS5Tb2xpZENvbG9yQnJ1c2gsIE5MUkUuQ29tbW9uIiwiQ29sb3IiOnsiJGlkIjoiMTc0MyIsIkEiOjI1NSwiUiI6MjM0LCJHIjoyMiwiQiI6MzB9fSwiTGluZVdlaWdodCI6MC4wLCJMaW5lVHlwZSI6MCwiUGFyZW50U3R5bGUiOm51bGx9LCJQYXJlbnRTdHlsZSI6bnVsbH0sIk1hcmdpbiI6eyIkaWQiOiIxNzQ0IiwiVG9wIjowLjAsIkxlZnQiOjAuMCwiUmlnaHQiOjAuMCwiQm90dG9tIjowLjB9LCJQYWRkaW5nIjp7IiRpZCI6IjE3NDUiLCJUb3AiOjAuMCwiTGVmdCI6MC4wLCJSaWdodCI6MC4wLCJCb3R0b20iOjAuMH0sIklzVmlzaWJsZSI6dHJ1ZSwiV2lkdGgiOjAuMCwiSGVpZ2h0IjowLjAsIkJvcmRlclN0eWxlIjp7IiRpZCI6IjE3NDYiLCJMaW5lQ29sb3IiOm51bGwsIkxpbmVXZWlnaHQiOjAuMCwiTGluZVR5cGUiOjAsIlBhcmVudFN0eWxlIjpudWxsfSwiUGFyZW50U3R5bGUiOm51bGx9LCJNYXJnaW4iOnsiJGlkIjoiMTc0NyIsIlRvcCI6MC4wLCJMZWZ0IjowLjAsIlJpZ2h0IjowLjAsIkJvdHRvbSI6MC4wfSwiUGFkZGluZyI6eyIkaWQiOiIxNzQ4IiwiVG9wIjowLjAsIkxlZnQiOjAuMCwiUmlnaHQiOjAuMCwiQm90dG9tIjowLjB9LCJJc1Zpc2libGUiOnRydWUsIldpZHRoIjowLjAsIkhlaWdodCI6MC4wLCJCb3JkZXJTdHlsZSI6eyIkaWQiOiIxNzQ5IiwiTGluZUNvbG9yIjpudWxsLCJMaW5lV2VpZ2h0IjowLjAsIkxpbmVUeXBlIjowLCJQYXJlbnRTdHlsZSI6bnVsbH0sIlBhcmVudFN0eWxlIjpudWxsfX0seyIkaWQiOiIxNzUwIiwiX2FjdGl2aXRpZXMiOlt7IiRpZCI6IjE3NTEiLCJfcm93cyI6W3siJGlkIjoiMTc1MiIsIl90YXNrcyI6W10sIl9taWxlc3RvbmVzIjpbeyIkaWQiOiIxNzUzIiwiSWQiOiJmNDVlMDM3YS1jM2I3LTQ0NzgtYWMwNi1lMTgwZTYzZGZhZjAiLCJJbmRleCI6MCwiR3JvdXBJZCI6bnVsbCwiVGl0bGUiOiJQTyIsIkRhdGVUaW1lIjoiMjAyNS0xMi0wMVQyMzo1OTowMCIsIlBlcmNlbnRhZ2VDb21wbGV0ZSI6bnVsbCwiTm90ZSI6bnVsbCwiU3R5bGUiOnsiJGlkIjoiMTc1NCIsIlRpdGxlUG9zaXRpb24iOiJSaWdodCIsIkRhdGVQb3NpdGlvbiI6IkxlZnQiLCJTaGFwZVR5cGUiOjEsIlNoYXBlU2l6ZSI6MywiU3BhY2luZyI6NSwiU2hhcGVTdHlsZSI6eyIkaWQiOiIxNzU1IiwiTWFyZ2luIjp7IiRpZCI6IjE3NTYiLCJUb3AiOjAuMCwiTGVmdCI6MC4wLCJSaWdodCI6MC4wLCJCb3R0b20iOjAuMH0sIlBhZGRpbmciOnsiJGlkIjoiMTc1NyIsIlRvcCI6MC4wLCJMZWZ0IjowLjAsIlJpZ2h0IjowLjAsIkJvdHRvbSI6MC4wfSwiQmFja2dyb3VuZCI6eyIkaWQiOiIxNzU4IiwiQ29sb3IiOnsiJGlkIjoiMTc1OSIsIkEiOjI1NSwiUiI6MTEyLCJHIjoxNzMsIkIiOjcxfX0sIklzVmlzaWJsZSI6dHJ1ZSwiV2lkdGgiOjE1LjQzNzU1OTEyNzgwNzYxNywiSGVpZ2h0IjoyMC4wLCJCb3JkZXJTdHlsZSI6eyIkaWQiOiIxNzYwIiwiTGluZUNvbG9yIjp7IiRpZCI6IjE3NjEiLCIkdHlwZSI6Ik5MUkUuQ29tbW9uLkRvbS5Tb2xpZENvbG9yQnJ1c2gsIE5MUkUuQ29tbW9uIiwiQ29sb3IiOnsiJGlkIjoiMTc2MiIsIkEiOjI1NSwiUiI6MjM0LCJHIjoyMiwiQiI6MzB9fSwiTGluZVdlaWdodCI6MC4wLCJMaW5lVHlwZSI6MCwiUGFyZW50U3R5bGUiOm51bGx9LCJQYXJlbnRTdHlsZSI6bnVsbH0sIlRpdGxlU3R5bGUiOnsiJGlkIjoiMTc2MyIsIkZvbnRTZXR0aW5ncyI6eyIkaWQiOiIxNzY0IiwiRm9udFNpemUiOjksIkZvbnROYW1lIjoiQ2FsaWJyaSIsIklzQm9sZCI6dHJ1ZSwiSXNJdGFsaWMiOmZhbHNlLCJJc1VuZGVybGluZWQiOmZhbHNlLCJQYXJlbnRTdHlsZSI6bnVsbH0sIkF1dG9TaXplIjowLCJGb3JlZ3JvdW5kIjp7IiRpZCI6IjE3NjUiLCJDb2xvciI6eyIkaWQiOiIxNzY2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E3NjciLCJUb3AiOjAuMCwiTGVmdCI6MC4wLCJSaWdodCI6MC4wLCJCb3R0b20iOjAuMH0sIlBhZGRpbmciOnsiJGlkIjoiMTc2OCIsIlRvcCI6MC4wLCJMZWZ0IjowLjAsIlJpZ2h0IjowLjAsIkJvdHRvbSI6MC4wfSwiQmFja2dyb3VuZCI6eyIkaWQiOiIxNzY5IiwiQ29sb3IiOnsiJGlkIjoiMTc3MCIsIkEiOjAsIlIiOjI1NSwiRyI6MjU1LCJCIjoyNTV9fSwiSXNWaXNpYmxlIjp0cnVlLCJXaWR0aCI6MC4wLCJIZWlnaHQiOjAuMCwiQm9yZGVyU3R5bGUiOnsiJGlkIjoiMTc3MSIsIkxpbmVDb2xvciI6bnVsbCwiTGluZVdlaWdodCI6MC4wLCJMaW5lVHlwZSI6MCwiUGFyZW50U3R5bGUiOm51bGx9LCJQYXJlbnRTdHlsZSI6bnVsbH0sIkRhdGVTdHlsZSI6eyIkaWQiOiIxNzcyIiwiRm9udFNldHRpbmdzIjp7IiRpZCI6IjE3NzMiLCJGb250U2l6ZSI6OSwiRm9udE5hbWUiOiJDYWxpYnJpIiwiSXNCb2xkIjpmYWxzZSwiSXNJdGFsaWMiOmZhbHNlLCJJc1VuZGVybGluZWQiOmZhbHNlLCJQYXJlbnRTdHlsZSI6bnVsbH0sIkF1dG9TaXplIjowLCJGb3JlZ3JvdW5kIjp7IiRpZCI6IjE3NzQiLCJDb2xvciI6eyIkaWQiOiIxNzc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Nzc2IiwiVG9wIjowLjAsIkxlZnQiOjAuMCwiUmlnaHQiOjAuMCwiQm90dG9tIjowLjB9LCJQYWRkaW5nIjp7IiRpZCI6IjE3NzciLCJUb3AiOjAuMCwiTGVmdCI6MC4wLCJSaWdodCI6MC4wLCJCb3R0b20iOjAuMH0sIkJhY2tncm91bmQiOnsiJGlkIjoiMTc3OCIsIkNvbG9yIjp7IiRpZCI6IjE3NzkiLCJBIjowLCJSIjoyNTUsIkciOjI1NSwiQiI6MjU1fX0sIklzVmlzaWJsZSI6ZmFsc2UsIldpZHRoIjowLjAsIkhlaWdodCI6MC4wLCJCb3JkZXJTdHlsZSI6eyIkaWQiOiIxNzgwIiwiTGluZUNvbG9yIjpudWxsLCJMaW5lV2VpZ2h0IjowLjAsIkxpbmVUeXBlIjowLCJQYXJlbnRTdHlsZSI6bnVsbH0sIlBhcmVudFN0eWxlIjpudWxsfSwiRGF0ZUZvcm1hdCI6eyIkaWQiOiIxNzg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ODI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MTc4MyIsIl90YXNrcyI6W3siJGlkIjoiMTc4NCIsIl9hdHRhY2hlZE1pbGVzdG9uZXMiOltdLCJUYXNrRGVmaW5pdGlvbiI6eyIkaWQiOiIxNzg1IiwiR3JvdXBOYW1lIjpudWxsLCJTdGFydERhdGUiOiIyMDI2LTA0LTI2VDIzOjU5OjAwWiIsIkVuZERhdGUiOiIyMDI2LTA1LTEwVDIzOjU5OjAwWiIsIlBlcmNlbnRhZ2VDb21wbGV0ZSI6bnVsbCwiU3R5bGUiOnsiJGlkIjoiMTc4NiIsIlNoYXBlIjo3LCJTaGFwZVRoaWNrbmVzcyI6MCwiRHVyYXRpb25Gb3JtYXQiOjUsIkluY2x1ZGVOb25Xb3JraW5nRGF5c0luRHVyYXRpb24iOmZhbHNlLCJQZXJjZW50YWdlQ29tcGxldGVTdHlsZSI6eyIkaWQiOiIxNzg3IiwiRm9udFNldHRpbmdzIjp7IiRpZCI6IjE3ODgiLCJGb250U2l6ZSI6MTAsIkZvbnROYW1lIjoiQ2FsaWJyaSIsIklzQm9sZCI6ZmFsc2UsIklzSXRhbGljIjpmYWxzZSwiSXNVbmRlcmxpbmVkIjpmYWxzZSwiUGFyZW50U3R5bGUiOm51bGx9LCJBdXRvU2l6ZSI6MCwiRm9yZWdyb3VuZCI6eyIkaWQiOiIxNzg5IiwiQ29sb3IiOnsiJGlkIjoiMTc5MCIsIkEiOjI1NSwiUiI6MjM4LCJHIjoyMzYsIkIiOjIyNX19LCJNYXhXaWR0aCI6MjAwLjAsIk1heEhlaWdodCI6IkluZmluaXR5IiwiU21hcnRGb3JlZ3JvdW5kSXNBY3RpdmUiOmZhbHNlLCJIb3Jpem9udGFsQWxpZ25tZW50IjoxLCJWZXJ0aWNhbEFsaWdubWVudCI6MCwiU21hcnRGb3JlZ3JvdW5kIjpudWxsLCJCYWNrZ3JvdW5kRmlsbFR5cGUiOjAsIk1hcmdpbiI6eyIkaWQiOiIxNzkxIiwiVG9wIjowLjAsIkxlZnQiOjAuMCwiUmlnaHQiOjAuMCwiQm90dG9tIjowLjB9LCJQYWRkaW5nIjp7IiRpZCI6IjE3OTIiLCJUb3AiOjAuMCwiTGVmdCI6MC4wLCJSaWdodCI6MC4wLCJCb3R0b20iOjAuMH0sIkJhY2tncm91bmQiOnsiJGlkIjoiMTc5MyIsIkNvbG9yIjp7IiRpZCI6IjE3OTQiLCJBIjo4OSwiUiI6MCwiRyI6MCwiQiI6MH19LCJJc1Zpc2libGUiOnRydWUsIldpZHRoIjowLjAsIkhlaWdodCI6MC4wLCJCb3JkZXJTdHlsZSI6eyIkaWQiOiIxNzk1IiwiTGluZUNvbG9yIjpudWxsLCJMaW5lV2VpZ2h0IjowLjAsIkxpbmVUeXBlIjowLCJQYXJlbnRTdHlsZSI6bnVsbH0sIlBhcmVudFN0eWxlIjpudWxsfSwiRHVyYXRpb25TdHlsZSI6eyIkaWQiOiIxNzk2IiwiRm9udFNldHRpbmdzIjp7IiRpZCI6IjE3OTciLCJGb250U2l6ZSI6MTAsIkZvbnROYW1lIjoiQ2FsaWJyaSIsIklzQm9sZCI6ZmFsc2UsIklzSXRhbGljIjpmYWxzZSwiSXNVbmRlcmxpbmVkIjpmYWxzZSwiUGFyZW50U3R5bGUiOm51bGx9LCJBdXRvU2l6ZSI6MCwiRm9yZWdyb3VuZCI6eyIkaWQiOiIxNzk4IiwiQ29sb3IiOnsiJGlkIjoiMTc5O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4MDAiLCJUb3AiOjAuMCwiTGVmdCI6MC4wLCJSaWdodCI6MC4wLCJCb3R0b20iOjAuMH0sIlBhZGRpbmciOnsiJGlkIjoiMTgwMSIsIlRvcCI6MC4wLCJMZWZ0IjowLjAsIlJpZ2h0IjowLjAsIkJvdHRvbSI6MC4wfSwiQmFja2dyb3VuZCI6eyIkaWQiOiIxODAyIiwiQ29sb3IiOnsiJGlkIjoiMTgwMyIsIkEiOjg5LCJSIjowLCJHIjowLCJCIjowfX0sIklzVmlzaWJsZSI6dHJ1ZSwiV2lkdGgiOjAuMCwiSGVpZ2h0IjowLjAsIkJvcmRlclN0eWxlIjp7IiRpZCI6IjE4MDQiLCJMaW5lQ29sb3IiOm51bGwsIkxpbmVXZWlnaHQiOjAuMCwiTGluZVR5cGUiOjAsIlBhcmVudFN0eWxlIjpudWxsfSwiUGFyZW50U3R5bGUiOm51bGx9LCJIb3Jpem9udGFsQ29ubmVjdG9yU3R5bGUiOnsiJGlkIjoiMTgwNSIsIkxpbmVDb2xvciI6eyIkaWQiOiIxODA2IiwiJHR5cGUiOiJOTFJFLkNvbW1vbi5Eb20uU29saWRDb2xvckJydXNoLCBOTFJFLkNvbW1vbiIsIkNvbG9yIjp7IiRpZCI6IjE4MDciLCJBIjoyNTUsIlIiOjIwNCwiRyI6MjA0LCJCIjoyMDR9fSwiTGluZVdlaWdodCI6MS4wLCJMaW5lVHlwZSI6MCwiUGFyZW50U3R5bGUiOm51bGx9LCJWZXJ0aWNhbENvbm5lY3RvclN0eWxlIjp7IiRpZCI6IjE4MDgiLCJMaW5lQ29sb3IiOnsiJGlkIjoiMTgwOSIsIiR0eXBlIjoiTkxSRS5Db21tb24uRG9tLlNvbGlkQ29sb3JCcnVzaCwgTkxSRS5Db21tb24iLCJDb2xvciI6eyIkaWQiOiIxODEwIiwiQSI6MjU1LCJSIjoyMDQsIkciOjIwNCwiQiI6MjA0fX0sIkxpbmVXZWlnaHQiOjAuMCwiTGluZVR5cGUiOjAsIlBhcmVudFN0eWxlIjpudWxsfSwiTWFyZ2luIjpudWxsLCJTdGFydERhdGVQb3NpdGlvbiI6NiwiRW5kRGF0ZVBvc2l0aW9uIjo2LCJEYXRlSXNWaXNpYmxlIjpmYWxzZSwiVGl0bGVQb3NpdGlvbiI6MywiRHVyYXRpb25Qb3NpdGlvbiI6NiwiUGVyY2VudGFnZUNvbXBsZXRlZFBvc2l0aW9uIjo2LCJTcGFjaW5nIjozLCJJc0JlbG93VGltZWJhbmQiOnRydWUsIlBlcmNlbnRhZ2VDb21wbGV0ZVNoYXBlT3BhY2l0eSI6MzUsIkJhc2VsaW5lU3R5bGUiOnsiJGlkIjoiMTgxMSIsIlNoYXBlU3R5bGUiOnsiJGlkIjoiMTgxMiIsIk1hcmdpbiI6eyIkaWQiOiIxODEzIiwiVG9wIjowLjAsIkxlZnQiOjAuMCwiUmlnaHQiOjAuMCwiQm90dG9tIjowLjB9LCJQYWRkaW5nIjp7IiRpZCI6IjE4MTQiLCJUb3AiOjAuMCwiTGVmdCI6MC4wLCJSaWdodCI6MC4wLCJCb3R0b20iOjAuMH0sIkJhY2tncm91bmQiOnsiJGlkIjoiMTgxNSIsIkNvbG9yIjp7IiRpZCI6IjE4MTYiLCJBIjoxNTMsIlIiOjAsIkciOjAsIkIiOjB9fSwiSXNWaXNpYmxlIjp0cnVlLCJXaWR0aCI6MC4wLCJIZWlnaHQiOjAuMCwiQm9yZGVyU3R5bGUiOm51bGwsIlBhcmVudFN0eWxlIjpudWxsfSwiTWFyZ2luIjp7IiRpZCI6IjE4MTciLCJUb3AiOjAuMCwiTGVmdCI6MC4wLCJSaWdodCI6MC4wLCJCb3R0b20iOjAuMH0sIlBhZGRpbmciOnsiJGlkIjoiMTgxOCIsIlRvcCI6MC4wLCJMZWZ0IjowLjAsIlJpZ2h0IjowLjAsIkJvdHRvbSI6MC4wfSwiQmFja2dyb3VuZCI6bnVsbCwiSXNWaXNpYmxlIjp0cnVlLCJXaWR0aCI6MC4wLCJIZWlnaHQiOjAuMCwiQm9yZGVyU3R5bGUiOm51bGwsIlBhcmVudFN0eWxlIjpudWxsfSwiU2hhcGVTdHlsZSI6eyIkaWQiOiIxODE5IiwiTWFyZ2luIjp7IiRpZCI6IjE4MjAiLCJUb3AiOjAuMCwiTGVmdCI6NC4wLCJSaWdodCI6NC4wLCJCb3R0b20iOjAuMH0sIlBhZGRpbmciOnsiJGlkIjoiMTgyMSIsIlRvcCI6MC4wLCJMZWZ0IjowLjAsIlJpZ2h0IjowLjAsIkJvdHRvbSI6MC4wfSwiQmFja2dyb3VuZCI6eyIkaWQiOiIxODIyIiwiQ29sb3IiOnsiJGlkIjoiMTgyMyIsIkEiOjI1NSwiUiI6NjgsIkciOjExNCwiQiI6MTk2fX0sIklzVmlzaWJsZSI6dHJ1ZSwiV2lkdGgiOjAuMCwiSGVpZ2h0IjoxMC4wLCJCb3JkZXJTdHlsZSI6eyIkaWQiOiIxODI0IiwiTGluZUNvbG9yIjp7IiRpZCI6IjE4MjUiLCIkdHlwZSI6Ik5MUkUuQ29tbW9uLkRvbS5Tb2xpZENvbG9yQnJ1c2gsIE5MUkUuQ29tbW9uIiwiQ29sb3IiOnsiJGlkIjoiMTgyNiIsIkEiOjI1NSwiUiI6MjM0LCJHIjoyMiwiQiI6MzB9fSwiTGluZVdlaWdodCI6MC4wLCJMaW5lVHlwZSI6MCwiUGFyZW50U3R5bGUiOm51bGx9LCJQYXJlbnRTdHlsZSI6bnVsbH0sIlRpdGxlU3R5bGUiOnsiJGlkIjoiMTgyNyIsIkZvbnRTZXR0aW5ncyI6eyIkaWQiOiIxODI4IiwiRm9udFNpemUiOjksIkZvbnROYW1lIjoiQ2FsaWJyaSIsIklzQm9sZCI6dHJ1ZSwiSXNJdGFsaWMiOmZhbHNlLCJJc1VuZGVybGluZWQiOmZhbHNlLCJQYXJlbnRTdHlsZSI6bnVsbH0sIkF1dG9TaXplIjowLCJGb3JlZ3JvdW5kIjp7IiRpZCI6IjE4MjkiLCJDb2xvciI6eyIkaWQiOiIxODMwIiwiQSI6MjU1LCJSIjowLCJHIjowLCJCIjowfX0sIk1heFdpZHRoIjo3MjAuMCwiTWF4SGVpZ2h0IjoiSW5maW5pdHkiLCJTbWFydEZvcmVncm91bmRJc0FjdGl2ZSI6ZmFsc2UsIkhvcml6b250YWxBbGlnbm1lbnQiOjIsIlZlcnRpY2FsQWxpZ25tZW50IjowLCJTbWFydEZvcmVncm91bmQiOm51bGwsIkJhY2tncm91bmRGaWxsVHlwZSI6MCwiTWFyZ2luIjp7IiRpZCI6IjE4MzEiLCJUb3AiOjAuMCwiTGVmdCI6MC4wLCJSaWdodCI6MC4wLCJCb3R0b20iOjAuMH0sIlBhZGRpbmciOnsiJGlkIjoiMTgzMiIsIlRvcCI6MC4wLCJMZWZ0IjowLjAsIlJpZ2h0IjowLjAsIkJvdHRvbSI6MC4wfSwiQmFja2dyb3VuZCI6eyIkaWQiOiIxODMzIiwiQ29sb3IiOnsiJGlkIjoiMTgzNCIsIkEiOjg5LCJSIjowLCJHIjowLCJCIjowfX0sIklzVmlzaWJsZSI6dHJ1ZSwiV2lkdGgiOjAuMCwiSGVpZ2h0IjowLjAsIkJvcmRlclN0eWxlIjp7IiRpZCI6IjE4MzUiLCJMaW5lQ29sb3IiOm51bGwsIkxpbmVXZWlnaHQiOjAuMCwiTGluZVR5cGUiOjAsIlBhcmVudFN0eWxlIjpudWxsfSwiUGFyZW50U3R5bGUiOm51bGx9LCJEYXRlU3R5bGUiOnsiJGlkIjoiMTgzNiIsIkZvbnRTZXR0aW5ncyI6eyIkaWQiOiIxODM3IiwiRm9udFNpemUiOjEwLCJGb250TmFtZSI6IkNhbGlicmkiLCJJc0JvbGQiOmZhbHNlLCJJc0l0YWxpYyI6ZmFsc2UsIklzVW5kZXJsaW5lZCI6ZmFsc2UsIlBhcmVudFN0eWxlIjpudWxsfSwiQXV0b1NpemUiOjAsIkZvcmVncm91bmQiOnsiJGlkIjoiMTgzOCIsIkNvbG9yIjp7IiRpZCI6IjE4Mz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4NDAiLCJUb3AiOjAuMCwiTGVmdCI6MC4wLCJSaWdodCI6MC4wLCJCb3R0b20iOjAuMH0sIlBhZGRpbmciOnsiJGlkIjoiMTg0MSIsIlRvcCI6MC4wLCJMZWZ0IjowLjAsIlJpZ2h0IjowLjAsIkJvdHRvbSI6MC4wfSwiQmFja2dyb3VuZCI6eyIkaWQiOiIxODQyIiwiQ29sb3IiOnsiJGlkIjoiMTg0MyIsIkEiOjg5LCJSIjowLCJHIjowLCJCIjowfX0sIklzVmlzaWJsZSI6dHJ1ZSwiV2lkdGgiOjAuMCwiSGVpZ2h0IjowLjAsIkJvcmRlclN0eWxlIjp7IiRpZCI6IjE4NDQiLCJMaW5lQ29sb3IiOm51bGwsIkxpbmVXZWlnaHQiOjAuMCwiTGluZVR5cGUiOjAsIlBhcmVudFN0eWxlIjpudWxsfSwiUGFyZW50U3R5bGUiOm51bGx9LCJEYXRlRm9ybWF0Ijp7IiRpZCI6IjE4ND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g0NiIsIkZvcm1hdCI6MCwiSXNWaXNpYmxlIjpmYWxzZSwiTGFzdEtub3duVmlzaWJpbGl0eVN0YXRlIjpmYWxzZX0sIklzVmlzaWJsZSI6dHJ1ZSwiUGFyZW50U3R5bGUiOm51bGx9LCJJbmRleCI6MSwiU21hcnREdXJhdGlvbkFjdGl2YXRlZCI6ZmFsc2UsIkRhdGVGb3JtYXQiOnsiJHJlZiI6IjE4NDUifSwiV2Vla051bWJlcmluZyI6eyIkaWQiOiIxODQ3IiwiRm9ybWF0IjowLCJJc1Zpc2libGUiOmZhbHNlLCJMYXN0S25vd25WaXNpYmlsaXR5U3RhdGUiOmZhbHNlfSwiQmFzZWxpbmVEYXRhIjp7IiRpZCI6IjE4NDgiLCJTdGFydERhdGUiOiIyMDI2LTA0LTI2VDIzOjU5OjAwIiwiRW5kRGF0ZSI6IjIwMjYtMDUtMTBUMjM6NTk6MDAifSwiSWQiOiIzYzE5NzhhYS0xZjI2LTQ0MGItOTBiMS04MmRhOTBmZDk3NzAiLCJJbXBvcnRJZCI6IiIsIlRpdGxlIjoiSFcgRGVsaXZlcnkiLCJOb3RlIjpudWxsLCJIeXBlcmxpbmsiOnsiJGlkIjoiMTg0OSIsIkFkZHJlc3MiOm51bGwsIlN1YkFkZHJlc3MiOm51bGx9LCJJc0NoYW5nZWQiOmZhbHNlLCJJc05ldyI6ZmFsc2V9fV0sIl9taWxlc3RvbmVzIjpbXSwiSWQiOiIwMDAwMDAwMC0wMDAwLTAwMDAtMDAwMC0wMDAwMDAwMDAwMDAiLCJJc1NpbmdsZUl0ZW1Sb3ciOnRydWV9LHsiJGlkIjoiMTg1MCIsIl90YXNrcyI6W10sIl9taWxlc3RvbmVzIjpbeyIkaWQiOiIxODUxIiwiSWQiOiI2MzZmNTMwNy1lMmQ2LTRjNDAtYjIxYy0wMGU0Yjk1MTNiNmEiLCJJbmRleCI6MiwiR3JvdXBJZCI6bnVsbCwiVGl0bGUiOiJFVUMiLCJEYXRlVGltZSI6IjIwMjUtMTItMTVUMjM6NTk6MDAiLCJQZXJjZW50YWdlQ29tcGxldGUiOm51bGwsIk5vdGUiOm51bGwsIlN0eWxlIjp7IiRpZCI6IjE4NTIiLCJUaXRsZVBvc2l0aW9uIjoiTGVmdCIsIkRhdGVQb3NpdGlvbiI6IkxlZnQiLCJTaGFwZVR5cGUiOjEsIlNoYXBlU2l6ZSI6MSwiU3BhY2luZyI6NSwiU2hhcGVTdHlsZSI6eyIkaWQiOiIxODUzIiwiTWFyZ2luIjp7IiRpZCI6IjE4NTQiLCJUb3AiOjAuMCwiTGVmdCI6MC4wLCJSaWdodCI6MC4wLCJCb3R0b20iOjAuMH0sIlBhZGRpbmciOnsiJGlkIjoiMTg1NSIsIlRvcCI6MC4wLCJMZWZ0IjowLjAsIlJpZ2h0IjowLjAsIkJvdHRvbSI6MC4wfSwiQmFja2dyb3VuZCI6eyIkaWQiOiIxODU2IiwiQ29sb3IiOnsiJGlkIjoiMTg1NyIsIkEiOjI1NSwiUiI6MTEyLCJHIjoxNzMsIkIiOjcxfX0sIklzVmlzaWJsZSI6dHJ1ZSwiV2lkdGgiOjE4LjAsIkhlaWdodCI6MjAuMCwiQm9yZGVyU3R5bGUiOnsiJGlkIjoiMTg1OCIsIkxpbmVDb2xvciI6eyIkaWQiOiIxODU5IiwiJHR5cGUiOiJOTFJFLkNvbW1vbi5Eb20uU29saWRDb2xvckJydXNoLCBOTFJFLkNvbW1vbiIsIkNvbG9yIjp7IiRpZCI6IjE4NjAiLCJBIjoyNTUsIlIiOjIzNCwiRyI6MjIsIkIiOjMwfX0sIkxpbmVXZWlnaHQiOjAuMCwiTGluZVR5cGUiOjAsIlBhcmVudFN0eWxlIjpudWxsfSwiUGFyZW50U3R5bGUiOm51bGx9LCJUaXRsZVN0eWxlIjp7IiRpZCI6IjE4NjEiLCJGb250U2V0dGluZ3MiOnsiJGlkIjoiMTg2MiIsIkZvbnRTaXplIjo5LCJGb250TmFtZSI6IkNhbGlicmkiLCJJc0JvbGQiOnRydWUsIklzSXRhbGljIjpmYWxzZSwiSXNVbmRlcmxpbmVkIjpmYWxzZSwiUGFyZW50U3R5bGUiOm51bGx9LCJBdXRvU2l6ZSI6MCwiRm9yZWdyb3VuZCI6eyIkaWQiOiIxODYzIiwiQ29sb3IiOnsiJGlkIjoiMTg2NC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xODY1IiwiVG9wIjowLjAsIkxlZnQiOjAuMCwiUmlnaHQiOjAuMCwiQm90dG9tIjowLjB9LCJQYWRkaW5nIjp7IiRpZCI6IjE4NjYiLCJUb3AiOjAuMCwiTGVmdCI6MC4wLCJSaWdodCI6MC4wLCJCb3R0b20iOjAuMH0sIkJhY2tncm91bmQiOnsiJGlkIjoiMTg2NyIsIkNvbG9yIjp7IiRpZCI6IjE4NjgiLCJBIjowLCJSIjoyNTUsIkciOjI1NSwiQiI6MjU1fX0sIklzVmlzaWJsZSI6dHJ1ZSwiV2lkdGgiOjAuMCwiSGVpZ2h0IjowLjAsIkJvcmRlclN0eWxlIjp7IiRpZCI6IjE4NjkiLCJMaW5lQ29sb3IiOm51bGwsIkxpbmVXZWlnaHQiOjAuMCwiTGluZVR5cGUiOjAsIlBhcmVudFN0eWxlIjpudWxsfSwiUGFyZW50U3R5bGUiOm51bGx9LCJEYXRlU3R5bGUiOnsiJGlkIjoiMTg3MCIsIkZvbnRTZXR0aW5ncyI6eyIkaWQiOiIxODcxIiwiRm9udFNpemUiOjksIkZvbnROYW1lIjoiQ2FsaWJyaSIsIklzQm9sZCI6ZmFsc2UsIklzSXRhbGljIjpmYWxzZSwiSXNVbmRlcmxpbmVkIjpmYWxzZSwiUGFyZW50U3R5bGUiOm51bGx9LCJBdXRvU2l6ZSI6MCwiRm9yZWdyb3VuZCI6eyIkaWQiOiIxODcyIiwiQ29sb3IiOnsiJGlkIjoiMTg3My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g3NCIsIlRvcCI6MC4wLCJMZWZ0IjowLjAsIlJpZ2h0IjowLjAsIkJvdHRvbSI6MC4wfSwiUGFkZGluZyI6eyIkaWQiOiIxODc1IiwiVG9wIjowLjAsIkxlZnQiOjAuMCwiUmlnaHQiOjAuMCwiQm90dG9tIjowLjB9LCJCYWNrZ3JvdW5kIjp7IiRpZCI6IjE4NzYiLCJDb2xvciI6eyIkaWQiOiIxODc3IiwiQSI6MCwiUiI6MjU1LCJHIjoyNTUsIkIiOjI1NX19LCJJc1Zpc2libGUiOmZhbHNlLCJXaWR0aCI6MC4wLCJIZWlnaHQiOjAuMCwiQm9yZGVyU3R5bGUiOnsiJGlkIjoiMTg3OCIsIkxpbmVDb2xvciI6bnVsbCwiTGluZVdlaWdodCI6MC4wLCJMaW5lVHlwZSI6MCwiUGFyZW50U3R5bGUiOm51bGx9LCJQYXJlbnRTdHlsZSI6bnVsbH0sIkRhdGVGb3JtYXQiOnsiJGlkIjoiMTg3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Dgw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E4ODEiLCJfdGFza3MiOltdLCJfbWlsZXN0b25lcyI6W3siJGlkIjoiMTg4MiIsIklkIjoiZjI2MGY3MGYtNTY3My00MGRhLWJlNmItY2YwZDY0NDM5NTY5IiwiSW5kZXgiOjMsIkdyb3VwSWQiOm51bGwsIlRpdGxlIjoiQ3VzdG9tIFJlbGVhc2UgIiwiRGF0ZVRpbWUiOiIyMDI2LTA1LTEwVDIzOjU5OjAwIiwiUGVyY2VudGFnZUNvbXBsZXRlIjpudWxsLCJOb3RlIjpudWxsLCJTdHlsZSI6eyIkaWQiOiIxODgzIiwiVGl0bGVQb3NpdGlvbiI6IkxlZnQiLCJEYXRlUG9zaXRpb24iOiJMZWZ0IiwiU2hhcGVUeXBlIjo2LCJTaGFwZVNpemUiOjEsIlNwYWNpbmciOjUsIlNoYXBlU3R5bGUiOnsiJGlkIjoiMTg4NCIsIk1hcmdpbiI6eyIkaWQiOiIxODg1IiwiVG9wIjowLjAsIkxlZnQiOjAuMCwiUmlnaHQiOjAuMCwiQm90dG9tIjowLjB9LCJQYWRkaW5nIjp7IiRpZCI6IjE4ODYiLCJUb3AiOjAuMCwiTGVmdCI6MC4wLCJSaWdodCI6MC4wLCJCb3R0b20iOjAuMH0sIkJhY2tncm91bmQiOnsiJGlkIjoiMTg4NyIsIkNvbG9yIjp7IiRpZCI6IjE4ODgiLCJBIjoyNTUsIlIiOjY4LCJHIjoxMTQsIkIiOjE5Nn19LCJJc1Zpc2libGUiOnRydWUsIldpZHRoIjoxOC4wLCJIZWlnaHQiOjIwLjAsIkJvcmRlclN0eWxlIjp7IiRpZCI6IjE4ODkiLCJMaW5lQ29sb3IiOnsiJGlkIjoiMTg5MCIsIiR0eXBlIjoiTkxSRS5Db21tb24uRG9tLlNvbGlkQ29sb3JCcnVzaCwgTkxSRS5Db21tb24iLCJDb2xvciI6eyIkaWQiOiIxODkxIiwiQSI6MjU1LCJSIjoyMzQsIkciOjIyLCJCIjozMH19LCJMaW5lV2VpZ2h0IjowLjAsIkxpbmVUeXBlIjowLCJQYXJlbnRTdHlsZSI6bnVsbH0sIlBhcmVudFN0eWxlIjpudWxsfSwiVGl0bGVTdHlsZSI6eyIkaWQiOiIxODkyIiwiRm9udFNldHRpbmdzIjp7IiRpZCI6IjE4OTMiLCJGb250U2l6ZSI6OSwiRm9udE5hbWUiOiJDYWxpYnJpIiwiSXNCb2xkIjp0cnVlLCJJc0l0YWxpYyI6ZmFsc2UsIklzVW5kZXJsaW5lZCI6ZmFsc2UsIlBhcmVudFN0eWxlIjpudWxsfSwiQXV0b1NpemUiOjAsIkZvcmVncm91bmQiOnsiJGlkIjoiMTg5NCIsIkNvbG9yIjp7IiRpZCI6IjE4OTU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g5NiIsIlRvcCI6MC4wLCJMZWZ0IjowLjAsIlJpZ2h0IjowLjAsIkJvdHRvbSI6MC4wfSwiUGFkZGluZyI6eyIkaWQiOiIxODk3IiwiVG9wIjowLjAsIkxlZnQiOjAuMCwiUmlnaHQiOjAuMCwiQm90dG9tIjowLjB9LCJCYWNrZ3JvdW5kIjp7IiRpZCI6IjE4OTgiLCJDb2xvciI6eyIkaWQiOiIxODk5IiwiQSI6ODksIlIiOjAsIkciOjAsIkIiOjB9fSwiSXNWaXNpYmxlIjp0cnVlLCJXaWR0aCI6MC4wLCJIZWlnaHQiOjAuMCwiQm9yZGVyU3R5bGUiOnsiJGlkIjoiMTkwMCIsIkxpbmVDb2xvciI6bnVsbCwiTGluZVdlaWdodCI6MC4wLCJMaW5lVHlwZSI6MCwiUGFyZW50U3R5bGUiOm51bGx9LCJQYXJlbnRTdHlsZSI6bnVsbH0sIkRhdGVTdHlsZSI6eyIkaWQiOiIxOTAxIiwiRm9udFNldHRpbmdzIjp7IiRpZCI6IjE5MDIiLCJGb250U2l6ZSI6OSwiRm9udE5hbWUiOiJDYWxpYnJpIiwiSXNCb2xkIjpmYWxzZSwiSXNJdGFsaWMiOmZhbHNlLCJJc1VuZGVybGluZWQiOmZhbHNlLCJQYXJlbnRTdHlsZSI6bnVsbH0sIkF1dG9TaXplIjowLCJGb3JlZ3JvdW5kIjp7IiRpZCI6IjE5MDMiLCJDb2xvciI6eyIkaWQiOiIxOTA0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OTA1IiwiVG9wIjowLjAsIkxlZnQiOjAuMCwiUmlnaHQiOjAuMCwiQm90dG9tIjowLjB9LCJQYWRkaW5nIjp7IiRpZCI6IjE5MDYiLCJUb3AiOjAuMCwiTGVmdCI6MC4wLCJSaWdodCI6MC4wLCJCb3R0b20iOjAuMH0sIkJhY2tncm91bmQiOnsiJGlkIjoiMTkwNyIsIkNvbG9yIjp7IiRpZCI6IjE5MDgiLCJBIjo4OSwiUiI6MCwiRyI6MCwiQiI6MH19LCJJc1Zpc2libGUiOmZhbHNlLCJXaWR0aCI6MC4wLCJIZWlnaHQiOjAuMCwiQm9yZGVyU3R5bGUiOnsiJGlkIjoiMTkwOSIsIkxpbmVDb2xvciI6bnVsbCwiTGluZVdlaWdodCI6MC4wLCJMaW5lVHlwZSI6MCwiUGFyZW50U3R5bGUiOm51bGx9LCJQYXJlbnRTdHlsZSI6bnVsbH0sIkRhdGVGb3JtYXQiOnsiJGlkIjoiMTkx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Ex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E5MTIiLCJfdGFza3MiOlt7IiRpZCI6IjE5MTMiLCJfYXR0YWNoZWRNaWxlc3RvbmVzIjpbXSwiVGFza0RlZmluaXRpb24iOnsiJGlkIjoiMTkxNCIsIkdyb3VwTmFtZSI6bnVsbCwiU3RhcnREYXRlIjoiMjAyNi0wNS0yNFQyMzo1OTowMFoiLCJFbmREYXRlIjoiMjAyNi0wNi0xNFQyMzo1OTowMFoiLCJQZXJjZW50YWdlQ29tcGxldGUiOm51bGwsIlN0eWxlIjp7IiRpZCI6IjE5MTUiLCJTaGFwZSI6NywiU2hhcGVUaGlja25lc3MiOjAsIkR1cmF0aW9uRm9ybWF0Ijo1LCJJbmNsdWRlTm9uV29ya2luZ0RheXNJbkR1cmF0aW9uIjpmYWxzZSwiUGVyY2VudGFnZUNvbXBsZXRlU3R5bGUiOnsiJGlkIjoiMTkxNiIsIkZvbnRTZXR0aW5ncyI6eyIkaWQiOiIxOTE3IiwiRm9udFNpemUiOjEwLCJGb250TmFtZSI6IkNhbGlicmkiLCJJc0JvbGQiOmZhbHNlLCJJc0l0YWxpYyI6ZmFsc2UsIklzVW5kZXJsaW5lZCI6ZmFsc2UsIlBhcmVudFN0eWxlIjpudWxsfSwiQXV0b1NpemUiOjAsIkZvcmVncm91bmQiOnsiJGlkIjoiMTkxOCIsIkNvbG9yIjp7IiRpZCI6IjE5MTkiLCJBIjoyNTUsIlIiOjIzOCwiRyI6MjM2LCJCIjoyMjV9fSwiTWF4V2lkdGgiOjIwMC4wLCJNYXhIZWlnaHQiOiJJbmZpbml0eSIsIlNtYXJ0Rm9yZWdyb3VuZElzQWN0aXZlIjpmYWxzZSwiSG9yaXpvbnRhbEFsaWdubWVudCI6MSwiVmVydGljYWxBbGlnbm1lbnQiOjAsIlNtYXJ0Rm9yZWdyb3VuZCI6bnVsbCwiQmFja2dyb3VuZEZpbGxUeXBlIjowLCJNYXJnaW4iOnsiJGlkIjoiMTkyMCIsIlRvcCI6MC4wLCJMZWZ0IjowLjAsIlJpZ2h0IjowLjAsIkJvdHRvbSI6MC4wfSwiUGFkZGluZyI6eyIkaWQiOiIxOTIxIiwiVG9wIjowLjAsIkxlZnQiOjAuMCwiUmlnaHQiOjAuMCwiQm90dG9tIjowLjB9LCJCYWNrZ3JvdW5kIjp7IiRpZCI6IjE5MjIiLCJDb2xvciI6eyIkaWQiOiIxOTIzIiwiQSI6ODksIlIiOjAsIkciOjAsIkIiOjB9fSwiSXNWaXNpYmxlIjp0cnVlLCJXaWR0aCI6MC4wLCJIZWlnaHQiOjAuMCwiQm9yZGVyU3R5bGUiOnsiJGlkIjoiMTkyNCIsIkxpbmVDb2xvciI6bnVsbCwiTGluZVdlaWdodCI6MC4wLCJMaW5lVHlwZSI6MCwiUGFyZW50U3R5bGUiOm51bGx9LCJQYXJlbnRTdHlsZSI6bnVsbH0sIkR1cmF0aW9uU3R5bGUiOnsiJGlkIjoiMTkyNSIsIkZvbnRTZXR0aW5ncyI6eyIkaWQiOiIxOTI2IiwiRm9udFNpemUiOjEwLCJGb250TmFtZSI6IkNhbGlicmkiLCJJc0JvbGQiOmZhbHNlLCJJc0l0YWxpYyI6ZmFsc2UsIklzVW5kZXJsaW5lZCI6ZmFsc2UsIlBhcmVudFN0eWxlIjpudWxsfSwiQXV0b1NpemUiOjAsIkZvcmVncm91bmQiOnsiJGlkIjoiMTkyNyIsIkNvbG9yIjp7IiRpZCI6IjE5Mjg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OTI5IiwiVG9wIjowLjAsIkxlZnQiOjAuMCwiUmlnaHQiOjAuMCwiQm90dG9tIjowLjB9LCJQYWRkaW5nIjp7IiRpZCI6IjE5MzAiLCJUb3AiOjAuMCwiTGVmdCI6MC4wLCJSaWdodCI6MC4wLCJCb3R0b20iOjAuMH0sIkJhY2tncm91bmQiOnsiJGlkIjoiMTkzMSIsIkNvbG9yIjp7IiRpZCI6IjE5MzIiLCJBIjo4OSwiUiI6MCwiRyI6MCwiQiI6MH19LCJJc1Zpc2libGUiOnRydWUsIldpZHRoIjowLjAsIkhlaWdodCI6MC4wLCJCb3JkZXJTdHlsZSI6eyIkaWQiOiIxOTMzIiwiTGluZUNvbG9yIjpudWxsLCJMaW5lV2VpZ2h0IjowLjAsIkxpbmVUeXBlIjowLCJQYXJlbnRTdHlsZSI6bnVsbH0sIlBhcmVudFN0eWxlIjpudWxsfSwiSG9yaXpvbnRhbENvbm5lY3RvclN0eWxlIjp7IiRpZCI6IjE5MzQiLCJMaW5lQ29sb3IiOnsiJGlkIjoiMTkzNSIsIiR0eXBlIjoiTkxSRS5Db21tb24uRG9tLlNvbGlkQ29sb3JCcnVzaCwgTkxSRS5Db21tb24iLCJDb2xvciI6eyIkaWQiOiIxOTM2IiwiQSI6MjU1LCJSIjoyMDQsIkciOjIwNCwiQiI6MjA0fX0sIkxpbmVXZWlnaHQiOjEuMCwiTGluZVR5cGUiOjAsIlBhcmVudFN0eWxlIjpudWxsfSwiVmVydGljYWxDb25uZWN0b3JTdHlsZSI6eyIkaWQiOiIxOTM3IiwiTGluZUNvbG9yIjp7IiRpZCI6IjE5MzgiLCIkdHlwZSI6Ik5MUkUuQ29tbW9uLkRvbS5Tb2xpZENvbG9yQnJ1c2gsIE5MUkUuQ29tbW9uIiwiQ29sb3IiOnsiJGlkIjoiMTkzOSIsIkEiOjI1NSwiUiI6MjA0LCJHIjoyMDQsIkIiOjIwNH19LCJMaW5lV2VpZ2h0IjowLjAsIkxpbmVUeXBlIjowLCJQYXJlbnRTdHlsZSI6bnVsbH0sIk1hcmdpbiI6bnVsbCwiU3RhcnREYXRlUG9zaXRpb24iOjYsIkVuZERhdGVQb3NpdGlvbiI6NiwiRGF0ZUlzVmlzaWJsZSI6ZmFsc2UsIlRpdGxlUG9zaXRpb24iOjMsIkR1cmF0aW9uUG9zaXRpb24iOjYsIlBlcmNlbnRhZ2VDb21wbGV0ZWRQb3NpdGlvbiI6NiwiU3BhY2luZyI6MywiSXNCZWxvd1RpbWViYW5kIjp0cnVlLCJQZXJjZW50YWdlQ29tcGxldGVTaGFwZU9wYWNpdHkiOjM1LCJCYXNlbGluZVN0eWxlIjp7IiRpZCI6IjE5NDAiLCJTaGFwZVN0eWxlIjp7IiRpZCI6IjE5NDEiLCJNYXJnaW4iOnsiJGlkIjoiMTk0MiIsIlRvcCI6MC4wLCJMZWZ0IjowLjAsIlJpZ2h0IjowLjAsIkJvdHRvbSI6MC4wfSwiUGFkZGluZyI6eyIkaWQiOiIxOTQzIiwiVG9wIjowLjAsIkxlZnQiOjAuMCwiUmlnaHQiOjAuMCwiQm90dG9tIjowLjB9LCJCYWNrZ3JvdW5kIjp7IiRpZCI6IjE5NDQiLCJDb2xvciI6eyIkaWQiOiIxOTQ1IiwiQSI6MTUzLCJSIjowLCJHIjowLCJCIjowfX0sIklzVmlzaWJsZSI6dHJ1ZSwiV2lkdGgiOjAuMCwiSGVpZ2h0IjowLjAsIkJvcmRlclN0eWxlIjpudWxsLCJQYXJlbnRTdHlsZSI6bnVsbH0sIk1hcmdpbiI6eyIkaWQiOiIxOTQ2IiwiVG9wIjowLjAsIkxlZnQiOjAuMCwiUmlnaHQiOjAuMCwiQm90dG9tIjowLjB9LCJQYWRkaW5nIjp7IiRpZCI6IjE5NDciLCJUb3AiOjAuMCwiTGVmdCI6MC4wLCJSaWdodCI6MC4wLCJCb3R0b20iOjAuMH0sIkJhY2tncm91bmQiOm51bGwsIklzVmlzaWJsZSI6dHJ1ZSwiV2lkdGgiOjAuMCwiSGVpZ2h0IjowLjAsIkJvcmRlclN0eWxlIjpudWxsLCJQYXJlbnRTdHlsZSI6bnVsbH0sIlNoYXBlU3R5bGUiOnsiJGlkIjoiMTk0OCIsIk1hcmdpbiI6eyIkaWQiOiIxOTQ5IiwiVG9wIjowLjAsIkxlZnQiOjQuMCwiUmlnaHQiOjQuMCwiQm90dG9tIjowLjB9LCJQYWRkaW5nIjp7IiRpZCI6IjE5NTAiLCJUb3AiOjAuMCwiTGVmdCI6MC4wLCJSaWdodCI6MC4wLCJCb3R0b20iOjAuMH0sIkJhY2tncm91bmQiOnsiJGlkIjoiMTk1MSIsIkNvbG9yIjp7IiRpZCI6IjE5NTIiLCJBIjoyNTUsIlIiOjY4LCJHIjoxMTQsIkIiOjE5Nn19LCJJc1Zpc2libGUiOnRydWUsIldpZHRoIjowLjAsIkhlaWdodCI6MTAuMCwiQm9yZGVyU3R5bGUiOnsiJGlkIjoiMTk1MyIsIkxpbmVDb2xvciI6eyIkaWQiOiIxOTU0IiwiJHR5cGUiOiJOTFJFLkNvbW1vbi5Eb20uU29saWRDb2xvckJydXNoLCBOTFJFLkNvbW1vbiIsIkNvbG9yIjp7IiRpZCI6IjE5NTUiLCJBIjoyNTUsIlIiOjIzNCwiRyI6MjIsIkIiOjMwfX0sIkxpbmVXZWlnaHQiOjAuMCwiTGluZVR5cGUiOjAsIlBhcmVudFN0eWxlIjpudWxsfSwiUGFyZW50U3R5bGUiOm51bGx9LCJUaXRsZVN0eWxlIjp7IiRpZCI6IjE5NTYiLCJGb250U2V0dGluZ3MiOnsiJGlkIjoiMTk1NyIsIkZvbnRTaXplIjo5LCJGb250TmFtZSI6IkNhbGlicmkiLCJJc0JvbGQiOnRydWUsIklzSXRhbGljIjpmYWxzZSwiSXNVbmRlcmxpbmVkIjpmYWxzZSwiUGFyZW50U3R5bGUiOm51bGx9LCJBdXRvU2l6ZSI6MCwiRm9yZWdyb3VuZCI6eyIkaWQiOiIxOTU4IiwiQ29sb3IiOnsiJGlkIjoiMTk1OSIsIkEiOjI1NSwiUiI6MCwiRyI6MCwiQiI6MH19LCJNYXhXaWR0aCI6NzIwLjAsIk1heEhlaWdodCI6IkluZmluaXR5IiwiU21hcnRGb3JlZ3JvdW5kSXNBY3RpdmUiOmZhbHNlLCJIb3Jpem9udGFsQWxpZ25tZW50IjoyLCJWZXJ0aWNhbEFsaWdubWVudCI6MCwiU21hcnRGb3JlZ3JvdW5kIjpudWxsLCJCYWNrZ3JvdW5kRmlsbFR5cGUiOjAsIk1hcmdpbiI6eyIkaWQiOiIxOTYwIiwiVG9wIjowLjAsIkxlZnQiOjAuMCwiUmlnaHQiOjAuMCwiQm90dG9tIjowLjB9LCJQYWRkaW5nIjp7IiRpZCI6IjE5NjEiLCJUb3AiOjAuMCwiTGVmdCI6MC4wLCJSaWdodCI6MC4wLCJCb3R0b20iOjAuMH0sIkJhY2tncm91bmQiOnsiJGlkIjoiMTk2MiIsIkNvbG9yIjp7IiRpZCI6IjE5NjMiLCJBIjo4OSwiUiI6MCwiRyI6MCwiQiI6MH19LCJJc1Zpc2libGUiOnRydWUsIldpZHRoIjowLjAsIkhlaWdodCI6MC4wLCJCb3JkZXJTdHlsZSI6eyIkaWQiOiIxOTY0IiwiTGluZUNvbG9yIjpudWxsLCJMaW5lV2VpZ2h0IjowLjAsIkxpbmVUeXBlIjowLCJQYXJlbnRTdHlsZSI6bnVsbH0sIlBhcmVudFN0eWxlIjpudWxsfSwiRGF0ZVN0eWxlIjp7IiRpZCI6IjE5NjUiLCJGb250U2V0dGluZ3MiOnsiJGlkIjoiMTk2NiIsIkZvbnRTaXplIjoxMCwiRm9udE5hbWUiOiJDYWxpYnJpIiwiSXNCb2xkIjpmYWxzZSwiSXNJdGFsaWMiOmZhbHNlLCJJc1VuZGVybGluZWQiOmZhbHNlLCJQYXJlbnRTdHlsZSI6bnVsbH0sIkF1dG9TaXplIjowLCJGb3JlZ3JvdW5kIjp7IiRpZCI6IjE5NjciLCJDb2xvciI6eyIkaWQiOiIxOTY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OTY5IiwiVG9wIjowLjAsIkxlZnQiOjAuMCwiUmlnaHQiOjAuMCwiQm90dG9tIjowLjB9LCJQYWRkaW5nIjp7IiRpZCI6IjE5NzAiLCJUb3AiOjAuMCwiTGVmdCI6MC4wLCJSaWdodCI6MC4wLCJCb3R0b20iOjAuMH0sIkJhY2tncm91bmQiOnsiJGlkIjoiMTk3MSIsIkNvbG9yIjp7IiRpZCI6IjE5NzIiLCJBIjo4OSwiUiI6MCwiRyI6MCwiQiI6MH19LCJJc1Zpc2libGUiOnRydWUsIldpZHRoIjowLjAsIkhlaWdodCI6MC4wLCJCb3JkZXJTdHlsZSI6eyIkaWQiOiIxOTczIiwiTGluZUNvbG9yIjpudWxsLCJMaW5lV2VpZ2h0IjowLjAsIkxpbmVUeXBlIjowLCJQYXJlbnRTdHlsZSI6bnVsbH0sIlBhcmVudFN0eWxlIjpudWxsfSwiRGF0ZUZvcm1hdCI6eyIkaWQiOiIxOTc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5NzUiLCJGb3JtYXQiOjAsIklzVmlzaWJsZSI6ZmFsc2UsIkxhc3RLbm93blZpc2liaWxpdHlTdGF0ZSI6ZmFsc2V9LCJJc1Zpc2libGUiOnRydWUsIlBhcmVudFN0eWxlIjpudWxsfSwiSW5kZXgiOjQsIlNtYXJ0RHVyYXRpb25BY3RpdmF0ZWQiOmZhbHNlLCJEYXRlRm9ybWF0Ijp7IiRyZWYiOiIxOTc0In0sIldlZWtOdW1iZXJpbmciOnsiJGlkIjoiMTk3NiIsIkZvcm1hdCI6MCwiSXNWaXNpYmxlIjpmYWxzZSwiTGFzdEtub3duVmlzaWJpbGl0eVN0YXRlIjpmYWxzZX0sIkJhc2VsaW5lRGF0YSI6eyIkaWQiOiIxOTc3IiwiU3RhcnREYXRlIjoiMjAyNi0wNS0yNFQyMzo1OTowMCIsIkVuZERhdGUiOiIyMDI2LTA2LTE0VDIzOjU5OjAwIn0sIklkIjoiNzZmZDRjY2UtNDE1NS00NjQ1LWJhZTktNjg4NTEyOTI3YmE4IiwiSW1wb3J0SWQiOiIiLCJUaXRsZSI6IlN5c3RlbSBJbnN0YWxsYXRpb24gIiwiTm90ZSI6bnVsbCwiSHlwZXJsaW5rIjp7IiRpZCI6IjE5NzgiLCJBZGRyZXNzIjpudWxsLCJTdWJBZGRyZXNzIjpudWxsfSwiSXNDaGFuZ2VkIjpmYWxzZSwiSXNOZXciOmZhbHNlfX1dLCJfbWlsZXN0b25lcyI6W10sIklkIjoiMDAwMDAwMDAtMDAwMC0wMDAwLTAwMDAtMDAwMDAwMDAwMDAwIiwiSXNTaW5nbGVJdGVtUm93Ijp0cnVlfSx7IiRpZCI6IjE5NzkiLCJfdGFza3MiOlt7IiRpZCI6IjE5ODAiLCJfYXR0YWNoZWRNaWxlc3RvbmVzIjpbXSwiVGFza0RlZmluaXRpb24iOnsiJGlkIjoiMTk4MSIsIkdyb3VwTmFtZSI6bnVsbCwiU3RhcnREYXRlIjoiMjAyNi0wNi0xNFQyMzo1OTowMFoiLCJFbmREYXRlIjoiMjAyNi0wNi0yMVQyMzo1OTowMFoiLCJQZXJjZW50YWdlQ29tcGxldGUiOm51bGwsIlN0eWxlIjp7IiRpZCI6IjE5ODIiLCJTaGFwZSI6NywiU2hhcGVUaGlja25lc3MiOjMsIkR1cmF0aW9uRm9ybWF0Ijo1LCJJbmNsdWRlTm9uV29ya2luZ0RheXNJbkR1cmF0aW9uIjpmYWxzZSwiUGVyY2VudGFnZUNvbXBsZXRlU3R5bGUiOnsiJGlkIjoiMTk4MyIsIkZvbnRTZXR0aW5ncyI6eyIkaWQiOiIxOTg0IiwiRm9udFNpemUiOjEwLCJGb250TmFtZSI6IkNhbGlicmkiLCJJc0JvbGQiOmZhbHNlLCJJc0l0YWxpYyI6ZmFsc2UsIklzVW5kZXJsaW5lZCI6ZmFsc2UsIlBhcmVudFN0eWxlIjpudWxsfSwiQXV0b1NpemUiOjAsIkZvcmVncm91bmQiOnsiJGlkIjoiMTk4NSIsIkNvbG9yIjp7IiRpZCI6IjE5ODYiLCJBIjoyNTUsIlIiOjIzOCwiRyI6MjM2LCJCIjoyMjV9fSwiTWF4V2lkdGgiOjIwMC4wLCJNYXhIZWlnaHQiOiJJbmZpbml0eSIsIlNtYXJ0Rm9yZWdyb3VuZElzQWN0aXZlIjpmYWxzZSwiSG9yaXpvbnRhbEFsaWdubWVudCI6MSwiVmVydGljYWxBbGlnbm1lbnQiOjAsIlNtYXJ0Rm9yZWdyb3VuZCI6bnVsbCwiQmFja2dyb3VuZEZpbGxUeXBlIjowLCJNYXJnaW4iOnsiJGlkIjoiMTk4NyIsIlRvcCI6MC4wLCJMZWZ0IjowLjAsIlJpZ2h0IjowLjAsIkJvdHRvbSI6MC4wfSwiUGFkZGluZyI6eyIkaWQiOiIxOTg4IiwiVG9wIjowLjAsIkxlZnQiOjAuMCwiUmlnaHQiOjAuMCwiQm90dG9tIjowLjB9LCJCYWNrZ3JvdW5kIjp7IiRpZCI6IjE5ODkiLCJDb2xvciI6eyIkaWQiOiIxOTkwIiwiQSI6ODksIlIiOjAsIkciOjAsIkIiOjB9fSwiSXNWaXNpYmxlIjp0cnVlLCJXaWR0aCI6MC4wLCJIZWlnaHQiOjAuMCwiQm9yZGVyU3R5bGUiOnsiJGlkIjoiMTk5MSIsIkxpbmVDb2xvciI6bnVsbCwiTGluZVdlaWdodCI6MC4wLCJMaW5lVHlwZSI6MCwiUGFyZW50U3R5bGUiOm51bGx9LCJQYXJlbnRTdHlsZSI6bnVsbH0sIkR1cmF0aW9uU3R5bGUiOnsiJGlkIjoiMTk5MiIsIkZvbnRTZXR0aW5ncyI6eyIkaWQiOiIxOTkzIiwiRm9udFNpemUiOjEwLCJGb250TmFtZSI6IkNhbGlicmkiLCJJc0JvbGQiOmZhbHNlLCJJc0l0YWxpYyI6ZmFsc2UsIklzVW5kZXJsaW5lZCI6ZmFsc2UsIlBhcmVudFN0eWxlIjpudWxsfSwiQXV0b1NpemUiOjAsIkZvcmVncm91bmQiOnsiJGlkIjoiMTk5NCIsIkNvbG9yIjp7IiRpZCI6IjE5OT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OTk2IiwiVG9wIjowLjAsIkxlZnQiOjAuMCwiUmlnaHQiOjAuMCwiQm90dG9tIjowLjB9LCJQYWRkaW5nIjp7IiRpZCI6IjE5OTciLCJUb3AiOjAuMCwiTGVmdCI6MC4wLCJSaWdodCI6MC4wLCJCb3R0b20iOjAuMH0sIkJhY2tncm91bmQiOnsiJGlkIjoiMTk5OCIsIkNvbG9yIjp7IiRpZCI6IjE5OTkiLCJBIjo4OSwiUiI6MCwiRyI6MCwiQiI6MH19LCJJc1Zpc2libGUiOnRydWUsIldpZHRoIjowLjAsIkhlaWdodCI6MC4wLCJCb3JkZXJTdHlsZSI6eyIkaWQiOiIyMDAwIiwiTGluZUNvbG9yIjpudWxsLCJMaW5lV2VpZ2h0IjowLjAsIkxpbmVUeXBlIjowLCJQYXJlbnRTdHlsZSI6bnVsbH0sIlBhcmVudFN0eWxlIjpudWxsfSwiSG9yaXpvbnRhbENvbm5lY3RvclN0eWxlIjp7IiRpZCI6IjIwMDEiLCJMaW5lQ29sb3IiOnsiJGlkIjoiMjAwMiIsIiR0eXBlIjoiTkxSRS5Db21tb24uRG9tLlNvbGlkQ29sb3JCcnVzaCwgTkxSRS5Db21tb24iLCJDb2xvciI6eyIkaWQiOiIyMDAzIiwiQSI6MjU1LCJSIjoyMDQsIkciOjIwNCwiQiI6MjA0fX0sIkxpbmVXZWlnaHQiOjEuMCwiTGluZVR5cGUiOjAsIlBhcmVudFN0eWxlIjpudWxsfSwiVmVydGljYWxDb25uZWN0b3JTdHlsZSI6eyIkaWQiOiIyMDA0IiwiTGluZUNvbG9yIjp7IiRpZCI6IjIwMDUiLCIkdHlwZSI6Ik5MUkUuQ29tbW9uLkRvbS5Tb2xpZENvbG9yQnJ1c2gsIE5MUkUuQ29tbW9uIiwiQ29sb3IiOnsiJGlkIjoiMjAwNiIsIkEiOjI1NSwiUiI6MjA0LCJHIjoyMDQsIkIiOjIwNH19LCJMaW5lV2VpZ2h0IjowLjAsIkxpbmVUeXBlIjowLCJQYXJlbnRTdHlsZSI6bnVsbH0sIk1hcmdpbiI6bnVsbCwiU3RhcnREYXRlUG9zaXRpb24iOjYsIkVuZERhdGVQb3NpdGlvbiI6NiwiRGF0ZUlzVmlzaWJsZSI6ZmFsc2UsIlRpdGxlUG9zaXRpb24iOjMsIkR1cmF0aW9uUG9zaXRpb24iOjYsIlBlcmNlbnRhZ2VDb21wbGV0ZWRQb3NpdGlvbiI6NiwiU3BhY2luZyI6MywiSXNCZWxvd1RpbWViYW5kIjp0cnVlLCJQZXJjZW50YWdlQ29tcGxldGVTaGFwZU9wYWNpdHkiOjM1LCJCYXNlbGluZVN0eWxlIjp7IiRpZCI6IjIwMDciLCJTaGFwZVN0eWxlIjp7IiRpZCI6IjIwMDgiLCJNYXJnaW4iOnsiJGlkIjoiMjAwOSIsIlRvcCI6MC4wLCJMZWZ0IjowLjAsIlJpZ2h0IjowLjAsIkJvdHRvbSI6MC4wfSwiUGFkZGluZyI6eyIkaWQiOiIyMDEwIiwiVG9wIjowLjAsIkxlZnQiOjAuMCwiUmlnaHQiOjAuMCwiQm90dG9tIjowLjB9LCJCYWNrZ3JvdW5kIjp7IiRpZCI6IjIwMTEiLCJDb2xvciI6eyIkaWQiOiIyMDEyIiwiQSI6MTUzLCJSIjowLCJHIjowLCJCIjowfX0sIklzVmlzaWJsZSI6dHJ1ZSwiV2lkdGgiOjAuMCwiSGVpZ2h0IjowLjAsIkJvcmRlclN0eWxlIjpudWxsLCJQYXJlbnRTdHlsZSI6bnVsbH0sIk1hcmdpbiI6eyIkaWQiOiIyMDEzIiwiVG9wIjowLjAsIkxlZnQiOjAuMCwiUmlnaHQiOjAuMCwiQm90dG9tIjowLjB9LCJQYWRkaW5nIjp7IiRpZCI6IjIwMTQiLCJUb3AiOjAuMCwiTGVmdCI6MC4wLCJSaWdodCI6MC4wLCJCb3R0b20iOjAuMH0sIkJhY2tncm91bmQiOm51bGwsIklzVmlzaWJsZSI6dHJ1ZSwiV2lkdGgiOjAuMCwiSGVpZ2h0IjowLjAsIkJvcmRlclN0eWxlIjpudWxsLCJQYXJlbnRTdHlsZSI6bnVsbH0sIlNoYXBlU3R5bGUiOnsiJGlkIjoiMjAxNSIsIk1hcmdpbiI6eyIkaWQiOiIyMDE2IiwiVG9wIjowLjAsIkxlZnQiOjQuMCwiUmlnaHQiOjQuMCwiQm90dG9tIjowLjB9LCJQYWRkaW5nIjp7IiRpZCI6IjIwMTciLCJUb3AiOjAuMCwiTGVmdCI6MC4wLCJSaWdodCI6MC4wLCJCb3R0b20iOjAuMH0sIkJhY2tncm91bmQiOnsiJGlkIjoiMjAxOCIsIkNvbG9yIjp7IiRpZCI6IjIwMTkiLCJBIjoyNTUsIlIiOjY4LCJHIjoxMTQsIkIiOjE5Nn19LCJJc1Zpc2libGUiOnRydWUsIldpZHRoIjowLjAsIkhlaWdodCI6OS4wOTA5NDUyNDM4MzU0NSwiQm9yZGVyU3R5bGUiOnsiJGlkIjoiMjAyMCIsIkxpbmVDb2xvciI6eyIkaWQiOiIyMDIxIiwiJHR5cGUiOiJOTFJFLkNvbW1vbi5Eb20uU29saWRDb2xvckJydXNoLCBOTFJFLkNvbW1vbiIsIkNvbG9yIjp7IiRpZCI6IjIwMjIiLCJBIjoyNTUsIlIiOjIzNCwiRyI6MjIsIkIiOjMwfX0sIkxpbmVXZWlnaHQiOjAuMCwiTGluZVR5cGUiOjAsIlBhcmVudFN0eWxlIjpudWxsfSwiUGFyZW50U3R5bGUiOm51bGx9LCJUaXRsZVN0eWxlIjp7IiRpZCI6IjIwMjMiLCJGb250U2V0dGluZ3MiOnsiJGlkIjoiMjAyNCIsIkZvbnRTaXplIjo5LCJGb250TmFtZSI6IkNhbGlicmkiLCJJc0JvbGQiOnRydWUsIklzSXRhbGljIjpmYWxzZSwiSXNVbmRlcmxpbmVkIjpmYWxzZSwiUGFyZW50U3R5bGUiOm51bGx9LCJBdXRvU2l6ZSI6MCwiRm9yZWdyb3VuZCI6eyIkaWQiOiIyMDI1IiwiQ29sb3IiOnsiJGlkIjoiMjAyNiIsIkEiOjI1NSwiUiI6MCwiRyI6MCwiQiI6MH19LCJNYXhXaWR0aCI6NzIwLjAsIk1heEhlaWdodCI6IkluZmluaXR5IiwiU21hcnRGb3JlZ3JvdW5kSXNBY3RpdmUiOmZhbHNlLCJIb3Jpem9udGFsQWxpZ25tZW50IjoyLCJWZXJ0aWNhbEFsaWdubWVudCI6MCwiU21hcnRGb3JlZ3JvdW5kIjpudWxsLCJCYWNrZ3JvdW5kRmlsbFR5cGUiOjAsIk1hcmdpbiI6eyIkaWQiOiIyMDI3IiwiVG9wIjowLjAsIkxlZnQiOjAuMCwiUmlnaHQiOjAuMCwiQm90dG9tIjowLjB9LCJQYWRkaW5nIjp7IiRpZCI6IjIwMjgiLCJUb3AiOjAuMCwiTGVmdCI6MC4wLCJSaWdodCI6MC4wLCJCb3R0b20iOjAuMH0sIkJhY2tncm91bmQiOnsiJGlkIjoiMjAyOSIsIkNvbG9yIjp7IiRpZCI6IjIwMzAiLCJBIjo4OSwiUiI6MCwiRyI6MCwiQiI6MH19LCJJc1Zpc2libGUiOnRydWUsIldpZHRoIjowLjAsIkhlaWdodCI6MC4wLCJCb3JkZXJTdHlsZSI6eyIkaWQiOiIyMDMxIiwiTGluZUNvbG9yIjpudWxsLCJMaW5lV2VpZ2h0IjowLjAsIkxpbmVUeXBlIjowLCJQYXJlbnRTdHlsZSI6bnVsbH0sIlBhcmVudFN0eWxlIjpudWxsfSwiRGF0ZVN0eWxlIjp7IiRpZCI6IjIwMzIiLCJGb250U2V0dGluZ3MiOnsiJGlkIjoiMjAzMyIsIkZvbnRTaXplIjoxMCwiRm9udE5hbWUiOiJDYWxpYnJpIiwiSXNCb2xkIjpmYWxzZSwiSXNJdGFsaWMiOmZhbHNlLCJJc1VuZGVybGluZWQiOmZhbHNlLCJQYXJlbnRTdHlsZSI6bnVsbH0sIkF1dG9TaXplIjowLCJGb3JlZ3JvdW5kIjp7IiRpZCI6IjIwMzQiLCJDb2xvciI6eyIkaWQiOiIyMDM1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MDM2IiwiVG9wIjowLjAsIkxlZnQiOjAuMCwiUmlnaHQiOjAuMCwiQm90dG9tIjowLjB9LCJQYWRkaW5nIjp7IiRpZCI6IjIwMzciLCJUb3AiOjAuMCwiTGVmdCI6MC4wLCJSaWdodCI6MC4wLCJCb3R0b20iOjAuMH0sIkJhY2tncm91bmQiOnsiJGlkIjoiMjAzOCIsIkNvbG9yIjp7IiRpZCI6IjIwMzkiLCJBIjo4OSwiUiI6MCwiRyI6MCwiQiI6MH19LCJJc1Zpc2libGUiOnRydWUsIldpZHRoIjowLjAsIkhlaWdodCI6MC4wLCJCb3JkZXJTdHlsZSI6eyIkaWQiOiIyMDQwIiwiTGluZUNvbG9yIjpudWxsLCJMaW5lV2VpZ2h0IjowLjAsIkxpbmVUeXBlIjowLCJQYXJlbnRTdHlsZSI6bnVsbH0sIlBhcmVudFN0eWxlIjpudWxsfSwiRGF0ZUZvcm1hdCI6eyIkaWQiOiIyMDQ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wNDIiLCJGb3JtYXQiOjAsIklzVmlzaWJsZSI6ZmFsc2UsIkxhc3RLbm93blZpc2liaWxpdHlTdGF0ZSI6ZmFsc2V9LCJJc1Zpc2libGUiOnRydWUsIlBhcmVudFN0eWxlIjpudWxsfSwiSW5kZXgiOjUsIlNtYXJ0RHVyYXRpb25BY3RpdmF0ZWQiOmZhbHNlLCJEYXRlRm9ybWF0Ijp7IiRyZWYiOiIyMDQxIn0sIldlZWtOdW1iZXJpbmciOnsiJGlkIjoiMjA0MyIsIkZvcm1hdCI6MCwiSXNWaXNpYmxlIjpmYWxzZSwiTGFzdEtub3duVmlzaWJpbGl0eVN0YXRlIjpmYWxzZX0sIkJhc2VsaW5lRGF0YSI6eyIkaWQiOiIyMDQ0IiwiU3RhcnREYXRlIjoiMjAyNi0wNi0xNFQyMzo1OTowMCIsIkVuZERhdGUiOiIyMDI2LTA2LTIxVDIzOjU5OjAwIn0sIklkIjoiODZmNzViYzctZjBhZC00MDM5LTkxM2QtMGIwZTY2NGQzZjUyIiwiSW1wb3J0SWQiOiIiLCJUaXRsZSI6IlNBVCAiLCJOb3RlIjpudWxsLCJIeXBlcmxpbmsiOnsiJGlkIjoiMjA0NSIsIkFkZHJlc3MiOm51bGwsIlN1YkFkZHJlc3MiOm51bGx9LCJJc0NoYW5nZWQiOmZhbHNlLCJJc05ldyI6ZmFsc2V9fV0sIl9taWxlc3RvbmVzIjpbXSwiSWQiOiIwMDAwMDAwMC0wMDAwLTAwMDAtMDAwMC0wMDAwMDAwMDAwMDAiLCJJc1NpbmdsZUl0ZW1Sb3ciOnRydWV9LHsiJGlkIjoiMjA0NiIsIl90YXNrcyI6W10sIl9taWxlc3RvbmVzIjpbeyIkaWQiOiIyMDQ3IiwiSWQiOiI1OTc1MmQ5Yy1mNWFjLTRmYmItYTUzYy1jMzc5NTY3N2RlOGIiLCJJbmRleCI6NiwiR3JvdXBJZCI6bnVsbCwiVGl0bGUiOiJTdGFydCBPZiBXYXJyYW50eSIsIkRhdGVUaW1lIjoiMjAyNi0wNi0yMVQyMzo1OTowMCIsIlBlcmNlbnRhZ2VDb21wbGV0ZSI6bnVsbCwiTm90ZSI6bnVsbCwiU3R5bGUiOnsiJGlkIjoiMjA0OCIsIlRpdGxlUG9zaXRpb24iOiJSaWdodCIsIkRhdGVQb3NpdGlvbiI6IkxlZnQiLCJTaGFwZVR5cGUiOjE5LCJTaGFwZVNpemUiOjMsIlNwYWNpbmciOjUsIlNoYXBlU3R5bGUiOnsiJGlkIjoiMjA0OSIsIk1hcmdpbiI6eyIkaWQiOiIyMDUwIiwiVG9wIjowLjAsIkxlZnQiOjAuMCwiUmlnaHQiOjAuMCwiQm90dG9tIjowLjB9LCJQYWRkaW5nIjp7IiRpZCI6IjIwNTEiLCJUb3AiOjAuMCwiTGVmdCI6MC4wLCJSaWdodCI6MC4wLCJCb3R0b20iOjAuMH0sIkJhY2tncm91bmQiOnsiJGlkIjoiMjA1MiIsIkNvbG9yIjp7IiRpZCI6IjIwNTMiLCJBIjoyNTUsIlIiOjEzMiwiRyI6NjAsIkIiOjEyfX0sIklzVmlzaWJsZSI6dHJ1ZSwiV2lkdGgiOjEzLjAsIkhlaWdodCI6MTEuODE4MTg4NjY3Mjk3MzYzLCJCb3JkZXJTdHlsZSI6eyIkaWQiOiIyMDU0IiwiTGluZUNvbG9yIjp7IiRpZCI6IjIwNTUiLCIkdHlwZSI6Ik5MUkUuQ29tbW9uLkRvbS5Tb2xpZENvbG9yQnJ1c2gsIE5MUkUuQ29tbW9uIiwiQ29sb3IiOnsiJGlkIjoiMjA1NiIsIkEiOjI1NSwiUiI6MjM0LCJHIjoyMiwiQiI6MzB9fSwiTGluZVdlaWdodCI6MC4wLCJMaW5lVHlwZSI6MCwiUGFyZW50U3R5bGUiOm51bGx9LCJQYXJlbnRTdHlsZSI6bnVsbH0sIlRpdGxlU3R5bGUiOnsiJGlkIjoiMjA1NyIsIkZvbnRTZXR0aW5ncyI6eyIkaWQiOiIyMDU4IiwiRm9udFNpemUiOjksIkZvbnROYW1lIjoiQ2FsaWJyaSIsIklzQm9sZCI6dHJ1ZSwiSXNJdGFsaWMiOmZhbHNlLCJJc1VuZGVybGluZWQiOmZhbHNlLCJQYXJlbnRTdHlsZSI6bnVsbH0sIkF1dG9TaXplIjowLCJGb3JlZ3JvdW5kIjp7IiRpZCI6IjIwNTkiLCJDb2xvciI6eyIkaWQiOiIyMDYw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IwNjEiLCJUb3AiOjAuMCwiTGVmdCI6MC4wLCJSaWdodCI6MC4wLCJCb3R0b20iOjAuMH0sIlBhZGRpbmciOnsiJGlkIjoiMjA2MiIsIlRvcCI6MC4wLCJMZWZ0IjowLjAsIlJpZ2h0IjowLjAsIkJvdHRvbSI6MC4wfSwiQmFja2dyb3VuZCI6eyIkaWQiOiIyMDYzIiwiQ29sb3IiOnsiJGlkIjoiMjA2NCIsIkEiOjAsIlIiOjI1NSwiRyI6MjU1LCJCIjoyNTV9fSwiSXNWaXNpYmxlIjp0cnVlLCJXaWR0aCI6MC4wLCJIZWlnaHQiOjAuMCwiQm9yZGVyU3R5bGUiOnsiJGlkIjoiMjA2NSIsIkxpbmVDb2xvciI6bnVsbCwiTGluZVdlaWdodCI6MC4wLCJMaW5lVHlwZSI6MCwiUGFyZW50U3R5bGUiOm51bGx9LCJQYXJlbnRTdHlsZSI6bnVsbH0sIkRhdGVTdHlsZSI6eyIkaWQiOiIyMDY2IiwiRm9udFNldHRpbmdzIjp7IiRpZCI6IjIwNjciLCJGb250U2l6ZSI6OSwiRm9udE5hbWUiOiJDYWxpYnJpIiwiSXNCb2xkIjpmYWxzZSwiSXNJdGFsaWMiOmZhbHNlLCJJc1VuZGVybGluZWQiOmZhbHNlLCJQYXJlbnRTdHlsZSI6bnVsbH0sIkF1dG9TaXplIjowLCJGb3JlZ3JvdW5kIjp7IiRpZCI6IjIwNjgiLCJDb2xvciI6eyIkaWQiOiIyMDY5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MDcwIiwiVG9wIjowLjAsIkxlZnQiOjAuMCwiUmlnaHQiOjAuMCwiQm90dG9tIjowLjB9LCJQYWRkaW5nIjp7IiRpZCI6IjIwNzEiLCJUb3AiOjAuMCwiTGVmdCI6MC4wLCJSaWdodCI6MC4wLCJCb3R0b20iOjAuMH0sIkJhY2tncm91bmQiOnsiJGlkIjoiMjA3MiIsIkNvbG9yIjp7IiRpZCI6IjIwNzMiLCJBIjowLCJSIjoyNTUsIkciOjI1NSwiQiI6MjU1fX0sIklzVmlzaWJsZSI6ZmFsc2UsIldpZHRoIjowLjAsIkhlaWdodCI6MC4wLCJCb3JkZXJTdHlsZSI6eyIkaWQiOiIyMDc0IiwiTGluZUNvbG9yIjpudWxsLCJMaW5lV2VpZ2h0IjowLjAsIkxpbmVUeXBlIjowLCJQYXJlbnRTdHlsZSI6bnVsbH0sIlBhcmVudFN0eWxlIjpudWxsfSwiRGF0ZUZvcm1hdCI6eyIkaWQiOiIyMDc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wNzYiLCJGb3JtYXQiOjAsIklzVmlzaWJsZSI6ZmFsc2UsIkxhc3RLbm93blZpc2liaWxpdHlTdGF0ZSI6ZmFsc2V9LCJJc1Zpc2libGUiOnRydWUsIlBhcmVudFN0eWxlIjpudWxsfSwiSHlwZXJsaW5rIjpudWxsLCJJbXBvcnRJZCI6IiJ9XSwiSWQiOiIwMDAwMDAwMC0wMDAwLTAwMDAtMDAwMC0wMDAwMDAwMDAwMDAiLCJJc1NpbmdsZUl0ZW1Sb3ciOnRydWV9XSwiSW5kZXgiOjIxLCJJZCI6ImI5YzQ3ODg5LTEyZWItNDA5OC1hOGNkLTMwOTM2MjM4M2NhNSIsIkhlYWRlclRleHQiOm51bGwsIklzRGVmYXVsdCI6dHJ1ZSwiU3R5bGUiOnsiJGlkIjoiMjA3NyIsIkhlYWRlclN0eWxlIjp7IiRpZCI6IjIwNzgiLCJUZXh0U3R5bGUiOnsiJGlkIjoiMjA3OSIsIkZvbnRTZXR0aW5ncyI6eyIkaWQiOiIyMDgwIiwiRm9udFNpemUiOjEyLCJGb250TmFtZSI6IkNhbGlicmkiLCJJc0JvbGQiOmZhbHNlLCJJc0l0YWxpYyI6ZmFsc2UsIklzVW5kZXJsaW5lZCI6ZmFsc2UsIlBhcmVudFN0eWxlIjpudWxsfSwiQXV0b1NpemUiOjAsIkZvcmVncm91bmQiOnsiJGlkIjoiMjA4MSIsIkNvbG9yIjp7IiRpZCI6IjIwODIiLCJBIjoyNTUsIlIiOjAsIkciOjAsIkIiOjB9fSwiTWF4V2lkdGgiOjAuMCwiTWF4SGVpZ2h0IjowLjAsIlNtYXJ0Rm9yZWdyb3VuZElzQWN0aXZlIjpmYWxzZSwiSG9yaXpvbnRhbEFsaWdubWVudCI6MCwiVmVydGljYWxBbGlnbm1lbnQiOjAsIlNtYXJ0Rm9yZWdyb3VuZCI6bnVsbCwiQmFja2dyb3VuZEZpbGxUeXBlIjowLCJNYXJnaW4iOnsiJGlkIjoiMjA4MyIsIlRvcCI6MC4wLCJMZWZ0IjowLjAsIlJpZ2h0IjowLjAsIkJvdHRvbSI6MC4wfSwiUGFkZGluZyI6eyIkaWQiOiIyMDg0IiwiVG9wIjowLjAsIkxlZnQiOjAuMCwiUmlnaHQiOjAuMCwiQm90dG9tIjowLjB9LCJCYWNrZ3JvdW5kIjpudWxsLCJJc1Zpc2libGUiOmZhbHNlLCJXaWR0aCI6MC4wLCJIZWlnaHQiOjAuMCwiQm9yZGVyU3R5bGUiOm51bGwsIlBhcmVudFN0eWxlIjpudWxsfSwiUmVjdGFuZ2xlU3R5bGUiOnsiJGlkIjoiMjA4NSIsIk1hcmdpbiI6eyIkaWQiOiIyMDg2IiwiVG9wIjowLjAsIkxlZnQiOjAuMCwiUmlnaHQiOjAuMCwiQm90dG9tIjowLjB9LCJQYWRkaW5nIjp7IiRpZCI6IjIwODciLCJUb3AiOjAuMCwiTGVmdCI6MC4wLCJSaWdodCI6MC4wLCJCb3R0b20iOjAuMH0sIkJhY2tncm91bmQiOnsiJGlkIjoiMjA4OCIsIkNvbG9yIjp7IiRpZCI6IjIwODkiLCJBIjo2MywiUiI6NjgsIkciOjExNCwiQiI6MTk2fX0sIklzVmlzaWJsZSI6ZmFsc2UsIldpZHRoIjowLjAsIkhlaWdodCI6MC4wLCJCb3JkZXJTdHlsZSI6eyIkaWQiOiIyMDkwIiwiTGluZUNvbG9yIjp7IiRpZCI6IjIwOTEiLCIkdHlwZSI6Ik5MUkUuQ29tbW9uLkRvbS5Tb2xpZENvbG9yQnJ1c2gsIE5MUkUuQ29tbW9uIiwiQ29sb3IiOnsiJGlkIjoiMjA5MiIsIkEiOjI1NSwiUiI6MjU1LCJHIjowLCJCIjowfX0sIkxpbmVXZWlnaHQiOjAuMCwiTGluZVR5cGUiOjAsIlBhcmVudFN0eWxlIjpudWxsfSwiUGFyZW50U3R5bGUiOm51bGx9LCJNYXJnaW4iOnsiJGlkIjoiMjA5MyIsIlRvcCI6MC4wLCJMZWZ0IjowLjAsIlJpZ2h0IjowLjAsIkJvdHRvbSI6MC4wfSwiUGFkZGluZyI6eyIkaWQiOiIyMDk0IiwiVG9wIjowLjAsIkxlZnQiOjAuMCwiUmlnaHQiOjAuMCwiQm90dG9tIjowLjB9LCJCYWNrZ3JvdW5kIjpudWxsLCJJc1Zpc2libGUiOnRydWUsIldpZHRoIjowLjAsIkhlaWdodCI6MC4wLCJCb3JkZXJTdHlsZSI6bnVsbCwiUGFyZW50U3R5bGUiOm51bGx9LCJCYWNrZ3JvdW5kU3R5bGUiOnsiJGlkIjoiMjA5NSIsIk1hcmdpbiI6eyIkaWQiOiIyMDk2IiwiVG9wIjowLjAsIkxlZnQiOjAuMCwiUmlnaHQiOjAuMCwiQm90dG9tIjowLjB9LCJQYWRkaW5nIjp7IiRpZCI6IjIwOTciLCJUb3AiOjAuMCwiTGVmdCI6MC4wLCJSaWdodCI6MC4wLCJCb3R0b20iOjAuMH0sIkJhY2tncm91bmQiOnsiJGlkIjoiMjA5OCIsIkNvbG9yIjp7IiRpZCI6IjIwOTkiLCJBIjozOCwiUiI6NjgsIkciOjExNCwiQiI6MTk2fX0sIklzVmlzaWJsZSI6dHJ1ZSwiV2lkdGgiOjAuMCwiSGVpZ2h0IjowLjAsIkJvcmRlclN0eWxlIjp7IiRpZCI6IjIxMDAiLCJMaW5lQ29sb3IiOnsiJGlkIjoiMjEwMSIsIiR0eXBlIjoiTkxSRS5Db21tb24uRG9tLlNvbGlkQ29sb3JCcnVzaCwgTkxSRS5Db21tb24iLCJDb2xvciI6eyIkaWQiOiIyMTAyIiwiQSI6MjU1LCJSIjoyMzQsIkciOjIyLCJCIjozMH19LCJMaW5lV2VpZ2h0IjowLjAsIkxpbmVUeXBlIjowLCJQYXJlbnRTdHlsZSI6bnVsbH0sIlBhcmVudFN0eWxlIjpudWxsfSwiTWFyZ2luIjp7IiRpZCI6IjIxMDMiLCJUb3AiOjAuMCwiTGVmdCI6MC4wLCJSaWdodCI6MC4wLCJCb3R0b20iOjAuMH0sIlBhZGRpbmciOnsiJGlkIjoiMjEwNCIsIlRvcCI6MC4wLCJMZWZ0IjowLjAsIlJpZ2h0IjowLjAsIkJvdHRvbSI6MC4wfSwiSXNWaXNpYmxlIjp0cnVlLCJXaWR0aCI6MC4wLCJIZWlnaHQiOjAuMCwiQm9yZGVyU3R5bGUiOnsiJGlkIjoiMjEwNSIsIkxpbmVDb2xvciI6bnVsbCwiTGluZVdlaWdodCI6MC4wLCJMaW5lVHlwZSI6MCwiUGFyZW50U3R5bGUiOm51bGx9LCJQYXJlbnRTdHlsZSI6bnVsbH19XSwiSWQiOiI1Y2ZkOGM2ZS00ZTMzLTQzNDYtYTE2Ny03MzNhYTRjMGIzNzEiLCJJbmRleCI6MywiSGVhZGVyVGV4dCI6IlRJIERlbGl2ZXJ5ICIsIlN0eWxlIjp7IiRpZCI6IjIxMDYiLCJTdHlsZUlkIjoiMDAwMDAwMDAtMDAwMC0wMDAwLTAwMDAtMDAwMDAwMDAwMDAwIiwiSGVhZGVyU3R5bGUiOnsiJGlkIjoiMjEwNyIsIlRleHRJc1ZlcnRpY2FsIjpmYWxzZSwiVGV4dFN0eWxlIjp7IiRpZCI6IjIxMDgiLCJGb250U2V0dGluZ3MiOnsiJGlkIjoiMjEwOSIsIkZvbnRTaXplIjoxMiwiRm9udE5hbWUiOiJDYWxpYnJpIiwiSXNCb2xkIjp0cnVlLCJJc0l0YWxpYyI6ZmFsc2UsIklzVW5kZXJsaW5lZCI6ZmFsc2UsIlBhcmVudFN0eWxlIjpudWxsfSwiQXV0b1NpemUiOjIsIkZvcmVncm91bmQiOnsiJGlkIjoiMjExMCIsIkNvbG9yIjp7IiRpZCI6IjIxMTE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yMTEyIiwiVG9wIjowLjAsIkxlZnQiOjAuMCwiUmlnaHQiOjAuMCwiQm90dG9tIjowLjB9LCJQYWRkaW5nIjp7IiRpZCI6IjIxMTMiLCJUb3AiOjAuMCwiTGVmdCI6MC4wLCJSaWdodCI6MC4wLCJCb3R0b20iOjAuMH0sIkJhY2tncm91bmQiOm51bGwsIklzVmlzaWJsZSI6ZmFsc2UsIldpZHRoIjowLjAsIkhlaWdodCI6MC4wLCJCb3JkZXJTdHlsZSI6bnVsbCwiUGFyZW50U3R5bGUiOm51bGx9LCJSZWN0YW5nbGVTdHlsZSI6eyIkaWQiOiIyMTE0IiwiTWFyZ2luIjp7IiRpZCI6IjIxMTUiLCJUb3AiOjAuMCwiTGVmdCI6MC4wLCJSaWdodCI6MC4wLCJCb3R0b20iOjAuMH0sIlBhZGRpbmciOnsiJGlkIjoiMjExNiIsIlRvcCI6MC4wLCJMZWZ0IjowLjAsIlJpZ2h0IjowLjAsIkJvdHRvbSI6MC4wfSwiQmFja2dyb3VuZCI6eyIkaWQiOiIyMTE3IiwiQ29sb3IiOnsiJGlkIjoiMjExOCIsIkEiOjI1NSwiUiI6NjgsIkciOjExNCwiQiI6MTk2fX0sIklzVmlzaWJsZSI6dHJ1ZSwiV2lkdGgiOjAuMCwiSGVpZ2h0IjowLjAsIkJvcmRlclN0eWxlIjp7IiRpZCI6IjIxMTkiLCJMaW5lQ29sb3IiOnsiJGlkIjoiMjEyMCIsIiR0eXBlIjoiTkxSRS5Db21tb24uRG9tLlNvbGlkQ29sb3JCcnVzaCwgTkxSRS5Db21tb24iLCJDb2xvciI6eyIkaWQiOiIyMTIxIiwiQSI6MjU1LCJSIjo4OCwiRyI6MzksIkIiOjd9fSwiTGluZVdlaWdodCI6MC4wLCJMaW5lVHlwZSI6MCwiUGFyZW50U3R5bGUiOm51bGx9LCJQYXJlbnRTdHlsZSI6bnVsbH0sIk1hcmdpbiI6eyIkaWQiOiIyMTIyIiwiVG9wIjowLjAsIkxlZnQiOjAuMCwiUmlnaHQiOjAuMCwiQm90dG9tIjowLjB9LCJQYWRkaW5nIjp7IiRpZCI6IjIxMjMiLCJUb3AiOjAuMCwiTGVmdCI6MC4wLCJSaWdodCI6MC4wLCJCb3R0b20iOjAuMH0sIkJhY2tncm91bmQiOm51bGwsIklzVmlzaWJsZSI6dHJ1ZSwiV2lkdGgiOjAuMCwiSGVpZ2h0IjowLjAsIkJvcmRlclN0eWxlIjpudWxsLCJQYXJlbnRTdHlsZSI6bnVsbH0sIkJhY2tncm91bmRTdHlsZSI6eyIkaWQiOiIyMTI0IiwiTWFyZ2luIjp7IiRpZCI6IjIxMjUiLCJUb3AiOjAuMCwiTGVmdCI6MC4wLCJSaWdodCI6MC4wLCJCb3R0b20iOjAuMH0sIlBhZGRpbmciOnsiJGlkIjoiMjEyNiIsIlRvcCI6MC4wLCJMZWZ0IjowLjAsIlJpZ2h0IjowLjAsIkJvdHRvbSI6MC4wfSwiQmFja2dyb3VuZCI6eyIkaWQiOiIyMTI3IiwiQ29sb3IiOnsiJGlkIjoiMjEyOCIsIkEiOjM4LCJSIjo2OCwiRyI6MTE0LCJCIjoxOTZ9fSwiSXNWaXNpYmxlIjp0cnVlLCJXaWR0aCI6MC4wLCJIZWlnaHQiOjAuMCwiQm9yZGVyU3R5bGUiOnsiJGlkIjoiMjEyOSIsIkxpbmVDb2xvciI6eyIkaWQiOiIyMTMwIiwiJHR5cGUiOiJOTFJFLkNvbW1vbi5Eb20uU29saWRDb2xvckJydXNoLCBOTFJFLkNvbW1vbiIsIkNvbG9yIjp7IiRpZCI6IjIxMzEiLCJBIjoyNTUsIlIiOjIzNCwiRyI6MjIsIkIiOjMwfX0sIkxpbmVXZWlnaHQiOjAuMCwiTGluZVR5cGUiOjAsIlBhcmVudFN0eWxlIjpudWxsfSwiUGFyZW50U3R5bGUiOm51bGx9LCJJc0Fib3ZlVGltZWJhbmQiOmZhbHNlLCJTcGFjaW5nIjoyLCJEZWZhdWx0U3dpbWxhbmVUYXNrU3R5bGUiOnsiJGlkIjoiMjEzMiIsIiR0eXBlIjoiTkxSRS5Db21tb24uRG9tLlN0eWxlcy5FeHBsaWNpdFNldGFibGVUYXNrU3R5bGUsIE5MUkUuQ29tbW9uIiwiU2hhcGUiOjcsIlNoYXBlVGhpY2tuZXNzIjowLCJEdXJhdGlvbkZvcm1hdCI6NSwiSW5jbHVkZU5vbldvcmtpbmdEYXlzSW5EdXJhdGlvbiI6ZmFsc2UsIlBlcmNlbnRhZ2VDb21wbGV0ZVN0eWxlIjp7IiRpZCI6IjIxMzMiLCJGb250U2V0dGluZ3MiOnsiJGlkIjoiMjEzNCIsIkZvbnRTaXplIjoxMCwiRm9udE5hbWUiOiJDYWxpYnJpIiwiSXNCb2xkIjpmYWxzZSwiSXNJdGFsaWMiOmZhbHNlLCJJc1VuZGVybGluZWQiOmZhbHNlLCJQYXJlbnRTdHlsZSI6bnVsbH0sIkF1dG9TaXplIjowLCJGb3JlZ3JvdW5kIjp7IiRpZCI6IjIxMzUiLCJDb2xvciI6eyIkaWQiOiIyMTM2IiwiQSI6MjU1LCJSIjoyMzgsIkciOjIzNiwiQiI6MjI1fX0sIk1heFdpZHRoIjoyMDAuMCwiTWF4SGVpZ2h0IjoiSW5maW5pdHkiLCJTbWFydEZvcmVncm91bmRJc0FjdGl2ZSI6ZmFsc2UsIkhvcml6b250YWxBbGlnbm1lbnQiOjEsIlZlcnRpY2FsQWxpZ25tZW50IjowLCJTbWFydEZvcmVncm91bmQiOm51bGwsIkJhY2tncm91bmRGaWxsVHlwZSI6MCwiTWFyZ2luIjp7IiRpZCI6IjIxMzciLCJUb3AiOjAuMCwiTGVmdCI6MC4wLCJSaWdodCI6MC4wLCJCb3R0b20iOjAuMH0sIlBhZGRpbmciOnsiJGlkIjoiMjEzOCIsIlRvcCI6MC4wLCJMZWZ0IjowLjAsIlJpZ2h0IjowLjAsIkJvdHRvbSI6MC4wfSwiQmFja2dyb3VuZCI6eyIkaWQiOiIyMTM5IiwiQ29sb3IiOnsiJGlkIjoiMjE0MCIsIkEiOjg5LCJSIjowLCJHIjowLCJCIjowfX0sIklzVmlzaWJsZSI6dHJ1ZSwiV2lkdGgiOjAuMCwiSGVpZ2h0IjowLjAsIkJvcmRlclN0eWxlIjp7IiRpZCI6IjIxNDEiLCJMaW5lQ29sb3IiOm51bGwsIkxpbmVXZWlnaHQiOjAuMCwiTGluZVR5cGUiOjAsIlBhcmVudFN0eWxlIjpudWxsfSwiUGFyZW50U3R5bGUiOm51bGx9LCJEdXJhdGlvblN0eWxlIjp7IiRpZCI6IjIxNDIiLCJGb250U2V0dGluZ3MiOnsiJGlkIjoiMjE0MyIsIkZvbnRTaXplIjoxMCwiRm9udE5hbWUiOiJDYWxpYnJpIiwiSXNCb2xkIjpmYWxzZSwiSXNJdGFsaWMiOmZhbHNlLCJJc1VuZGVybGluZWQiOmZhbHNlLCJQYXJlbnRTdHlsZSI6bnVsbH0sIkF1dG9TaXplIjowLCJGb3JlZ3JvdW5kIjp7IiRpZCI6IjIxNDQiLCJDb2xvciI6eyIkaWQiOiIyMTQ1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E0NiIsIlRvcCI6MC4wLCJMZWZ0IjowLjAsIlJpZ2h0IjowLjAsIkJvdHRvbSI6MC4wfSwiUGFkZGluZyI6eyIkaWQiOiIyMTQ3IiwiVG9wIjowLjAsIkxlZnQiOjAuMCwiUmlnaHQiOjAuMCwiQm90dG9tIjowLjB9LCJCYWNrZ3JvdW5kIjp7IiRpZCI6IjIxNDgiLCJDb2xvciI6eyIkaWQiOiIyMTQ5IiwiQSI6ODksIlIiOjAsIkciOjAsIkIiOjB9fSwiSXNWaXNpYmxlIjp0cnVlLCJXaWR0aCI6MC4wLCJIZWlnaHQiOjAuMCwiQm9yZGVyU3R5bGUiOnsiJGlkIjoiMjE1MCIsIkxpbmVDb2xvciI6bnVsbCwiTGluZVdlaWdodCI6MC4wLCJMaW5lVHlwZSI6MCwiUGFyZW50U3R5bGUiOm51bGx9LCJQYXJlbnRTdHlsZSI6bnVsbH0sIkhvcml6b250YWxDb25uZWN0b3JTdHlsZSI6eyIkaWQiOiIyMTUxIiwiTGluZUNvbG9yIjp7IiRpZCI6IjIxNTIiLCIkdHlwZSI6Ik5MUkUuQ29tbW9uLkRvbS5Tb2xpZENvbG9yQnJ1c2gsIE5MUkUuQ29tbW9uIiwiQ29sb3IiOnsiJGlkIjoiMjE1MyIsIkEiOjI1NSwiUiI6MjA0LCJHIjoyMDQsIkIiOjIwNH19LCJMaW5lV2VpZ2h0IjoxLjAsIkxpbmVUeXBlIjowLCJQYXJlbnRTdHlsZSI6bnVsbH0sIlZlcnRpY2FsQ29ubmVjdG9yU3R5bGUiOnsiJGlkIjoiMjE1NCIsIkxpbmVDb2xvciI6eyIkaWQiOiIyMTU1IiwiJHR5cGUiOiJOTFJFLkNvbW1vbi5Eb20uU29saWRDb2xvckJydXNoLCBOTFJFLkNvbW1vbiIsIkNvbG9yIjp7IiRpZCI6IjIxNTYiLCJBIjoyNTUsIlIiOjIwNCwiRyI6MjA0LCJCIjoyMDR9fSwiTGluZVdlaWdodCI6MC4wLCJMaW5lVHlwZSI6MCwiUGFyZW50U3R5bGUiOm51bGx9LCJNYXJnaW4iOm51bGwsIlN0YXJ0RGF0ZVBvc2l0aW9uIjo0LCJFbmREYXRlUG9zaXRpb24iOjQsIkRhdGVJc1Zpc2libGUiOnRydWUsIlRpdGxlUG9zaXRpb24iOjMsIkR1cmF0aW9uUG9zaXRpb24iOjYsIlBlcmNlbnRhZ2VDb21wbGV0ZWRQb3NpdGlvbiI6NiwiU3BhY2luZyI6MywiSXNCZWxvd1RpbWViYW5kIjp0cnVlLCJQZXJjZW50YWdlQ29tcGxldGVTaGFwZU9wYWNpdHkiOjM1LCJCYXNlbGluZVN0eWxlIjp7IiRpZCI6IjIxNTciLCJTaGFwZVN0eWxlIjp7IiRpZCI6IjIxNTgiLCJNYXJnaW4iOnsiJGlkIjoiMjE1OSIsIlRvcCI6MC4wLCJMZWZ0IjowLjAsIlJpZ2h0IjowLjAsIkJvdHRvbSI6MC4wfSwiUGFkZGluZyI6eyIkaWQiOiIyMTYwIiwiVG9wIjowLjAsIkxlZnQiOjAuMCwiUmlnaHQiOjAuMCwiQm90dG9tIjowLjB9LCJCYWNrZ3JvdW5kIjp7IiRpZCI6IjIxNjEiLCJDb2xvciI6eyIkaWQiOiIyMTYyIiwiQSI6MTUzLCJSIjowLCJHIjowLCJCIjowfX0sIklzVmlzaWJsZSI6dHJ1ZSwiV2lkdGgiOjAuMCwiSGVpZ2h0IjowLjAsIkJvcmRlclN0eWxlIjp7IiRpZCI6IjIxNjMiLCJMaW5lQ29sb3IiOnsiJGlkIjoiMjE2NCIsIiR0eXBlIjoiTkxSRS5Db21tb24uRG9tLlNvbGlkQ29sb3JCcnVzaCwgTkxSRS5Db21tb24iLCJDb2xvciI6eyIkaWQiOiIyMTY1IiwiQSI6MjU1LCJSIjoyNTUsIkciOjAsIkIiOjB9fSwiTGluZVdlaWdodCI6MC4wLCJMaW5lVHlwZSI6MCwiUGFyZW50U3R5bGUiOm51bGx9LCJQYXJlbnRTdHlsZSI6bnVsbH0sIk1hcmdpbiI6eyIkaWQiOiIyMTY2IiwiVG9wIjowLjAsIkxlZnQiOjAuMCwiUmlnaHQiOjAuMCwiQm90dG9tIjowLjB9LCJQYWRkaW5nIjp7IiRpZCI6IjIxNjciLCJUb3AiOjAuMCwiTGVmdCI6MC4wLCJSaWdodCI6MC4wLCJCb3R0b20iOjAuMH0sIkJhY2tncm91bmQiOm51bGwsIklzVmlzaWJsZSI6dHJ1ZSwiV2lkdGgiOjAuMCwiSGVpZ2h0IjowLjAsIkJvcmRlclN0eWxlIjpudWxsLCJQYXJlbnRTdHlsZSI6bnVsbH0sIlNoYXBlU3R5bGUiOnsiJGlkIjoiMjE2OCIsIk1hcmdpbiI6eyIkaWQiOiIyMTY5IiwiVG9wIjowLjAsIkxlZnQiOjQuMCwiUmlnaHQiOjQuMCwiQm90dG9tIjowLjB9LCJQYWRkaW5nIjp7IiRpZCI6IjIxNzAiLCJUb3AiOjAuMCwiTGVmdCI6MC4wLCJSaWdodCI6MC4wLCJCb3R0b20iOjAuMH0sIkJhY2tncm91bmQiOnsiJGlkIjoiMjE3MSIsIkNvbG9yIjp7IiRpZCI6IjIxNzIiLCJBIjoyNTUsIlIiOjY4LCJHIjoxMTQsIkIiOjE5Nn19LCJJc1Zpc2libGUiOnRydWUsIldpZHRoIjowLjAsIkhlaWdodCI6MTAuMCwiQm9yZGVyU3R5bGUiOnsiJGlkIjoiMjE3MyIsIkxpbmVDb2xvciI6eyIkaWQiOiIyMTc0IiwiJHR5cGUiOiJOTFJFLkNvbW1vbi5Eb20uU29saWRDb2xvckJydXNoLCBOTFJFLkNvbW1vbiIsIkNvbG9yIjp7IiRpZCI6IjIxNzUiLCJBIjoyNTUsIlIiOjIzNCwiRyI6MjIsIkIiOjMwfX0sIkxpbmVXZWlnaHQiOjAuMCwiTGluZVR5cGUiOjAsIlBhcmVudFN0eWxlIjpudWxsfSwiUGFyZW50U3R5bGUiOm51bGx9LCJUaXRsZVN0eWxlIjp7IiRpZCI6IjIxNzYiLCJGb250U2V0dGluZ3MiOnsiJGlkIjoiMjE3NyIsIkZvbnRTaXplIjo5LCJGb250TmFtZSI6IkNhbGlicmkiLCJJc0JvbGQiOnRydWUsIklzSXRhbGljIjpmYWxzZSwiSXNVbmRlcmxpbmVkIjpmYWxzZSwiUGFyZW50U3R5bGUiOm51bGx9LCJBdXRvU2l6ZSI6MCwiRm9yZWdyb3VuZCI6eyIkaWQiOiIyMTc4IiwiQ29sb3IiOnsiJGlkIjoiMjE3OSIsIkEiOjI1NSwiUiI6MCwiRyI6MCwiQiI6MH19LCJNYXhXaWR0aCI6OTYwLjAsIk1heEhlaWdodCI6IkluZmluaXR5IiwiU21hcnRGb3JlZ3JvdW5kSXNBY3RpdmUiOmZhbHNlLCJIb3Jpem9udGFsQWxpZ25tZW50IjoyLCJWZXJ0aWNhbEFsaWdubWVudCI6MCwiU21hcnRGb3JlZ3JvdW5kIjpudWxsLCJCYWNrZ3JvdW5kRmlsbFR5cGUiOjAsIk1hcmdpbiI6eyIkaWQiOiIyMTgwIiwiVG9wIjowLjAsIkxlZnQiOjAuMCwiUmlnaHQiOjAuMCwiQm90dG9tIjowLjB9LCJQYWRkaW5nIjp7IiRpZCI6IjIxODEiLCJUb3AiOjAuMCwiTGVmdCI6MC4wLCJSaWdodCI6MC4wLCJCb3R0b20iOjAuMH0sIkJhY2tncm91bmQiOnsiJGlkIjoiMjE4MiIsIkNvbG9yIjp7IiRpZCI6IjIxODMiLCJBIjo4OSwiUiI6MCwiRyI6MCwiQiI6MH19LCJJc1Zpc2libGUiOnRydWUsIldpZHRoIjowLjAsIkhlaWdodCI6MC4wLCJCb3JkZXJTdHlsZSI6eyIkaWQiOiIyMTg0IiwiTGluZUNvbG9yIjpudWxsLCJMaW5lV2VpZ2h0IjowLjAsIkxpbmVUeXBlIjowLCJQYXJlbnRTdHlsZSI6bnVsbH0sIlBhcmVudFN0eWxlIjpudWxsfSwiRGF0ZVN0eWxlIjp7IiRpZCI6IjIxODUiLCJGb250U2V0dGluZ3MiOnsiJGlkIjoiMjE4NiIsIkZvbnRTaXplIjoxMCwiRm9udE5hbWUiOiJDYWxpYnJpIiwiSXNCb2xkIjpmYWxzZSwiSXNJdGFsaWMiOmZhbHNlLCJJc1VuZGVybGluZWQiOmZhbHNlLCJQYXJlbnRTdHlsZSI6bnVsbH0sIkF1dG9TaXplIjowLCJGb3JlZ3JvdW5kIjp7IiRpZCI6IjIxODciLCJDb2xvciI6eyIkaWQiOiIyMTg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MTg5IiwiVG9wIjowLjAsIkxlZnQiOjAuMCwiUmlnaHQiOjAuMCwiQm90dG9tIjowLjB9LCJQYWRkaW5nIjp7IiRpZCI6IjIxOTAiLCJUb3AiOjAuMCwiTGVmdCI6MC4wLCJSaWdodCI6MC4wLCJCb3R0b20iOjAuMH0sIkJhY2tncm91bmQiOnsiJGlkIjoiMjE5MSIsIkNvbG9yIjp7IiRpZCI6IjIxOTIiLCJBIjo4OSwiUiI6MCwiRyI6MCwiQiI6MH19LCJJc1Zpc2libGUiOnRydWUsIldpZHRoIjowLjAsIkhlaWdodCI6MC4wLCJCb3JkZXJTdHlsZSI6eyIkaWQiOiIyMTkzIiwiTGluZUNvbG9yIjpudWxsLCJMaW5lV2VpZ2h0IjowLjAsIkxpbmVUeXBlIjowLCJQYXJlbnRTdHlsZSI6bnVsbH0sIlBhcmVudFN0eWxlIjpudWxsfSwiRGF0ZUZvcm1hdCI6eyIkaWQiOiIyMTk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xOTUiLCJGb3JtYXQiOjAsIklzVmlzaWJsZSI6ZmFsc2UsIkxhc3RLbm93blZpc2liaWxpdHlTdGF0ZSI6ZmFsc2V9LCJJc1Zpc2libGUiOnRydWUsIlBhcmVudFN0eWxlIjpudWxsLCJfZXhwbGljaXRseVNldCI6eyIkaWQiOiIyMTk2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vdFN0eWxlIjp7IiRpZCI6IjIxOTciLCJTaGFwZSI6MCwiQ29ubmVjdG9yTWFyZ2luIjp7IiRpZCI6IjIxOTgiLCJUb3AiOjAuMCwiTGVmdCI6Mi4wLCJSaWdodCI6Mi4wLCJCb3R0b20iOjAuMH0sIkNvbm5lY3RvclN0eWxlIjp7IiRpZCI6IjIxOTkiLCJMaW5lQ29sb3IiOnsiJGlkIjoiMjIwMCIsIiR0eXBlIjoiTkxSRS5Db21tb24uRG9tLlNvbGlkQ29sb3JCcnVzaCwgTkxSRS5Db21tb24iLCJDb2xvciI6eyIkaWQiOiIyMjAxIiwiQSI6MTI3LCJSIjo3OSwiRyI6MTI5LCJCIjoxODl9fSwiTGluZVdlaWdodCI6MS4wLCJMaW5lVHlwZSI6MCwiUGFyZW50U3R5bGUiOm51bGx9LCJJc0JlbG93VGltZWJhbmQiOmZhbHNlLCJQb3NpdGlvbk9uVGFzayI6MSwiSGlkZURhdGUiOmZhbHNlLCJTaGFwZVNpemUiOjEsIlNwYWNpbmciOjAuMCwiUGFkZGluZyI6eyIkaWQiOiIyMjAyIiwiVG9wIjo1LjAsIkxlZnQiOjMuMCwiUmlnaHQiOjAuMCwiQm90dG9tIjoyLjB9LCJTaGFwZVN0eWxlIjp7IiRpZCI6IjIyMDMiLCJNYXJnaW4iOnsiJGlkIjoiMjIwNCIsIlRvcCI6MC4wLCJMZWZ0IjowLjAsIlJpZ2h0IjowLjAsIkJvdHRvbSI6MC4wfSwiUGFkZGluZyI6eyIkaWQiOiIyMjA1IiwiVG9wIjowLjAsIkxlZnQiOjAuMCwiUmlnaHQiOjAuMCwiQm90dG9tIjowLjB9LCJCYWNrZ3JvdW5kIjp7IiRpZCI6IjIyMDYiLCJDb2xvciI6eyIkaWQiOiIyMjA3IiwiQSI6MjU1LCJSIjo2OCwiRyI6MTE0LCJCIjoxOTZ9fSwiSXNWaXNpYmxlIjp0cnVlLCJXaWR0aCI6MTguMCwiSGVpZ2h0IjoyMC4wLCJCb3JkZXJTdHlsZSI6eyIkaWQiOiIyMjA4IiwiTGluZUNvbG9yIjp7IiRpZCI6IjIyMDkiLCIkdHlwZSI6Ik5MUkUuQ29tbW9uLkRvbS5Tb2xpZENvbG9yQnJ1c2gsIE5MUkUuQ29tbW9uIiwiQ29sb3IiOnsiJGlkIjoiMjIxMCIsIkEiOjI1NSwiUiI6MjM0LCJHIjoyMiwiQiI6MzB9fSwiTGluZVdlaWdodCI6MC4wLCJMaW5lVHlwZSI6MCwiUGFyZW50U3R5bGUiOm51bGx9LCJQYXJlbnRTdHlsZSI6bnVsbH0sIlRpdGxlU3R5bGUiOnsiJGlkIjoiMjIxMSIsIkZvbnRTZXR0aW5ncyI6eyIkaWQiOiIyMjEyIiwiRm9udFNpemUiOjksIkZvbnROYW1lIjoiQ2FsaWJyaSIsIklzQm9sZCI6dHJ1ZSwiSXNJdGFsaWMiOmZhbHNlLCJJc1VuZGVybGluZWQiOmZhbHNlLCJQYXJlbnRTdHlsZSI6bnVsbH0sIkF1dG9TaXplIjowLCJGb3JlZ3JvdW5kIjp7IiRpZCI6IjIyMTMiLCJDb2xvciI6eyIkaWQiOiIyMjE0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IyMTUiLCJUb3AiOjAuMCwiTGVmdCI6MC4wLCJSaWdodCI6MC4wLCJCb3R0b20iOjAuMH0sIlBhZGRpbmciOnsiJGlkIjoiMjIxNiIsIlRvcCI6MC4wLCJMZWZ0IjowLjAsIlJpZ2h0IjowLjAsIkJvdHRvbSI6MC4wfSwiQmFja2dyb3VuZCI6eyIkaWQiOiIyMjE3IiwiQ29sb3IiOnsiJGlkIjoiMjIxOCIsIkEiOjg5LCJSIjowLCJHIjowLCJCIjowfX0sIklzVmlzaWJsZSI6dHJ1ZSwiV2lkdGgiOjAuMCwiSGVpZ2h0IjowLjAsIkJvcmRlclN0eWxlIjp7IiRpZCI6IjIyMTkiLCJMaW5lQ29sb3IiOm51bGwsIkxpbmVXZWlnaHQiOjAuMCwiTGluZVR5cGUiOjAsIlBhcmVudFN0eWxlIjpudWxsfSwiUGFyZW50U3R5bGUiOm51bGx9LCJEYXRlU3R5bGUiOnsiJGlkIjoiMjIyMCIsIkZvbnRTZXR0aW5ncyI6eyIkaWQiOiIyMjIxIiwiRm9udFNpemUiOjksIkZvbnROYW1lIjoiQ2FsaWJyaSIsIklzQm9sZCI6ZmFsc2UsIklzSXRhbGljIjpmYWxzZSwiSXNVbmRlcmxpbmVkIjpmYWxzZSwiUGFyZW50U3R5bGUiOm51bGx9LCJBdXRvU2l6ZSI6MCwiRm9yZWdyb3VuZCI6eyIkaWQiOiIyMjIyIiwiQ29sb3IiOnsiJGlkIjoiMjIyM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IyNCIsIlRvcCI6MC4wLCJMZWZ0IjowLjAsIlJpZ2h0IjowLjAsIkJvdHRvbSI6MC4wfSwiUGFkZGluZyI6eyIkaWQiOiIyMjI1IiwiVG9wIjowLjAsIkxlZnQiOjAuMCwiUmlnaHQiOjAuMCwiQm90dG9tIjowLjB9LCJCYWNrZ3JvdW5kIjp7IiRpZCI6IjIyMjYiLCJDb2xvciI6eyIkaWQiOiIyMjI3IiwiQSI6ODksIlIiOjAsIkciOjAsIkIiOjB9fSwiSXNWaXNpYmxlIjpmYWxzZSwiV2lkdGgiOjAuMCwiSGVpZ2h0IjowLjAsIkJvcmRlclN0eWxlIjp7IiRpZCI6IjIyMjgiLCJMaW5lQ29sb3IiOm51bGwsIkxpbmVXZWlnaHQiOjAuMCwiTGluZVR5cGUiOjAsIlBhcmVudFN0eWxlIjpudWxsfSwiUGFyZW50U3R5bGUiOm51bGx9LCJEYXRlRm9ybWF0Ijp7IiRpZCI6IjIyMj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IzMCIsIkZvcm1hdCI6MCwiSXNWaXNpYmxlIjpmYWxzZSwiTGFzdEtub3duVmlzaWJpbGl0eVN0YXRlIjpmYWxzZX0sIklzVmlzaWJsZSI6dHJ1ZSwiUGFyZW50U3R5bGUiOm51bGx9LCJEZWZhdWx0U3dpbWxhbmVNaWxlc3RvbmVTdHlsZSI6eyIkaWQiOiIyMjMxIiwiVGl0bGVQb3NpdGlvbiI6IkxlZnQiLCJEYXRlUG9zaXRpb24iOiJMZWZ0IiwiU2hhcGVUeXBlIjo2LCJTaGFwZVNpemUiOjEsIlNwYWNpbmciOjUsIlNoYXBlU3R5bGUiOnsiJGlkIjoiMjIzMiIsIk1hcmdpbiI6eyIkaWQiOiIyMjMzIiwiVG9wIjowLjAsIkxlZnQiOjAuMCwiUmlnaHQiOjAuMCwiQm90dG9tIjowLjB9LCJQYWRkaW5nIjp7IiRpZCI6IjIyMzQiLCJUb3AiOjAuMCwiTGVmdCI6MC4wLCJSaWdodCI6MC4wLCJCb3R0b20iOjAuMH0sIkJhY2tncm91bmQiOnsiJGlkIjoiMjIzNSIsIkNvbG9yIjp7IiRpZCI6IjIyMzYiLCJBIjoyNTUsIlIiOjY4LCJHIjoxMTQsIkIiOjE5Nn19LCJJc1Zpc2libGUiOnRydWUsIldpZHRoIjoxOC4wLCJIZWlnaHQiOjIwLjAsIkJvcmRlclN0eWxlIjp7IiRpZCI6IjIyMzciLCJMaW5lQ29sb3IiOnsiJGlkIjoiMjIzOCIsIiR0eXBlIjoiTkxSRS5Db21tb24uRG9tLlNvbGlkQ29sb3JCcnVzaCwgTkxSRS5Db21tb24iLCJDb2xvciI6eyIkaWQiOiIyMjM5IiwiQSI6MjU1LCJSIjoyMzQsIkciOjIyLCJCIjozMH19LCJMaW5lV2VpZ2h0IjowLjAsIkxpbmVUeXBlIjowLCJQYXJlbnRTdHlsZSI6bnVsbH0sIlBhcmVudFN0eWxlIjpudWxsfSwiVGl0bGVTdHlsZSI6eyIkaWQiOiIyMjQwIiwiRm9udFNldHRpbmdzIjp7IiRpZCI6IjIyNDEiLCJGb250U2l6ZSI6OSwiRm9udE5hbWUiOiJDYWxpYnJpIiwiSXNCb2xkIjp0cnVlLCJJc0l0YWxpYyI6ZmFsc2UsIklzVW5kZXJsaW5lZCI6ZmFsc2UsIlBhcmVudFN0eWxlIjpudWxsfSwiQXV0b1NpemUiOjAsIkZvcmVncm91bmQiOnsiJGlkIjoiMjI0MiIsIkNvbG9yIjp7IiRpZCI6IjIyNDM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jI0NCIsIlRvcCI6MC4wLCJMZWZ0IjowLjAsIlJpZ2h0IjowLjAsIkJvdHRvbSI6MC4wfSwiUGFkZGluZyI6eyIkaWQiOiIyMjQ1IiwiVG9wIjowLjAsIkxlZnQiOjAuMCwiUmlnaHQiOjAuMCwiQm90dG9tIjowLjB9LCJCYWNrZ3JvdW5kIjp7IiRpZCI6IjIyNDYiLCJDb2xvciI6eyIkaWQiOiIyMjQ3IiwiQSI6ODksIlIiOjAsIkciOjAsIkIiOjB9fSwiSXNWaXNpYmxlIjp0cnVlLCJXaWR0aCI6MC4wLCJIZWlnaHQiOjAuMCwiQm9yZGVyU3R5bGUiOnsiJGlkIjoiMjI0OCIsIkxpbmVDb2xvciI6bnVsbCwiTGluZVdlaWdodCI6MC4wLCJMaW5lVHlwZSI6MCwiUGFyZW50U3R5bGUiOm51bGx9LCJQYXJlbnRTdHlsZSI6bnVsbH0sIkRhdGVTdHlsZSI6eyIkaWQiOiIyMjQ5IiwiRm9udFNldHRpbmdzIjp7IiRpZCI6IjIyNTAiLCJGb250U2l6ZSI6OSwiRm9udE5hbWUiOiJDYWxpYnJpIiwiSXNCb2xkIjpmYWxzZSwiSXNJdGFsaWMiOmZhbHNlLCJJc1VuZGVybGluZWQiOmZhbHNlLCJQYXJlbnRTdHlsZSI6bnVsbH0sIkF1dG9TaXplIjowLCJGb3JlZ3JvdW5kIjp7IiRpZCI6IjIyNTEiLCJDb2xvciI6eyIkaWQiOiIyMjU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MjUzIiwiVG9wIjowLjAsIkxlZnQiOjAuMCwiUmlnaHQiOjAuMCwiQm90dG9tIjowLjB9LCJQYWRkaW5nIjp7IiRpZCI6IjIyNTQiLCJUb3AiOjAuMCwiTGVmdCI6MC4wLCJSaWdodCI6MC4wLCJCb3R0b20iOjAuMH0sIkJhY2tncm91bmQiOnsiJGlkIjoiMjI1NSIsIkNvbG9yIjp7IiRpZCI6IjIyNTYiLCJBIjo4OSwiUiI6MCwiRyI6MCwiQiI6MH19LCJJc1Zpc2libGUiOmZhbHNlLCJXaWR0aCI6MC4wLCJIZWlnaHQiOjAuMCwiQm9yZGVyU3R5bGUiOnsiJGlkIjoiMjI1NyIsIkxpbmVDb2xvciI6bnVsbCwiTGluZVdlaWdodCI6MC4wLCJMaW5lVHlwZSI6MCwiUGFyZW50U3R5bGUiOm51bGx9LCJQYXJlbnRTdHlsZSI6bnVsbH0sIkRhdGVGb3JtYXQiOnsiJGlkIjoiMjI1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jU5IiwiRm9ybWF0IjowLCJJc1Zpc2libGUiOmZhbHNlLCJMYXN0S25vd25WaXNpYmlsaXR5U3RhdGUiOmZhbHNlfSwiSXNWaXNpYmxlIjp0cnVlLCJQYXJlbnRTdHlsZSI6bnVsbH0sIkRlZmF1bHRTd2ltbGFuZUFjdGl2aXR5U3R5bGUiOnsiJGlkIjoiMjI2MCIsIkhlYWRlclN0eWxlIjp7IiRpZCI6IjIyNjEiLCJUZXh0U3R5bGUiOnsiJGlkIjoiMjI2MiIsIkZvbnRTZXR0aW5ncyI6eyIkaWQiOiIyMjYzIiwiRm9udFNpemUiOjEyLCJGb250TmFtZSI6IkNhbGlicmkiLCJJc0JvbGQiOmZhbHNlLCJJc0l0YWxpYyI6ZmFsc2UsIklzVW5kZXJsaW5lZCI6ZmFsc2UsIlBhcmVudFN0eWxlIjpudWxsfSwiQXV0b1NpemUiOjAsIkZvcmVncm91bmQiOnsiJGlkIjoiMjI2NCIsIkNvbG9yIjp7IiRpZCI6IjIyNjUiLCJBIjoyNTUsIlIiOjAsIkciOjAsIkIiOjB9fSwiTWF4V2lkdGgiOjAuMCwiTWF4SGVpZ2h0IjowLjAsIlNtYXJ0Rm9yZWdyb3VuZElzQWN0aXZlIjpmYWxzZSwiSG9yaXpvbnRhbEFsaWdubWVudCI6MCwiVmVydGljYWxBbGlnbm1lbnQiOjAsIlNtYXJ0Rm9yZWdyb3VuZCI6bnVsbCwiQmFja2dyb3VuZEZpbGxUeXBlIjowLCJNYXJnaW4iOnsiJGlkIjoiMjI2NiIsIlRvcCI6MC4wLCJMZWZ0IjowLjAsIlJpZ2h0IjowLjAsIkJvdHRvbSI6MC4wfSwiUGFkZGluZyI6eyIkaWQiOiIyMjY3IiwiVG9wIjowLjAsIkxlZnQiOjAuMCwiUmlnaHQiOjAuMCwiQm90dG9tIjowLjB9LCJCYWNrZ3JvdW5kIjpudWxsLCJJc1Zpc2libGUiOmZhbHNlLCJXaWR0aCI6MC4wLCJIZWlnaHQiOjAuMCwiQm9yZGVyU3R5bGUiOm51bGwsIlBhcmVudFN0eWxlIjpudWxsfSwiUmVjdGFuZ2xlU3R5bGUiOnsiJGlkIjoiMjI2OCIsIk1hcmdpbiI6eyIkaWQiOiIyMjY5IiwiVG9wIjowLjAsIkxlZnQiOjAuMCwiUmlnaHQiOjAuMCwiQm90dG9tIjowLjB9LCJQYWRkaW5nIjp7IiRpZCI6IjIyNzAiLCJUb3AiOjAuMCwiTGVmdCI6MC4wLCJSaWdodCI6MC4wLCJCb3R0b20iOjAuMH0sIkJhY2tncm91bmQiOnsiJGlkIjoiMjI3MSIsIkNvbG9yIjp7IiRpZCI6IjIyNzIiLCJBIjo2MywiUiI6NjgsIkciOjExNCwiQiI6MTk2fX0sIklzVmlzaWJsZSI6ZmFsc2UsIldpZHRoIjowLjAsIkhlaWdodCI6MC4wLCJCb3JkZXJTdHlsZSI6eyIkaWQiOiIyMjczIiwiTGluZUNvbG9yIjp7IiRpZCI6IjIyNzQiLCIkdHlwZSI6Ik5MUkUuQ29tbW9uLkRvbS5Tb2xpZENvbG9yQnJ1c2gsIE5MUkUuQ29tbW9uIiwiQ29sb3IiOnsiJGlkIjoiMjI3NSIsIkEiOjI1NSwiUiI6MjU1LCJHIjowLCJCIjowfX0sIkxpbmVXZWlnaHQiOjAuMCwiTGluZVR5cGUiOjAsIlBhcmVudFN0eWxlIjpudWxsfSwiUGFyZW50U3R5bGUiOm51bGx9LCJNYXJnaW4iOnsiJGlkIjoiMjI3NiIsIlRvcCI6MC4wLCJMZWZ0IjowLjAsIlJpZ2h0IjowLjAsIkJvdHRvbSI6MC4wfSwiUGFkZGluZyI6eyIkaWQiOiIyMjc3IiwiVG9wIjowLjAsIkxlZnQiOjAuMCwiUmlnaHQiOjAuMCwiQm90dG9tIjowLjB9LCJCYWNrZ3JvdW5kIjpudWxsLCJJc1Zpc2libGUiOnRydWUsIldpZHRoIjowLjAsIkhlaWdodCI6MC4wLCJCb3JkZXJTdHlsZSI6bnVsbCwiUGFyZW50U3R5bGUiOm51bGx9LCJCYWNrZ3JvdW5kU3R5bGUiOnsiJGlkIjoiMjI3OCIsIk1hcmdpbiI6eyIkaWQiOiIyMjc5IiwiVG9wIjowLjAsIkxlZnQiOjAuMCwiUmlnaHQiOjAuMCwiQm90dG9tIjowLjB9LCJQYWRkaW5nIjp7IiRpZCI6IjIyODAiLCJUb3AiOjAuMCwiTGVmdCI6MC4wLCJSaWdodCI6MC4wLCJCb3R0b20iOjAuMH0sIkJhY2tncm91bmQiOnsiJGlkIjoiMjI4MSIsIkNvbG9yIjp7IiRpZCI6IjIyODIiLCJBIjozOCwiUiI6NjgsIkciOjExNCwiQiI6MTk2fX0sIklzVmlzaWJsZSI6dHJ1ZSwiV2lkdGgiOjAuMCwiSGVpZ2h0IjowLjAsIkJvcmRlclN0eWxlIjp7IiRpZCI6IjIyODMiLCJMaW5lQ29sb3IiOnsiJGlkIjoiMjI4NCIsIiR0eXBlIjoiTkxSRS5Db21tb24uRG9tLlNvbGlkQ29sb3JCcnVzaCwgTkxSRS5Db21tb24iLCJDb2xvciI6eyIkaWQiOiIyMjg1IiwiQSI6MjU1LCJSIjoyMzQsIkciOjIyLCJCIjozMH19LCJMaW5lV2VpZ2h0IjowLjAsIkxpbmVUeXBlIjowLCJQYXJlbnRTdHlsZSI6bnVsbH0sIlBhcmVudFN0eWxlIjpudWxsfSwiTWFyZ2luIjp7IiRpZCI6IjIyODYiLCJUb3AiOjAuMCwiTGVmdCI6MC4wLCJSaWdodCI6MC4wLCJCb3R0b20iOjAuMH0sIlBhZGRpbmciOnsiJGlkIjoiMjI4NyIsIlRvcCI6MC4wLCJMZWZ0IjowLjAsIlJpZ2h0IjowLjAsIkJvdHRvbSI6MC4wfSwiSXNWaXNpYmxlIjp0cnVlLCJXaWR0aCI6MC4wLCJIZWlnaHQiOjAuMCwiQm9yZGVyU3R5bGUiOnsiJGlkIjoiMjI4OCIsIkxpbmVDb2xvciI6bnVsbCwiTGluZVdlaWdodCI6MC4wLCJMaW5lVHlwZSI6MCwiUGFyZW50U3R5bGUiOm51bGx9LCJQYXJlbnRTdHlsZSI6bnVsbH0sIk1hcmdpbiI6eyIkaWQiOiIyMjg5IiwiVG9wIjowLjAsIkxlZnQiOjAuMCwiUmlnaHQiOjAuMCwiQm90dG9tIjowLjB9LCJQYWRkaW5nIjp7IiRpZCI6IjIyOTAiLCJUb3AiOjAuMCwiTGVmdCI6MC4wLCJSaWdodCI6MC4wLCJCb3R0b20iOjAuMH0sIklzVmlzaWJsZSI6dHJ1ZSwiV2lkdGgiOjAuMCwiSGVpZ2h0IjowLjAsIkJvcmRlclN0eWxlIjp7IiRpZCI6IjIyOTEiLCJMaW5lQ29sb3IiOm51bGwsIkxpbmVXZWlnaHQiOjAuMCwiTGluZVR5cGUiOjAsIlBhcmVudFN0eWxlIjpudWxsfSwiUGFyZW50U3R5bGUiOm51bGx9fV0sIkhhc0Jhc2VsaW5lcyI6ZmFsc2UsIkN1bHR1cmVJbmZvTmFtZSI6ImVuLVVTIiwiU3R5bGVOYW1lIjpudWxsLCJWZXJzaW9uIjp7IiRpZCI6IjIyOTIiLCJWZXJzaW9uIjoiNS4wLjAiLCJPcmlnaW5hbEFzc2VtYmx5VmVyc2lvbiI6IjExLjAxLjAwLjAwIiwiRWRpdGlvbiI6bnVsbCwiTGFzdFNhdmVkRWRpdGlvbiI6MywiSXNQbHVzRWRpdGlvbiI6ZmFsc2UsIklzUHJvRWRpdGlvbiI6ZmFsc2V9LCJFZmZlY3QiOjAsIlN0eWxlIjp7IiRpZCI6IjIyOTMiLCJEZWZhdWx0RGVwZW5kZW5jeVN0eWxlIjp7IiRpZCI6IjIyOTQiLCJMaW5lU3R5bGUiOnsiJGlkIjoiMjI5NSIsIkxpbmVDb2xvciI6eyIkaWQiOiIyMjk2IiwiJHR5cGUiOiJOTFJFLkNvbW1vbi5Eb20uU29saWRDb2xvckJydXNoLCBOTFJFLkNvbW1vbiIsIkNvbG9yIjp7IiRpZCI6IjIyOTciLCJBIjoyNTUsIlIiOjAsIkciOjAsIkIiOjB9fSwiTGluZVdlaWdodCI6MS4wLCJMaW5lVHlwZSI6MCwiUGFyZW50U3R5bGUiOm51bGx9LCJFbmRBcnJvd2hlYWRMaW5lU3R5bGUiOnsiJGlkIjoiMjI5OCIsIktpbmQiOjEsIldpZHRoIjoxLCJMZW5ndGgiOjAsIlBhcmVudFN0eWxlIjpudWxsfSwiQnJpbmdUb0Zyb250Ijp0cnVlLCJFbGJvd1JhZGl1cyI6MC4wLCJNYXJnaW4iOnsiJGlkIjoiMjI5OSIsIlRvcCI6MC4wLCJMZWZ0IjowLjAsIlJpZ2h0IjowLjAsIkJvdHRvbSI6MC4wfSwiUGFkZGluZyI6eyIkaWQiOiIyMzAwIiwiVG9wIjowLjAsIkxlZnQiOjAuMCwiUmlnaHQiOjAuMCwiQm90dG9tIjowLjB9LCJCYWNrZ3JvdW5kIjpudWxsLCJJc1Zpc2libGUiOnRydWUsIldpZHRoIjowLjAsIkhlaWdodCI6MC4wLCJCb3JkZXJTdHlsZSI6bnVsbCwiUGFyZW50U3R5bGUiOm51bGx9LCJDcml0aWNhbFBhdGhTdHlsZSI6eyIkaWQiOiIyMzAxIiwiQ3JpdGljYWxQYXRoU3R5bGVPcHRpb25zIjoxNCwiTGluZVN0eWxlIjp7IiRpZCI6IjIzMDIiLCJMaW5lQ29sb3IiOnsiJGlkIjoiMjMwMyIsIiR0eXBlIjoiTkxSRS5Db21tb24uRG9tLlNvbGlkQ29sb3JCcnVzaCwgTkxSRS5Db21tb24iLCJDb2xvciI6eyIkaWQiOiIyMzA0IiwiQSI6MjU1LCJSIjoyMjIsIkciOjUwLCJCIjo1MH19LCJMaW5lV2VpZ2h0IjoxLjAsIkxpbmVUeXBlIjowLCJQYXJlbnRTdHlsZSI6bnVsbH0sIlRpdGxlRm9yZWdyb3VuZCI6eyIkaWQiOiIyMzA1IiwiQ29sb3IiOnsiJGlkIjoiMjMwNiIsIkEiOjI1NSwiUiI6MTc2LCJHIjoxOSwiQiI6MjV9fSwiU2hhcGVzQmFja2dyb3VuZCI6eyIkaWQiOiIyMzA3IiwiQ29sb3IiOnsiJGlkIjoiMjMwOCIsIkEiOjI1NSwiUiI6MjUzLCJHIjoyMDMsIkIiOjIwOH19LCJTaGFwZXNCb3JkZXJTdHlsZSI6eyIkaWQiOiIyMzA5IiwiTGluZUNvbG9yIjp7IiRpZCI6IjIzMTAiLCIkdHlwZSI6Ik5MUkUuQ29tbW9uLkRvbS5Tb2xpZENvbG9yQnJ1c2gsIE5MUkUuQ29tbW9uIiwiQ29sb3IiOnsiJGlkIjoiMjMxMSIsIkEiOjI1NSwiUiI6MjIyLCJHIjo1MCwiQiI6NTB9fSwiTGluZVdlaWdodCI6MS41LCJMaW5lVHlwZSI6MCwiUGFyZW50U3R5bGUiOm51bGx9LCJNYXJnaW4iOnsiJGlkIjoiMjMxMiIsIlRvcCI6MC4wLCJMZWZ0IjowLjAsIlJpZ2h0IjowLjAsIkJvdHRvbSI6MC4wfSwiUGFkZGluZyI6eyIkaWQiOiIyMzEzIiwiVG9wIjowLjAsIkxlZnQiOjAuMCwiUmlnaHQiOjAuMCwiQm90dG9tIjowLjB9LCJCYWNrZ3JvdW5kIjpudWxsLCJJc1Zpc2libGUiOmZhbHNlLCJXaWR0aCI6MC4wLCJIZWlnaHQiOjAuMCwiQm9yZGVyU3R5bGUiOnsiJGlkIjoiMjMxNCIsIkxpbmVDb2xvciI6bnVsbCwiTGluZVdlaWdodCI6MC4wLCJMaW5lVHlwZSI6MCwiUGFyZW50U3R5bGUiOm51bGx9LCJQYXJlbnRTdHlsZSI6bnVsbH0sIlBhbmVsc1NwYWNpbmdEZWZpbml0aW9uIjp7IiRpZCI6IjIzMTUiLCJTcGFjaW5nQWJvdmVUaW1lYmFuZCI6NSwiU3BhY2luZ0JlbG93VGltZWJhbmQiOjUsIlNwYWNpbmdBYm92ZUJldHdlZW5Td2ltbGFuZXNBbmRUYXNrcyI6NCwiU3BhY2luZ0JlbG93QmV0d2VlblN3aW1sYW5lc0FuZFRhc2tzIjo0fSwiVGltZWJhbmRTdHlsZSI6eyIkaWQiOiIyMzE2IiwiU2NhbGVNYXJraW5nIjowLCJTaGFwZSI6MCwiU2hhcGVTdHlsZSI6eyIkaWQiOiIyMzE3IiwiTWFyZ2luIjp7IiRpZCI6IjIzMTgiLCJUb3AiOjAuMCwiTGVmdCI6MTIuMCwiUmlnaHQiOjEyLjAsIkJvdHRvbSI6MC4wfSwiUGFkZGluZyI6eyIkaWQiOiIyMzE5IiwiVG9wIjowLjAsIkxlZnQiOjAuMCwiUmlnaHQiOjAuMCwiQm90dG9tIjowLjB9LCJCYWNrZ3JvdW5kIjp7IiRpZCI6IjIzMjAiLCJDb2xvciI6eyIkaWQiOiIyMzIxIiwiQSI6MjU1LCJSIjo2NCwiRyI6NjQsIkIiOjY0fX0sIklzVmlzaWJsZSI6dHJ1ZSwiV2lkdGgiOjg1OC4wLCJIZWlnaHQiOjE0LjM5OTk5OTYxODUzMDI3MywiQm9yZGVyU3R5bGUiOnsiJGlkIjoiMjMyMiIsIkxpbmVDb2xvciI6eyIkaWQiOiIyMzIzIiwiJHR5cGUiOiJOTFJFLkNvbW1vbi5Eb20uU29saWRDb2xvckJydXNoLCBOTFJFLkNvbW1vbiIsIkNvbG9yIjp7IiRpZCI6IjIzMjQiLCJBIjoyNTUsIlIiOjI1NSwiRyI6MCwiQiI6MH19LCJMaW5lV2VpZ2h0IjowLjAsIkxpbmVUeXBlIjowLCJQYXJlbnRTdHlsZSI6bnVsbH0sIlBhcmVudFN0eWxlIjpudWxsfSwiTWlkZGxlVGllclNoYXBlU3R5bGUiOnsiJGlkIjoiMjMyNSIsIk1hcmdpbiI6eyIkaWQiOiIyMzI2IiwiVG9wIjowLjAsIkxlZnQiOjEyLjAsIlJpZ2h0IjoxMi4wLCJCb3R0b20iOjAuMH0sIlBhZGRpbmciOnsiJGlkIjoiMjMyNyIsIlRvcCI6MC4wLCJMZWZ0IjowLjAsIlJpZ2h0IjowLjAsIkJvdHRvbSI6MC4wfSwiQmFja2dyb3VuZCI6eyIkaWQiOiIyMzI4IiwiQ29sb3IiOnsiJGlkIjoiMjMyOSIsIkEiOjI1NSwiUiI6NjQsIkciOjY0LCJCIjo2NH19LCJJc1Zpc2libGUiOnRydWUsIldpZHRoIjo4NTguMCwiSGVpZ2h0IjoxNC4zOTk5OTk2MTg1MzAyNzMsIkJvcmRlclN0eWxlIjp7IiRpZCI6IjIzMzAiLCJMaW5lQ29sb3IiOnsiJGlkIjoiMjMzMSIsIiR0eXBlIjoiTkxSRS5Db21tb24uRG9tLlNvbGlkQ29sb3JCcnVzaCwgTkxSRS5Db21tb24iLCJDb2xvciI6eyIkaWQiOiIyMzMyIiwiQSI6MjU1LCJSIjoyNTUsIkciOjAsIkIiOjB9fSwiTGluZVdlaWdodCI6MC4wLCJMaW5lVHlwZSI6MCwiUGFyZW50U3R5bGUiOm51bGx9LCJQYXJlbnRTdHlsZSI6bnVsbH0sIkJvdHRvbVRpZXJTaGFwZVN0eWxlIjp7IiRpZCI6IjIzMzMiLCJNYXJnaW4iOnsiJGlkIjoiMjMzNCIsIlRvcCI6MC4wLCJMZWZ0IjoxMi4wLCJSaWdodCI6MTIuMCwiQm90dG9tIjowLjB9LCJQYWRkaW5nIjp7IiRpZCI6IjIzMzUiLCJUb3AiOjAuMCwiTGVmdCI6MC4wLCJSaWdodCI6MC4wLCJCb3R0b20iOjAuMH0sIkJhY2tncm91bmQiOnsiJGlkIjoiMjMzNiIsIkNvbG9yIjp7IiRpZCI6IjIzMzciLCJBIjoyNTUsIlIiOjY0LCJHIjo2NCwiQiI6NjR9fSwiSXNWaXNpYmxlIjp0cnVlLCJXaWR0aCI6ODU4LjAsIkhlaWdodCI6MTQuMzk5OTk5NjE4NTMwMjczLCJCb3JkZXJTdHlsZSI6eyIkaWQiOiIyMzM4IiwiTGluZUNvbG9yIjp7IiRpZCI6IjIzMzkiLCIkdHlwZSI6Ik5MUkUuQ29tbW9uLkRvbS5Tb2xpZENvbG9yQnJ1c2gsIE5MUkUuQ29tbW9uIiwiQ29sb3IiOnsiJGlkIjoiMjM0MCIsIkEiOjI1NSwiUiI6MjU1LCJHIjowLCJCIjowfX0sIkxpbmVXZWlnaHQiOjAuMCwiTGluZVR5cGUiOjAsIlBhcmVudFN0eWxlIjpudWxsfSwiUGFyZW50U3R5bGUiOm51bGx9LCJSaWdodEVuZENhcHNTdHlsZSI6eyIkaWQiOiIyMzQxIiwiRm9udFNldHRpbmdzIjp7IiRpZCI6IjIzNDIiLCJGb250U2l6ZSI6MSwiRm9udE5hbWUiOiJDYWxpYnJpIiwiSXNCb2xkIjp0cnVlLCJJc0l0YWxpYyI6ZmFsc2UsIklzVW5kZXJsaW5lZCI6ZmFsc2UsIlBhcmVudFN0eWxlIjpudWxsfSwiQXV0b1NpemUiOjAsIkZvcmVncm91bmQiOnsiJGlkIjoiMjM0MyIsIkNvbG9yIjp7IiRpZCI6IjIzNDQ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IzNDUiLCJUb3AiOjAuMCwiTGVmdCI6MC4wLCJSaWdodCI6MjUuMCwiQm90dG9tIjowLjB9LCJQYWRkaW5nIjp7IiRpZCI6IjIzNDYiLCJUb3AiOjAuMCwiTGVmdCI6MC4wLCJSaWdodCI6MC4wLCJCb3R0b20iOjAuMH0sIkJhY2tncm91bmQiOnsiJGlkIjoiMjM0NyIsIkNvbG9yIjp7IiRpZCI6IjIzNDgiLCJBIjo4OSwiUiI6MCwiRyI6MCwiQiI6MH19LCJJc1Zpc2libGUiOmZhbHNlLCJXaWR0aCI6MC4wLCJIZWlnaHQiOjAuMCwiQm9yZGVyU3R5bGUiOnsiJGlkIjoiMjM0OSIsIkxpbmVDb2xvciI6bnVsbCwiTGluZVdlaWdodCI6MC4wLCJMaW5lVHlwZSI6MCwiUGFyZW50U3R5bGUiOm51bGx9LCJQYXJlbnRTdHlsZSI6bnVsbH0sIkxlZnRFbmRDYXBzU3R5bGUiOnsiJGlkIjoiMjM1MCIsIkZvbnRTZXR0aW5ncyI6eyIkaWQiOiIyMzUxIiwiRm9udFNpemUiOjMyLCJGb250TmFtZSI6IkNhbGlicmkiLCJJc0JvbGQiOnRydWUsIklzSXRhbGljIjpmYWxzZSwiSXNVbmRlcmxpbmVkIjpmYWxzZSwiUGFyZW50U3R5bGUiOm51bGx9LCJBdXRvU2l6ZSI6MCwiRm9yZWdyb3VuZCI6eyIkaWQiOiIyMzUyIiwiQ29sb3IiOnsiJGlkIjoiMjM1My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jM1NCIsIlRvcCI6MC4wLCJMZWZ0IjoyNS4wLCJSaWdodCI6MC4wLCJCb3R0b20iOjAuMH0sIlBhZGRpbmciOnsiJGlkIjoiMjM1NSIsIlRvcCI6MC4wLCJMZWZ0IjowLjAsIlJpZ2h0IjowLjAsIkJvdHRvbSI6MC4wfSwiQmFja2dyb3VuZCI6eyIkaWQiOiIyMzU2IiwiQ29sb3IiOnsiJGlkIjoiMjM1NyIsIkEiOjg5LCJSIjowLCJHIjowLCJCIjowfX0sIklzVmlzaWJsZSI6ZmFsc2UsIldpZHRoIjowLjAsIkhlaWdodCI6MC4wLCJCb3JkZXJTdHlsZSI6eyIkaWQiOiIyMzU4IiwiTGluZUNvbG9yIjpudWxsLCJMaW5lV2VpZ2h0IjowLjAsIkxpbmVUeXBlIjowLCJQYXJlbnRTdHlsZSI6bnVsbH0sIlBhcmVudFN0eWxlIjpudWxsfSwiVG9kYXlUZXh0U3R5bGUiOnsiJGlkIjoiMjM1OSIsIkZvbnRTZXR0aW5ncyI6eyIkaWQiOiIyMzYwIiwiRm9udFNpemUiOjEyLCJGb250TmFtZSI6IkNhbGlicmkiLCJJc0JvbGQiOnRydWUsIklzSXRhbGljIjpmYWxzZSwiSXNVbmRlcmxpbmVkIjpmYWxzZSwiUGFyZW50U3R5bGUiOm51bGx9LCJBdXRvU2l6ZSI6MCwiRm9yZWdyb3VuZCI6eyIkaWQiOiIyMzYxIiwiQ29sb3IiOnsiJGlkIjoiMjM2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yMzYzIiwiVG9wIjowLjAsIkxlZnQiOjAuMCwiUmlnaHQiOjAuMCwiQm90dG9tIjowLjB9LCJQYWRkaW5nIjp7IiRpZCI6IjIzNjQiLCJUb3AiOjAuMCwiTGVmdCI6MC4wLCJSaWdodCI6MC4wLCJCb3R0b20iOjAuMH0sIkJhY2tncm91bmQiOnsiJGlkIjoiMjM2NSIsIkNvbG9yIjp7IiRpZCI6IjIzNjYiLCJBIjo4OSwiUiI6MCwiRyI6MCwiQiI6MH19LCJJc1Zpc2libGUiOnRydWUsIldpZHRoIjowLjAsIkhlaWdodCI6MC4wLCJCb3JkZXJTdHlsZSI6eyIkaWQiOiIyMzY3IiwiTGluZUNvbG9yIjpudWxsLCJMaW5lV2VpZ2h0IjowLjAsIkxpbmVUeXBlIjowLCJQYXJlbnRTdHlsZSI6bnVsbH0sIlBhcmVudFN0eWxlIjpudWxsfSwiVG9kYXlNYXJrZXJTdHlsZSI6eyIkaWQiOiIyMzY4IiwiTWFyZ2luIjp7IiRpZCI6IjIzNjkiLCJUb3AiOjAuMCwiTGVmdCI6MC4wLCJSaWdodCI6MC4wLCJCb3R0b20iOjAuMH0sIlBhZGRpbmciOnsiJGlkIjoiMjM3MCIsIlRvcCI6MC4wLCJMZWZ0IjowLjAsIlJpZ2h0IjowLjAsIkJvdHRvbSI6MC4wfSwiQmFja2dyb3VuZCI6eyIkaWQiOiIyMzcxIiwiQ29sb3IiOnsiJGlkIjoiMjM3MiIsIkEiOjI1NSwiUiI6MjU1LCJHIjowLCJCIjowfX0sIklzVmlzaWJsZSI6dHJ1ZSwiV2lkdGgiOjAuMCwiSGVpZ2h0IjowLjAsIkJvcmRlclN0eWxlIjpudWxsLCJQYXJlbnRTdHlsZSI6bnVsbH0sIlNjYWxlU3R5bGUiOnsiJGlkIjoiMjM3MyIsIlNoYXBlIjowLCJTaG93U2VnbWVudFNlcGFyYXRvcnMiOnRydWUsIlNlZ21lbnRTZXBhcmF0b3JPcGFjaXR5IjozMCwiSGFzQmVlblZpc2libGVCZWZvcmUiOnRydWUsIkZvbnRTZXR0aW5ncyI6eyIkaWQiOiIyMzc0IiwiRm9udFNpemUiOjE0LCJGb250TmFtZSI6IkNhbGlicmkiLCJJc0JvbGQiOmZhbHNlLCJJc0l0YWxpYyI6ZmFsc2UsIklzVW5kZXJsaW5lZCI6ZmFsc2UsIlBhcmVudFN0eWxlIjpudWxsfSwiQXV0b1NpemUiOjAsIkZvcmVncm91bmQiOnsiJGlkIjoiMjM3NSIsIkNvbG9yIjp7IiRpZCI6IjIzNzY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MjM3NyIsIlRvcCI6MC4wLCJMZWZ0Ijo0LjAsIlJpZ2h0Ijo0LjAsIkJvdHRvbSI6MC4wfSwiUGFkZGluZyI6eyIkaWQiOiIyMzc4IiwiVG9wIjowLjAsIkxlZnQiOjAuMCwiUmlnaHQiOjAuMCwiQm90dG9tIjowLjB9LCJCYWNrZ3JvdW5kIjp7IiRpZCI6IjIzNzkiLCJDb2xvciI6eyIkaWQiOiIyMzgwIiwiQSI6ODksIlIiOjAsIkciOjAsIkIiOjB9fSwiSXNWaXNpYmxlIjp0cnVlLCJXaWR0aCI6MC4wLCJIZWlnaHQiOjAuMCwiQm9yZGVyU3R5bGUiOnsiJGlkIjoiMjM4MSIsIkxpbmVDb2xvciI6bnVsbCwiTGluZVdlaWdodCI6MC4wLCJMaW5lVHlwZSI6MCwiUGFyZW50U3R5bGUiOm51bGx9LCJQYXJlbnRTdHlsZSI6bnVsbH0sIlNpbmdsZVNjYWxlU2hhcGVTdHlsZSI6eyIkaWQiOiIyMzgyIiwiU2hhcGUiOjAsIkhlaWdodCI6MzAuMH0sIk1pZGRsZVRpZXJTY2FsZVN0eWxlIjp7IiRpZCI6IjIzODMiLCJTaGFwZSI6MCwiU2hvd1NlZ21lbnRTZXBhcmF0b3JzIjp0cnVlLCJTZWdtZW50U2VwYXJhdG9yT3BhY2l0eSI6MzAsIkhhc0JlZW5WaXNpYmxlQmVmb3JlIjp0cnVlLCJGb250U2V0dGluZ3MiOnsiJGlkIjoiMjM4NCIsIkZvbnRTaXplIjoxNCwiRm9udE5hbWUiOiJDYWxpYnJpIiwiSXNCb2xkIjpmYWxzZSwiSXNJdGFsaWMiOmZhbHNlLCJJc1VuZGVybGluZWQiOmZhbHNlLCJQYXJlbnRTdHlsZSI6bnVsbH0sIkF1dG9TaXplIjowLCJGb3JlZ3JvdW5kIjp7IiRyZWYiOiIyMzc1In0sIk1heFdpZHRoIjoyMDAuMCwiTWF4SGVpZ2h0IjoiSW5maW5pdHkiLCJTbWFydEZvcmVncm91bmRJc0FjdGl2ZSI6ZmFsc2UsIkhvcml6b250YWxBbGlnbm1lbnQiOjAsIlZlcnRpY2FsQWxpZ25tZW50IjoxLCJTbWFydEZvcmVncm91bmQiOm51bGwsIkJhY2tncm91bmRGaWxsVHlwZSI6MCwiTWFyZ2luIjp7IiRpZCI6IjIzODUiLCJUb3AiOjAuMCwiTGVmdCI6NC4wLCJSaWdodCI6NC4wLCJCb3R0b20iOjAuMH0sIlBhZGRpbmciOnsiJGlkIjoiMjM4NiIsIlRvcCI6MC4wLCJMZWZ0IjowLjAsIlJpZ2h0IjowLjAsIkJvdHRvbSI6MC4wfSwiQmFja2dyb3VuZCI6eyIkaWQiOiIyMzg3IiwiQ29sb3IiOnsiJGlkIjoiMjM4OCIsIkEiOjg5LCJSIjowLCJHIjowLCJCIjowfX0sIklzVmlzaWJsZSI6dHJ1ZSwiV2lkdGgiOjAuMCwiSGVpZ2h0IjowLjAsIkJvcmRlclN0eWxlIjp7IiRpZCI6IjIzODkiLCJMaW5lQ29sb3IiOm51bGwsIkxpbmVXZWlnaHQiOjAuMCwiTGluZVR5cGUiOjAsIlBhcmVudFN0eWxlIjpudWxsfSwiUGFyZW50U3R5bGUiOm51bGx9LCJCb3R0b21UaWVyU2NhbGVTdHlsZSI6eyIkaWQiOiIyMzkwIiwiU2hhcGUiOjAsIlNob3dTZWdtZW50U2VwYXJhdG9ycyI6dHJ1ZSwiU2VnbWVudFNlcGFyYXRvck9wYWNpdHkiOjMwLCJIYXNCZWVuVmlzaWJsZUJlZm9yZSI6ZmFsc2UsIkZvbnRTZXR0aW5ncyI6eyIkaWQiOiIyMzkxIiwiRm9udFNpemUiOjE0LCJGb250TmFtZSI6IkNhbGlicmkiLCJJc0JvbGQiOmZhbHNlLCJJc0l0YWxpYyI6ZmFsc2UsIklzVW5kZXJsaW5lZCI6ZmFsc2UsIlBhcmVudFN0eWxlIjpudWxsfSwiQXV0b1NpemUiOjAsIkZvcmVncm91bmQiOnsiJGlkIjoiMjM5MiIsIkNvbG9yIjp7IiRpZCI6IjIzOTM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MjM5NCIsIlRvcCI6MC4wLCJMZWZ0Ijo0LjAsIlJpZ2h0Ijo0LjAsIkJvdHRvbSI6MC4wfSwiUGFkZGluZyI6eyIkaWQiOiIyMzk1IiwiVG9wIjowLjAsIkxlZnQiOjAuMCwiUmlnaHQiOjAuMCwiQm90dG9tIjowLjB9LCJCYWNrZ3JvdW5kIjp7IiRpZCI6IjIzOTYiLCJDb2xvciI6eyIkaWQiOiIyMzk3IiwiQSI6ODksIlIiOjAsIkciOjAsIkIiOjB9fSwiSXNWaXNpYmxlIjpmYWxzZSwiV2lkdGgiOjAuMCwiSGVpZ2h0IjowLjAsIkJvcmRlclN0eWxlIjp7IiRpZCI6IjIzOTgiLCJMaW5lQ29sb3IiOm51bGwsIkxpbmVXZWlnaHQiOjAuMCwiTGluZVR5cGUiOjAsIlBhcmVudFN0eWxlIjpudWxsfSwiUGFyZW50U3R5bGUiOm51bGx9LCJFbGFwc2VkVGltZUJhY2tncm91bmQiOnsiJGlkIjoiMjM5OSIsIkNvbG9yIjp7IiRpZCI6IjI0MDAiLCJBIjoxOTEsIlIiOjI1NSwiRyI6MCwiQiI6MH19LCJBcHBlbmRZZWFyT25ZZWFyQ2hhbmdlIjpmYWxzZSwiRWxhcHNlZFRpbWVGb3JtYXQiOjIsIlRvZGF5TWFya2VyUG9zaXRpb24iOjEsIlF1aWNrUG9zaXRpb24iOjMsIkFic29sdXRlUG9zaXRpb24iOjE2LjEyMTI2LCJNYXJnaW4iOnsiJGlkIjoiMjQwMSIsIlRvcCI6MC4wLCJMZWZ0IjoxMC4wLCJSaWdodCI6MTAuMCwiQm90dG9tIjowLjB9LCJQYWRkaW5nIjp7IiRpZCI6IjI0MDIiLCJUb3AiOjAuMCwiTGVmdCI6MC4wLCJSaWdodCI6MC4wLCJCb3R0b20iOjAuMH0sIkJhY2tncm91bmQiOnsiJGlkIjoiMjQwMyIsIkNvbG9yIjp7IiRpZCI6IjI0MDQiLCJBIjoyNTUsIlIiOjQ3LCJHIjo1NCwiQiI6MTUzfX0sIklzVmlzaWJsZSI6dHJ1ZSwiV2lkdGgiOjAuMCwiSGVpZ2h0IjowLjAsIkJvcmRlclN0eWxlIjpudWxsLCJQYXJlbnRTdHlsZSI6bnVsbH0sIkRlZmF1bHRNaWxlc3RvbmVTdHlsZSI6eyIkaWQiOiIyNDA1IiwiU2hhcGUiOjUsIkNvbm5lY3Rvck1hcmdpbiI6eyIkaWQiOiIyNDA2IiwiVG9wIjowLjAsIkxlZnQiOjIuMCwiUmlnaHQiOjIuMCwiQm90dG9tIjowLjB9LCJDb25uZWN0b3JTdHlsZSI6eyIkaWQiOiIyNDA3IiwiTGluZUNvbG9yIjp7IiRpZCI6IjI0MDgiLCIkdHlwZSI6Ik5MUkUuQ29tbW9uLkRvbS5Tb2xpZENvbG9yQnJ1c2gsIE5MUkUuQ29tbW9uIiwiQ29sb3IiOnsiJGlkIjoiMjQwOSIsIkEiOjEyNywiUiI6NzksIkciOjEyOSwiQiI6MTg5fX0sIkxpbmVXZWlnaHQiOjEuMCwiTGluZVR5cGUiOjAsIlBhcmVudFN0eWxlIjpudWxsfSwiSXNCZWxvd1RpbWViYW5kIjpmYWxzZSwiUG9zaXRpb25PblRhc2siOjAsIkhpZGVEYXRlIjpmYWxzZSwiU2hhcGVTaXplIjoxLCJTcGFjaW5nIjowLjAsIlBhZGRpbmciOnsiJGlkIjoiMjQxMCIsIlRvcCI6NS4wLCJMZWZ0IjozLjAsIlJpZ2h0IjowLjAsIkJvdHRvbSI6Mi4wfSwiU2hhcGVTdHlsZSI6eyIkaWQiOiIyNDExIiwiTWFyZ2luIjp7IiRpZCI6IjI0MTIiLCJUb3AiOjAuMCwiTGVmdCI6MC4wLCJSaWdodCI6MC4wLCJCb3R0b20iOjAuMH0sIlBhZGRpbmciOnsiJGlkIjoiMjQxMyIsIlRvcCI6MC4wLCJMZWZ0IjowLjAsIlJpZ2h0IjowLjAsIkJvdHRvbSI6MC4wfSwiQmFja2dyb3VuZCI6eyIkaWQiOiIyNDE0IiwiQ29sb3IiOnsiJGlkIjoiMjQxNSIsIkEiOjI1NSwiUiI6MTc4LCJHIjoxNCwiQiI6MTh9fSwiSXNWaXNpYmxlIjp0cnVlLCJXaWR0aCI6MTguMCwiSGVpZ2h0IjoyMC4wLCJCb3JkZXJTdHlsZSI6eyIkaWQiOiIyNDE2IiwiTGluZUNvbG9yIjp7IiRpZCI6IjI0MTciLCIkdHlwZSI6Ik5MUkUuQ29tbW9uLkRvbS5Tb2xpZENvbG9yQnJ1c2gsIE5MUkUuQ29tbW9uIiwiQ29sb3IiOnsiJGlkIjoiMjQxOCIsIkEiOjI1NSwiUiI6MjM0LCJHIjoyMiwiQiI6MzB9fSwiTGluZVdlaWdodCI6MC4wLCJMaW5lVHlwZSI6MCwiUGFyZW50U3R5bGUiOm51bGx9LCJQYXJlbnRTdHlsZSI6bnVsbH0sIlRpdGxlU3R5bGUiOnsiJGlkIjoiMjQxOSIsIkZvbnRTZXR0aW5ncyI6eyIkaWQiOiIyNDIwIiwiRm9udFNpemUiOjksIkZvbnROYW1lIjoiQ2FsaWJyaSIsIklzQm9sZCI6dHJ1ZSwiSXNJdGFsaWMiOmZhbHNlLCJJc1VuZGVybGluZWQiOmZhbHNlLCJQYXJlbnRTdHlsZSI6bnVsbH0sIkF1dG9TaXplIjowLCJGb3JlZ3JvdW5kIjp7IiRpZCI6IjI0MjEiLCJDb2xvciI6eyIkaWQiOiIyNDIy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I0MjMiLCJUb3AiOjAuMCwiTGVmdCI6MC4wLCJSaWdodCI6MC4wLCJCb3R0b20iOjAuMH0sIlBhZGRpbmciOnsiJGlkIjoiMjQyNCIsIlRvcCI6MC4wLCJMZWZ0IjowLjAsIlJpZ2h0IjowLjAsIkJvdHRvbSI6MC4wfSwiQmFja2dyb3VuZCI6eyIkaWQiOiIyNDI1IiwiQ29sb3IiOnsiJGlkIjoiMjQyNiIsIkEiOjg5LCJSIjowLCJHIjowLCJCIjowfX0sIklzVmlzaWJsZSI6dHJ1ZSwiV2lkdGgiOjAuMCwiSGVpZ2h0IjowLjAsIkJvcmRlclN0eWxlIjp7IiRpZCI6IjI0MjciLCJMaW5lQ29sb3IiOm51bGwsIkxpbmVXZWlnaHQiOjAuMCwiTGluZVR5cGUiOjAsIlBhcmVudFN0eWxlIjpudWxsfSwiUGFyZW50U3R5bGUiOm51bGx9LCJEYXRlU3R5bGUiOnsiJGlkIjoiMjQyOCIsIkZvbnRTZXR0aW5ncyI6eyIkaWQiOiIyNDI5IiwiRm9udFNpemUiOjksIkZvbnROYW1lIjoiQ2FsaWJyaSIsIklzQm9sZCI6ZmFsc2UsIklzSXRhbGljIjpmYWxzZSwiSXNVbmRlcmxpbmVkIjpmYWxzZSwiUGFyZW50U3R5bGUiOm51bGx9LCJBdXRvU2l6ZSI6MCwiRm9yZWdyb3VuZCI6eyIkaWQiOiIyNDMwIiwiQ29sb3IiOnsiJGlkIjoiMjQzMS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jQzMiIsIlRvcCI6MC4wLCJMZWZ0IjowLjAsIlJpZ2h0IjowLjAsIkJvdHRvbSI6MC4wfSwiUGFkZGluZyI6eyIkaWQiOiIyNDMzIiwiVG9wIjowLjAsIkxlZnQiOjAuMCwiUmlnaHQiOjAuMCwiQm90dG9tIjowLjB9LCJCYWNrZ3JvdW5kIjp7IiRpZCI6IjI0MzQiLCJDb2xvciI6eyIkaWQiOiIyNDM1IiwiQSI6ODksIlIiOjAsIkciOjAsIkIiOjB9fSwiSXNWaXNpYmxlIjp0cnVlLCJXaWR0aCI6MC4wLCJIZWlnaHQiOjAuMCwiQm9yZGVyU3R5bGUiOnsiJGlkIjoiMjQzNiIsIkxpbmVDb2xvciI6bnVsbCwiTGluZVdlaWdodCI6MC4wLCJMaW5lVHlwZSI6MCwiUGFyZW50U3R5bGUiOm51bGx9LCJQYXJlbnRTdHlsZSI6bnVsbH0sIkRhdGVGb3JtYXQiOnsiJGlkIjoiMjQzNyIsIkZvcm1hdFN0cmluZyI6Inl5eXkvTU1NIiwiU2VwYXJhdG9yIjoiLyIsIlVzZUludGVybmF0aW9uYWxEYXRlRm9ybWF0IjpmYWxzZSwiRGF0ZUlzVmlzaWJsZSI6dHJ1ZSwiVGltZUlzVmlzaWJsZSI6ZmFsc2UsIkhvdXJEaWdpdHMiOjEsIkFtUG1EZXNpZ25hdG9yIjoyLCJUcmltMDBNaW51dGVzIjpmYWxzZSwiTGFzdEtub3duVmlzaWJpbGl0eVN0YXRlIjp7IiRpZCI6IjI0MzgiLCJEYXRlUGFydElzVmlzaWJsZSI6dHJ1ZSwiVGltZVBhcnRJc1Zpc2libGUiOmZhbHNlfX0sIldlZWtOdW1iZXJpbmciOnsiJGlkIjoiMjQzOSIsIkZvcm1hdCI6MCwiSXNWaXNpYmxlIjpmYWxzZSwiTGFzdEtub3duVmlzaWJpbGl0eVN0YXRlIjpmYWxzZX0sIklzVmlzaWJsZSI6dHJ1ZSwiUGFyZW50U3R5bGUiOm51bGx9LCJEZWZhdWx0TW90U3R5bGUiOnsiJGlkIjoiMjQ0MCIsIlNoYXBlIjo1LCJDb25uZWN0b3JNYXJnaW4iOnsiJGlkIjoiMjQ0MSIsIlRvcCI6MC4wLCJMZWZ0IjoyLjAsIlJpZ2h0IjoyLjAsIkJvdHRvbSI6MC4wfSwiQ29ubmVjdG9yU3R5bGUiOnsiJGlkIjoiMjQ0MiIsIkxpbmVDb2xvciI6eyIkaWQiOiIyNDQzIiwiJHR5cGUiOiJOTFJFLkNvbW1vbi5Eb20uU29saWRDb2xvckJydXNoLCBOTFJFLkNvbW1vbiIsIkNvbG9yIjp7IiRpZCI6IjI0NDQiLCJBIjoxMjcsIlIiOjc5LCJHIjoxMjksIkIiOjE4OX19LCJMaW5lV2VpZ2h0IjoxLjAsIkxpbmVUeXBlIjowLCJQYXJlbnRTdHlsZSI6bnVsbH0sIklzQmVsb3dUaW1lYmFuZCI6ZmFsc2UsIlBvc2l0aW9uT25UYXNrIjoxLCJIaWRlRGF0ZSI6ZmFsc2UsIlNoYXBlU2l6ZSI6MSwiU3BhY2luZyI6MC4wLCJQYWRkaW5nIjp7IiRpZCI6IjI0NDUiLCJUb3AiOjUuMCwiTGVmdCI6My4wLCJSaWdodCI6MC4wLCJCb3R0b20iOjIuMH0sIlNoYXBlU3R5bGUiOnsiJGlkIjoiMjQ0NiIsIk1hcmdpbiI6eyIkaWQiOiIyNDQ3IiwiVG9wIjowLjAsIkxlZnQiOjAuMCwiUmlnaHQiOjAuMCwiQm90dG9tIjowLjB9LCJQYWRkaW5nIjp7IiRpZCI6IjI0NDgiLCJUb3AiOjAuMCwiTGVmdCI6MC4wLCJSaWdodCI6MC4wLCJCb3R0b20iOjAuMH0sIkJhY2tncm91bmQiOnsiJGlkIjoiMjQ0OSIsIkNvbG9yIjp7IiRpZCI6IjI0NTAiLCJBIjoyNTUsIlIiOjE3OCwiRyI6MTQsIkIiOjE4fX0sIklzVmlzaWJsZSI6dHJ1ZSwiV2lkdGgiOjE4LjAsIkhlaWdodCI6MjAuMCwiQm9yZGVyU3R5bGUiOnsiJGlkIjoiMjQ1MSIsIkxpbmVDb2xvciI6eyIkaWQiOiIyNDUyIiwiJHR5cGUiOiJOTFJFLkNvbW1vbi5Eb20uU29saWRDb2xvckJydXNoLCBOTFJFLkNvbW1vbiIsIkNvbG9yIjp7IiRpZCI6IjI0NTMiLCJBIjoyNTUsIlIiOjIzNCwiRyI6MjIsIkIiOjMwfX0sIkxpbmVXZWlnaHQiOjAuMCwiTGluZVR5cGUiOjAsIlBhcmVudFN0eWxlIjpudWxsfSwiUGFyZW50U3R5bGUiOm51bGx9LCJUaXRsZVN0eWxlIjp7IiRpZCI6IjI0NTQiLCJGb250U2V0dGluZ3MiOnsiJGlkIjoiMjQ1NSIsIkZvbnRTaXplIjo5LCJGb250TmFtZSI6IkNhbGlicmkiLCJJc0JvbGQiOnRydWUsIklzSXRhbGljIjpmYWxzZSwiSXNVbmRlcmxpbmVkIjpmYWxzZSwiUGFyZW50U3R5bGUiOm51bGx9LCJBdXRvU2l6ZSI6MCwiRm9yZWdyb3VuZCI6eyIkaWQiOiIyNDU2IiwiQ29sb3IiOnsiJGlkIjoiMjQ1Ny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NDU4IiwiVG9wIjowLjAsIkxlZnQiOjAuMCwiUmlnaHQiOjAuMCwiQm90dG9tIjowLjB9LCJQYWRkaW5nIjp7IiRpZCI6IjI0NTkiLCJUb3AiOjAuMCwiTGVmdCI6MC4wLCJSaWdodCI6MC4wLCJCb3R0b20iOjAuMH0sIkJhY2tncm91bmQiOnsiJGlkIjoiMjQ2MCIsIkNvbG9yIjp7IiRpZCI6IjI0NjEiLCJBIjo4OSwiUiI6MCwiRyI6MCwiQiI6MH19LCJJc1Zpc2libGUiOnRydWUsIldpZHRoIjowLjAsIkhlaWdodCI6MC4wLCJCb3JkZXJTdHlsZSI6eyIkaWQiOiIyNDYyIiwiTGluZUNvbG9yIjpudWxsLCJMaW5lV2VpZ2h0IjowLjAsIkxpbmVUeXBlIjowLCJQYXJlbnRTdHlsZSI6bnVsbH0sIlBhcmVudFN0eWxlIjpudWxsfSwiRGF0ZVN0eWxlIjp7IiRpZCI6IjI0NjMiLCJGb250U2V0dGluZ3MiOnsiJGlkIjoiMjQ2NCIsIkZvbnRTaXplIjo5LCJGb250TmFtZSI6IkNhbGlicmkiLCJJc0JvbGQiOmZhbHNlLCJJc0l0YWxpYyI6ZmFsc2UsIklzVW5kZXJsaW5lZCI6ZmFsc2UsIlBhcmVudFN0eWxlIjpudWxsfSwiQXV0b1NpemUiOjAsIkZvcmVncm91bmQiOnsiJGlkIjoiMjQ2NSIsIkNvbG9yIjp7IiRpZCI6IjI0NjY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I0NjciLCJUb3AiOjAuMCwiTGVmdCI6MC4wLCJSaWdodCI6MC4wLCJCb3R0b20iOjAuMH0sIlBhZGRpbmciOnsiJGlkIjoiMjQ2OCIsIlRvcCI6MC4wLCJMZWZ0IjowLjAsIlJpZ2h0IjowLjAsIkJvdHRvbSI6MC4wfSwiQmFja2dyb3VuZCI6eyIkaWQiOiIyNDY5IiwiQ29sb3IiOnsiJGlkIjoiMjQ3MCIsIkEiOjg5LCJSIjowLCJHIjowLCJCIjowfX0sIklzVmlzaWJsZSI6dHJ1ZSwiV2lkdGgiOjAuMCwiSGVpZ2h0IjowLjAsIkJvcmRlclN0eWxlIjp7IiRpZCI6IjI0NzEiLCJMaW5lQ29sb3IiOm51bGwsIkxpbmVXZWlnaHQiOjAuMCwiTGluZVR5cGUiOjAsIlBhcmVudFN0eWxlIjpudWxsfSwiUGFyZW50U3R5bGUiOm51bGx9LCJEYXRlRm9ybWF0Ijp7IiRpZCI6IjI0NzIiLCJGb3JtYXRTdHJpbmciOiJ5eXl5L01NTSIsIlNlcGFyYXRvciI6Ii8iLCJVc2VJbnRlcm5hdGlvbmFsRGF0ZUZvcm1hdCI6ZmFsc2UsIkRhdGVJc1Zpc2libGUiOnRydWUsIlRpbWVJc1Zpc2libGUiOmZhbHNlLCJIb3VyRGlnaXRzIjoxLCJBbVBtRGVzaWduYXRvciI6MiwiVHJpbTAwTWludXRlcyI6ZmFsc2UsIkxhc3RLbm93blZpc2liaWxpdHlTdGF0ZSI6eyIkaWQiOiIyNDczIiwiRGF0ZVBhcnRJc1Zpc2libGUiOnRydWUsIlRpbWVQYXJ0SXNWaXNpYmxlIjpmYWxzZX19LCJXZWVrTnVtYmVyaW5nIjp7IiRpZCI6IjI0NzQiLCJGb3JtYXQiOjAsIklzVmlzaWJsZSI6ZmFsc2UsIkxhc3RLbm93blZpc2liaWxpdHlTdGF0ZSI6ZmFsc2V9LCJJc1Zpc2libGUiOnRydWUsIlBhcmVudFN0eWxlIjpudWxsfSwiRGVmYXVsdFRhc2tTdHlsZSI6eyIkaWQiOiIyNDc1IiwiU2hhcGUiOjcsIlNoYXBlVGhpY2tuZXNzIjowLCJEdXJhdGlvbkZvcm1hdCI6NSwiSW5jbHVkZU5vbldvcmtpbmdEYXlzSW5EdXJhdGlvbiI6ZmFsc2UsIlBlcmNlbnRhZ2VDb21wbGV0ZVN0eWxlIjp7IiRpZCI6IjI0NzYiLCJGb250U2V0dGluZ3MiOnsiJGlkIjoiMjQ3NyIsIkZvbnRTaXplIjoxMCwiRm9udE5hbWUiOiJDYWxpYnJpIiwiSXNCb2xkIjpmYWxzZSwiSXNJdGFsaWMiOmZhbHNlLCJJc1VuZGVybGluZWQiOmZhbHNlLCJQYXJlbnRTdHlsZSI6bnVsbH0sIkF1dG9TaXplIjowLCJGb3JlZ3JvdW5kIjp7IiRpZCI6IjI0NzgiLCJDb2xvciI6eyIkaWQiOiIyNDc5IiwiQSI6MjU1LCJSIjoyMzgsIkciOjIzNiwiQiI6MjI1fX0sIk1heFdpZHRoIjoyMDAuMCwiTWF4SGVpZ2h0IjoiSW5maW5pdHkiLCJTbWFydEZvcmVncm91bmRJc0FjdGl2ZSI6ZmFsc2UsIkhvcml6b250YWxBbGlnbm1lbnQiOjEsIlZlcnRpY2FsQWxpZ25tZW50IjowLCJTbWFydEZvcmVncm91bmQiOm51bGwsIkJhY2tncm91bmRGaWxsVHlwZSI6MCwiTWFyZ2luIjp7IiRpZCI6IjI0ODAiLCJUb3AiOjAuMCwiTGVmdCI6MC4wLCJSaWdodCI6MC4wLCJCb3R0b20iOjAuMH0sIlBhZGRpbmciOnsiJGlkIjoiMjQ4MSIsIlRvcCI6MC4wLCJMZWZ0IjowLjAsIlJpZ2h0IjowLjAsIkJvdHRvbSI6MC4wfSwiQmFja2dyb3VuZCI6eyIkaWQiOiIyNDgyIiwiQ29sb3IiOnsiJGlkIjoiMjQ4MyIsIkEiOjg5LCJSIjowLCJHIjowLCJCIjowfX0sIklzVmlzaWJsZSI6dHJ1ZSwiV2lkdGgiOjAuMCwiSGVpZ2h0IjowLjAsIkJvcmRlclN0eWxlIjp7IiRpZCI6IjI0ODQiLCJMaW5lQ29sb3IiOm51bGwsIkxpbmVXZWlnaHQiOjAuMCwiTGluZVR5cGUiOjAsIlBhcmVudFN0eWxlIjpudWxsfSwiUGFyZW50U3R5bGUiOm51bGx9LCJEdXJhdGlvblN0eWxlIjp7IiRpZCI6IjI0ODUiLCJGb250U2V0dGluZ3MiOnsiJGlkIjoiMjQ4NiIsIkZvbnRTaXplIjoxMCwiRm9udE5hbWUiOiJDYWxpYnJpIiwiSXNCb2xkIjpmYWxzZSwiSXNJdGFsaWMiOmZhbHNlLCJJc1VuZGVybGluZWQiOmZhbHNlLCJQYXJlbnRTdHlsZSI6bnVsbH0sIkF1dG9TaXplIjowLCJGb3JlZ3JvdW5kIjp7IiRpZCI6IjI0ODciLCJDb2xvciI6eyIkaWQiOiIyNDg4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Q4OSIsIlRvcCI6MC4wLCJMZWZ0IjowLjAsIlJpZ2h0IjowLjAsIkJvdHRvbSI6MC4wfSwiUGFkZGluZyI6eyIkaWQiOiIyNDkwIiwiVG9wIjowLjAsIkxlZnQiOjAuMCwiUmlnaHQiOjAuMCwiQm90dG9tIjowLjB9LCJCYWNrZ3JvdW5kIjp7IiRpZCI6IjI0OTEiLCJDb2xvciI6eyIkaWQiOiIyNDkyIiwiQSI6ODksIlIiOjAsIkciOjAsIkIiOjB9fSwiSXNWaXNpYmxlIjp0cnVlLCJXaWR0aCI6MC4wLCJIZWlnaHQiOjAuMCwiQm9yZGVyU3R5bGUiOnsiJGlkIjoiMjQ5MyIsIkxpbmVDb2xvciI6bnVsbCwiTGluZVdlaWdodCI6MC4wLCJMaW5lVHlwZSI6MCwiUGFyZW50U3R5bGUiOm51bGx9LCJQYXJlbnRTdHlsZSI6bnVsbH0sIkhvcml6b250YWxDb25uZWN0b3JTdHlsZSI6eyIkaWQiOiIyNDk0IiwiTGluZUNvbG9yIjp7IiRpZCI6IjI0OTUiLCIkdHlwZSI6Ik5MUkUuQ29tbW9uLkRvbS5Tb2xpZENvbG9yQnJ1c2gsIE5MUkUuQ29tbW9uIiwiQ29sb3IiOnsiJGlkIjoiMjQ5NiIsIkEiOjI1NSwiUiI6MjA0LCJHIjoyMDQsIkIiOjIwNH19LCJMaW5lV2VpZ2h0IjoxLjAsIkxpbmVUeXBlIjowLCJQYXJlbnRTdHlsZSI6bnVsbH0sIlZlcnRpY2FsQ29ubmVjdG9yU3R5bGUiOnsiJGlkIjoiMjQ5NyIsIkxpbmVDb2xvciI6eyIkaWQiOiIyNDk4IiwiJHR5cGUiOiJOTFJFLkNvbW1vbi5Eb20uU29saWRDb2xvckJydXNoLCBOTFJFLkNvbW1vbiIsIkNvbG9yIjp7IiRpZCI6IjI0OTkiLCJBIjoyNTUsIlIiOjIwNCwiRyI6MjA0LCJCIjoyMDR9fSwiTGluZVdlaWdodCI6MC4wLCJMaW5lVHlwZSI6MCwiUGFyZW50U3R5bGUiOm51bGx9LCJNYXJnaW4iOm51bGwsIlN0YXJ0RGF0ZVBvc2l0aW9uIjo2LCJFbmREYXRlUG9zaXRpb24iOjYsIkRhdGVJc1Zpc2libGUiOmZhbHNlLCJUaXRsZVBvc2l0aW9uIjo1LCJEdXJhdGlvblBvc2l0aW9uIjo2LCJQZXJjZW50YWdlQ29tcGxldGVkUG9zaXRpb24iOjIsIlNwYWNpbmciOjMsIklzQmVsb3dUaW1lYmFuZCI6dHJ1ZSwiUGVyY2VudGFnZUNvbXBsZXRlU2hhcGVPcGFjaXR5IjozNSwiQmFzZWxpbmVTdHlsZSI6eyIkaWQiOiIyNTAwIiwiU2hhcGVTdHlsZSI6eyIkaWQiOiIyNTAxIiwiTWFyZ2luIjp7IiRpZCI6IjI1MDIiLCJUb3AiOjAuMCwiTGVmdCI6MC4wLCJSaWdodCI6MC4wLCJCb3R0b20iOjAuMH0sIlBhZGRpbmciOnsiJGlkIjoiMjUwMyIsIlRvcCI6MC4wLCJMZWZ0IjowLjAsIlJpZ2h0IjowLjAsIkJvdHRvbSI6MC4wfSwiQmFja2dyb3VuZCI6eyIkaWQiOiIyNTA0IiwiQ29sb3IiOnsiJGlkIjoiMjUwNSIsIkEiOjE1MywiUiI6MCwiRyI6MCwiQiI6MH19LCJJc1Zpc2libGUiOnRydWUsIldpZHRoIjowLjAsIkhlaWdodCI6MC4wLCJCb3JkZXJTdHlsZSI6eyIkaWQiOiIyNTA2IiwiTGluZUNvbG9yIjp7IiRpZCI6IjI1MDciLCIkdHlwZSI6Ik5MUkUuQ29tbW9uLkRvbS5Tb2xpZENvbG9yQnJ1c2gsIE5MUkUuQ29tbW9uIiwiQ29sb3IiOnsiJGlkIjoiMjUwOCIsIkEiOjI1NSwiUiI6MjU1LCJHIjowLCJCIjowfX0sIkxpbmVXZWlnaHQiOjAuMCwiTGluZVR5cGUiOjAsIlBhcmVudFN0eWxlIjpudWxsfSwiUGFyZW50U3R5bGUiOm51bGx9LCJNYXJnaW4iOnsiJGlkIjoiMjUwOSIsIlRvcCI6MC4wLCJMZWZ0IjowLjAsIlJpZ2h0IjowLjAsIkJvdHRvbSI6MC4wfSwiUGFkZGluZyI6eyIkaWQiOiIyNTEwIiwiVG9wIjowLjAsIkxlZnQiOjAuMCwiUmlnaHQiOjAuMCwiQm90dG9tIjowLjB9LCJCYWNrZ3JvdW5kIjpudWxsLCJJc1Zpc2libGUiOnRydWUsIldpZHRoIjowLjAsIkhlaWdodCI6MC4wLCJCb3JkZXJTdHlsZSI6bnVsbCwiUGFyZW50U3R5bGUiOm51bGx9LCJTaGFwZVN0eWxlIjp7IiRpZCI6IjI1MTEiLCJNYXJnaW4iOnsiJGlkIjoiMjUxMiIsIlRvcCI6MC4wLCJMZWZ0Ijo0LjAsIlJpZ2h0Ijo0LjAsIkJvdHRvbSI6MC4wfSwiUGFkZGluZyI6eyIkaWQiOiIyNTEzIiwiVG9wIjowLjAsIkxlZnQiOjAuMCwiUmlnaHQiOjAuMCwiQm90dG9tIjowLjB9LCJCYWNrZ3JvdW5kIjp7IiRpZCI6IjI1MTQiLCJDb2xvciI6eyIkaWQiOiIyNTE1IiwiQSI6MjU1LCJSIjoyNTUsIkciOjE5MiwiQiI6MH19LCJJc1Zpc2libGUiOnRydWUsIldpZHRoIjowLjAsIkhlaWdodCI6MTAuMCwiQm9yZGVyU3R5bGUiOnsiJGlkIjoiMjUxNiIsIkxpbmVDb2xvciI6eyIkaWQiOiIyNTE3IiwiJHR5cGUiOiJOTFJFLkNvbW1vbi5Eb20uU29saWRDb2xvckJydXNoLCBOTFJFLkNvbW1vbiIsIkNvbG9yIjp7IiRpZCI6IjI1MTgiLCJBIjoyNTUsIlIiOjIzNCwiRyI6MjIsIkIiOjMwfX0sIkxpbmVXZWlnaHQiOjAuMCwiTGluZVR5cGUiOjAsIlBhcmVudFN0eWxlIjpudWxsfSwiUGFyZW50U3R5bGUiOm51bGx9LCJUaXRsZVN0eWxlIjp7IiRpZCI6IjI1MTkiLCJGb250U2V0dGluZ3MiOnsiJGlkIjoiMjUyMCIsIkZvbnRTaXplIjo5LCJGb250TmFtZSI6IkNhbGlicmkiLCJJc0JvbGQiOnRydWUsIklzSXRhbGljIjpmYWxzZSwiSXNVbmRlcmxpbmVkIjpmYWxzZSwiUGFyZW50U3R5bGUiOm51bGx9LCJBdXRvU2l6ZSI6MCwiRm9yZWdyb3VuZCI6eyIkaWQiOiIyNTIxIiwiQ29sb3IiOnsiJGlkIjoiMjUyMi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yNTIzIiwiVG9wIjowLjAsIkxlZnQiOjAuMCwiUmlnaHQiOjAuMCwiQm90dG9tIjowLjB9LCJQYWRkaW5nIjp7IiRpZCI6IjI1MjQiLCJUb3AiOjAuMCwiTGVmdCI6MC4wLCJSaWdodCI6MC4wLCJCb3R0b20iOjAuMH0sIkJhY2tncm91bmQiOnsiJGlkIjoiMjUyNSIsIkNvbG9yIjp7IiRpZCI6IjI1MjYiLCJBIjo4OSwiUiI6MCwiRyI6MCwiQiI6MH19LCJJc1Zpc2libGUiOnRydWUsIldpZHRoIjowLjAsIkhlaWdodCI6MC4wLCJCb3JkZXJTdHlsZSI6eyIkaWQiOiIyNTI3IiwiTGluZUNvbG9yIjpudWxsLCJMaW5lV2VpZ2h0IjowLjAsIkxpbmVUeXBlIjowLCJQYXJlbnRTdHlsZSI6bnVsbH0sIlBhcmVudFN0eWxlIjpudWxsfSwiRGF0ZVN0eWxlIjp7IiRpZCI6IjI1MjgiLCJGb250U2V0dGluZ3MiOnsiJGlkIjoiMjUyOSIsIkZvbnRTaXplIjoxMCwiRm9udE5hbWUiOiJDYWxpYnJpIiwiSXNCb2xkIjpmYWxzZSwiSXNJdGFsaWMiOmZhbHNlLCJJc1VuZGVybGluZWQiOmZhbHNlLCJQYXJlbnRTdHlsZSI6bnVsbH0sIkF1dG9TaXplIjowLCJGb3JlZ3JvdW5kIjp7IiRpZCI6IjI1MzAiLCJDb2xvciI6eyIkaWQiOiIyNTM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NTMyIiwiVG9wIjowLjAsIkxlZnQiOjAuMCwiUmlnaHQiOjAuMCwiQm90dG9tIjowLjB9LCJQYWRkaW5nIjp7IiRpZCI6IjI1MzMiLCJUb3AiOjAuMCwiTGVmdCI6MC4wLCJSaWdodCI6MC4wLCJCb3R0b20iOjAuMH0sIkJhY2tncm91bmQiOnsiJGlkIjoiMjUzNCIsIkNvbG9yIjp7IiRpZCI6IjI1MzUiLCJBIjo4OSwiUiI6MCwiRyI6MCwiQiI6MH19LCJJc1Zpc2libGUiOnRydWUsIldpZHRoIjowLjAsIkhlaWdodCI6MC4wLCJCb3JkZXJTdHlsZSI6eyIkaWQiOiIyNTM2IiwiTGluZUNvbG9yIjpudWxsLCJMaW5lV2VpZ2h0IjowLjAsIkxpbmVUeXBlIjowLCJQYXJlbnRTdHlsZSI6bnVsbH0sIlBhcmVudFN0eWxlIjpudWxsfSwiRGF0ZUZvcm1hdCI6eyIkaWQiOiIyNTM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1MzgiLCJGb3JtYXQiOjAsIklzVmlzaWJsZSI6ZmFsc2UsIkxhc3RLbm93blZpc2liaWxpdHlTdGF0ZSI6ZmFsc2V9LCJJc1Zpc2libGUiOnRydWUsIlBhcmVudFN0eWxlIjpudWxsLCJfZXhwbGljaXRseVNldCI6eyIkaWQiOiIyNTM5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pbGVzdG9uZVN0eWxlIjpudWxsLCJHcmlkbGluZVBhbmVsU3R5bGUiOnsiJGlkIjoiMjU0MCIsIkdyaWRsaW5lU3R5bGUiOnsiJGlkIjoiMjU0MSIsIkxpbmVDb2xvciI6eyIkaWQiOiIyNTQyIiwiJHR5cGUiOiJOTFJFLkNvbW1vbi5Eb20uU29saWRDb2xvckJydXNoLCBOTFJFLkNvbW1vbiIsIkNvbG9yIjp7IiRpZCI6IjI1NDMiLCJBIjozOCwiUiI6MTE1LCJHIjoxMTUsIkIiOjExNX19LCJMaW5lV2VpZ2h0IjoxLjAsIkxpbmVUeXBlIjowLCJQYXJlbnRTdHlsZSI6bnVsbH0sIk1hcmdpbiI6eyIkaWQiOiIyNTQ0IiwiVG9wIjowLjAsIkxlZnQiOjAuMCwiUmlnaHQiOjAuMCwiQm90dG9tIjowLjB9LCJQYWRkaW5nIjp7IiRpZCI6IjI1NDUiLCJUb3AiOjAuMCwiTGVmdCI6MC4wLCJSaWdodCI6MC4wLCJCb3R0b20iOjAuMH0sIkJhY2tncm91bmQiOm51bGwsIklzVmlzaWJsZSI6dHJ1ZSwiV2lkdGgiOjAuMCwiSGVpZ2h0IjowLjAsIkJvcmRlclN0eWxlIjp7IiRpZCI6IjI1NDYiLCJMaW5lQ29sb3IiOm51bGwsIkxpbmVXZWlnaHQiOjAuMCwiTGluZVR5cGUiOjAsIlBhcmVudFN0eWxlIjpudWxsfSwiUGFyZW50U3R5bGUiOm51bGx9LCJBY3Rpdml0eUxpbmVQYW5lbFN0eWxlIjp7IiRpZCI6IjI1NDciLCJBY3Rpdml0eUxpbmVTdHlsZSI6eyIkaWQiOiIyNTQ4IiwiTGluZUNvbG9yIjp7IiRpZCI6IjI1NDkiLCIkdHlwZSI6Ik5MUkUuQ29tbW9uLkRvbS5Tb2xpZENvbG9yQnJ1c2gsIE5MUkUuQ29tbW9uIiwiQ29sb3IiOnsiJGlkIjoiMjU1MCIsIkEiOjM4LCJSIjo2OCwiRyI6MTE0LCJCIjoxOTZ9fSwiTGluZVdlaWdodCI6MS4wLCJMaW5lVHlwZSI6MCwiUGFyZW50U3R5bGUiOm51bGx9LCJNYXJnaW4iOnsiJGlkIjoiMjU1MSIsIlRvcCI6MC4wLCJMZWZ0IjowLjAsIlJpZ2h0IjowLjAsIkJvdHRvbSI6MC4wfSwiUGFkZGluZyI6eyIkaWQiOiIyNTUyIiwiVG9wIjowLjAsIkxlZnQiOjAuMCwiUmlnaHQiOjAuMCwiQm90dG9tIjowLjB9LCJCYWNrZ3JvdW5kIjpudWxsLCJJc1Zpc2libGUiOnRydWUsIldpZHRoIjowLjAsIkhlaWdodCI6MC4wLCJCb3JkZXJTdHlsZSI6eyIkaWQiOiIyNTUzIiwiTGluZUNvbG9yIjpudWxsLCJMaW5lV2VpZ2h0IjowLjAsIkxpbmVUeXBlIjowLCJQYXJlbnRTdHlsZSI6bnVsbH0sIlBhcmVudFN0eWxlIjpudWxsfSwiX3NlbGVjdGVkVGhlbWVQcmVzZXRDb2xvcnMiOnsiJGlkIjoiMjU1NCIsIlRleHRMaWdodCI6eyIkaWQiOiIyNTU1IiwiQSI6MjU1LCJSIjoyNTUsIkciOjI1NSwiQiI6MjU1fSwiVGV4dERhcmsiOnsiJGlkIjoiMjU1NiIsIkEiOjI1NSwiUiI6MCwiRyI6MCwiQiI6MH0sIkFjY2VudDEiOnsiJGlkIjoiMjU1NyIsIkEiOjI1NSwiUiI6MjU1LCJHIjoyNTUsIkIiOjI1NX0sIkFjY2VudDIiOnsiJGlkIjoiMjU1OCIsIkEiOjI1NSwiUiI6NjQsIkciOjY0LCJCIjo2NH0sIkFjY2VudDMiOnsiJGlkIjoiMjU1OSIsIkEiOjI1NSwiUiI6MjU1LCJHIjoxOTIsIkIiOjB9LCJBY2NlbnQ0Ijp7IiRpZCI6IjI1NjAiLCJBIjoyNTUsIlIiOjIzNywiRyI6MTI1LCJCIjo0OX0sIkFjY2VudDUiOnsiJGlkIjoiMjU2MSIsIkEiOjI1NSwiUiI6MTEyLCJHIjoxNzMsIkIiOjcxfSwiQWNjZW50NiI6eyIkaWQiOiIyNTYyIiwiQSI6MjU1LCJSIjo2OCwiRyI6MTE0LCJCIjoxOTZ9LCJBY2NlbnQ3Ijp7IiRpZCI6IjI1NjMiLCJBIjoyNTUsIlIiOjE2MCwiRyI6NDMsIkIiOjE0N30sIkFjY2VudDgiOnsiJGlkIjoiMjU2NCIsIkEiOjI1NSwiUiI6NzgsIkciOjE2NywiQiI6NDZ9fSwiU2hvd0VsYXBzZWRUaW1lR3JhZGllbnRTdHlsZSI6ZmFsc2UsIlRpbWViYW5kUmVzZXJ2ZWRMZWZ0QXJlYVN0eWxlIjp7IiRpZCI6IjI1NjUiLCJBY3Rpdml0eUhlYWRlcldpZHRoIjowLjAsIklzU2V0IjpmYWxzZX0sIkRlZmF1bHRTd2ltbGFuZVN0eWxlIjpudWxsLCJEZWZhdWx0U3dpbWxhbmVWMlN0eWxlIjp7IiRpZCI6IjI1NjYiLCJTdHlsZUlkIjoiMDAwMDAwMDAtMDAwMC0wMDAwLTAwMDAtMDAwMDAwMDAwMDAwIiwiSGVhZGVyU3R5bGUiOnsiJGlkIjoiMjU2NyIsIlRleHRJc1ZlcnRpY2FsIjpmYWxzZSwiVGV4dFN0eWxlIjp7IiRpZCI6IjI1NjgiLCJGb250U2V0dGluZ3MiOnsiJGlkIjoiMjU2OSIsIkZvbnRTaXplIjoxMiwiRm9udE5hbWUiOiJDYWxpYnJpIiwiSXNCb2xkIjp0cnVlLCJJc0l0YWxpYyI6ZmFsc2UsIklzVW5kZXJsaW5lZCI6ZmFsc2UsIlBhcmVudFN0eWxlIjpudWxsfSwiQXV0b1NpemUiOjAsIkZvcmVncm91bmQiOnsiJGlkIjoiMjU3MCIsIkNvbG9yIjp7IiRpZCI6IjI1NzEiLCJBIjoyNTUsIlIiOjI1NSwiRyI6MjU1LCJCIjoyNTV9fSwiTWF4V2lkdGgiOjAuMCwiTWF4SGVpZ2h0IjowLjAsIlNtYXJ0Rm9yZWdyb3VuZElzQWN0aXZlIjpmYWxzZSwiSG9yaXpvbnRhbEFsaWdubWVudCI6MCwiVmVydGljYWxBbGlnbm1lbnQiOjAsIlNtYXJ0Rm9yZWdyb3VuZCI6bnVsbCwiQmFja2dyb3VuZEZpbGxUeXBlIjowLCJNYXJnaW4iOnsiJGlkIjoiMjU3MiIsIlRvcCI6MC4wLCJMZWZ0IjowLjAsIlJpZ2h0IjowLjAsIkJvdHRvbSI6MC4wfSwiUGFkZGluZyI6eyIkaWQiOiIyNTczIiwiVG9wIjowLjAsIkxlZnQiOjAuMCwiUmlnaHQiOjAuMCwiQm90dG9tIjowLjB9LCJCYWNrZ3JvdW5kIjpudWxsLCJJc1Zpc2libGUiOmZhbHNlLCJXaWR0aCI6MC4wLCJIZWlnaHQiOjAuMCwiQm9yZGVyU3R5bGUiOm51bGwsIlBhcmVudFN0eWxlIjpudWxsfSwiUmVjdGFuZ2xlU3R5bGUiOnsiJGlkIjoiMjU3NCIsIk1hcmdpbiI6eyIkaWQiOiIyNTc1IiwiVG9wIjowLjAsIkxlZnQiOjAuMCwiUmlnaHQiOjAuMCwiQm90dG9tIjowLjB9LCJQYWRkaW5nIjp7IiRpZCI6IjI1NzYiLCJUb3AiOjAuMCwiTGVmdCI6MC4wLCJSaWdodCI6MC4wLCJCb3R0b20iOjAuMH0sIkJhY2tncm91bmQiOnsiJGlkIjoiMjU3NyIsIkNvbG9yIjp7IiRpZCI6IjI1NzgiLCJBIjoyNTUsIlIiOjI1NSwiRyI6MTkyLCJCIjowfX0sIklzVmlzaWJsZSI6ZmFsc2UsIldpZHRoIjowLjAsIkhlaWdodCI6MC4wLCJCb3JkZXJTdHlsZSI6eyIkaWQiOiIyNTc5IiwiTGluZUNvbG9yIjp7IiRpZCI6IjI1ODAiLCIkdHlwZSI6Ik5MUkUuQ29tbW9uLkRvbS5Tb2xpZENvbG9yQnJ1c2gsIE5MUkUuQ29tbW9uIiwiQ29sb3IiOnsiJGlkIjoiMjU4MSIsIkEiOjI1NSwiUiI6MjIsIkciOjI4LCJCIjozNX19LCJMaW5lV2VpZ2h0IjowLjAsIkxpbmVUeXBlIjowLCJQYXJlbnRTdHlsZSI6bnVsbH0sIlBhcmVudFN0eWxlIjpudWxsfSwiTWFyZ2luIjp7IiRpZCI6IjI1ODIiLCJUb3AiOjAuMCwiTGVmdCI6MC4wLCJSaWdodCI6MC4wLCJCb3R0b20iOjAuMH0sIlBhZGRpbmciOnsiJGlkIjoiMjU4MyIsIlRvcCI6MC4wLCJMZWZ0IjowLjAsIlJpZ2h0IjowLjAsIkJvdHRvbSI6MC4wfSwiQmFja2dyb3VuZCI6bnVsbCwiSXNWaXNpYmxlIjp0cnVlLCJXaWR0aCI6MC4wLCJIZWlnaHQiOjAuMCwiQm9yZGVyU3R5bGUiOm51bGwsIlBhcmVudFN0eWxlIjpudWxsfSwiQmFja2dyb3VuZFN0eWxlIjp7IiRpZCI6IjI1ODQiLCJNYXJnaW4iOnsiJGlkIjoiMjU4NSIsIlRvcCI6MC4wLCJMZWZ0IjowLjAsIlJpZ2h0IjowLjAsIkJvdHRvbSI6MC4wfSwiUGFkZGluZyI6eyIkaWQiOiIyNTg2IiwiVG9wIjowLjAsIkxlZnQiOjAuMCwiUmlnaHQiOjAuMCwiQm90dG9tIjowLjB9LCJCYWNrZ3JvdW5kIjp7IiRpZCI6IjI1ODciLCJDb2xvciI6eyIkaWQiOiIyNTg4IiwiQSI6MzgsIlIiOjI1NSwiRyI6MTkyLCJCIjowfX0sIklzVmlzaWJsZSI6dHJ1ZSwiV2lkdGgiOjAuMCwiSGVpZ2h0IjowLjAsIkJvcmRlclN0eWxlIjp7IiRpZCI6IjI1ODkiLCJMaW5lQ29sb3IiOnsiJGlkIjoiMjU5MCIsIiR0eXBlIjoiTkxSRS5Db21tb24uRG9tLlNvbGlkQ29sb3JCcnVzaCwgTkxSRS5Db21tb24iLCJDb2xvciI6eyIkaWQiOiIyNTkxIiwiQSI6MjU1LCJSIjoyMzQsIkciOjIyLCJCIjozMH19LCJMaW5lV2VpZ2h0IjowLjAsIkxpbmVUeXBlIjowLCJQYXJlbnRTdHlsZSI6bnVsbH0sIlBhcmVudFN0eWxlIjpudWxsfSwiSXNBYm92ZVRpbWViYW5kIjpmYWxzZSwiU3BhY2luZyI6MiwiRGVmYXVsdFN3aW1sYW5lVGFza1N0eWxlIjp7IiRpZCI6IjI1OTIiLCIkdHlwZSI6Ik5MUkUuQ29tbW9uLkRvbS5TdHlsZXMuRXhwbGljaXRTZXRhYmxlVGFza1N0eWxlLCBOTFJFLkNvbW1vbiIsIlNoYXBlIjo3LCJTaGFwZVRoaWNrbmVzcyI6MCwiRHVyYXRpb25Gb3JtYXQiOjAsIkluY2x1ZGVOb25Xb3JraW5nRGF5c0luRHVyYXRpb24iOmZhbHNlLCJQZXJjZW50YWdlQ29tcGxldGVTdHlsZSI6eyIkaWQiOiIyNTkzIiwiRm9udFNldHRpbmdzIjp7IiRpZCI6IjI1OTQiLCJGb250U2l6ZSI6MTAsIkZvbnROYW1lIjoiQ2FsaWJyaSIsIklzQm9sZCI6dHJ1ZSwiSXNJdGFsaWMiOmZhbHNlLCJJc1VuZGVybGluZWQiOmZhbHNlLCJQYXJlbnRTdHlsZSI6bnVsbH0sIkF1dG9TaXplIjowLCJGb3JlZ3JvdW5kIjp7IiRpZCI6IjI1OTUiLCJDb2xvciI6eyIkaWQiOiIyNTk2IiwiQSI6MjU1LCJSIjoxMjcsIkciOjk2LCJCIjowfX0sIk1heFdpZHRoIjoyMDAuMCwiTWF4SGVpZ2h0IjoiSW5maW5pdHkiLCJTbWFydEZvcmVncm91bmRJc0FjdGl2ZSI6ZmFsc2UsIkhvcml6b250YWxBbGlnbm1lbnQiOjAsIlZlcnRpY2FsQWxpZ25tZW50IjowLCJTbWFydEZvcmVncm91bmQiOm51bGwsIkJhY2tncm91bmRGaWxsVHlwZSI6MCwiTWFyZ2luIjp7IiRpZCI6IjI1OTciLCJUb3AiOjAuMCwiTGVmdCI6MC4wLCJSaWdodCI6MC4wLCJCb3R0b20iOjAuMH0sIlBhZGRpbmciOnsiJGlkIjoiMjU5OCIsIlRvcCI6MC4wLCJMZWZ0IjowLjAsIlJpZ2h0IjowLjAsIkJvdHRvbSI6MC4wfSwiQmFja2dyb3VuZCI6eyIkaWQiOiIyNTk5IiwiQ29sb3IiOnsiJGlkIjoiMjYwMCIsIkEiOjg5LCJSIjowLCJHIjowLCJCIjowfX0sIklzVmlzaWJsZSI6dHJ1ZSwiV2lkdGgiOjAuMCwiSGVpZ2h0IjowLjAsIkJvcmRlclN0eWxlIjp7IiRpZCI6IjI2MDEiLCJMaW5lQ29sb3IiOm51bGwsIkxpbmVXZWlnaHQiOjAuMCwiTGluZVR5cGUiOjAsIlBhcmVudFN0eWxlIjpudWxsfSwiUGFyZW50U3R5bGUiOm51bGx9LCJEdXJhdGlvblN0eWxlIjp7IiRpZCI6IjI2MDIiLCJGb250U2V0dGluZ3MiOnsiJGlkIjoiMjYwMyIsIkZvbnRTaXplIjoxMCwiRm9udE5hbWUiOiJDYWxpYnJpIiwiSXNCb2xkIjpmYWxzZSwiSXNJdGFsaWMiOmZhbHNlLCJJc1VuZGVybGluZWQiOmZhbHNlLCJQYXJlbnRTdHlsZSI6bnVsbH0sIkF1dG9TaXplIjowLCJGb3JlZ3JvdW5kIjp7IiRpZCI6IjI2MDQiLCJDb2xvciI6eyIkaWQiOiIyNjA1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YwNiIsIlRvcCI6MC4wLCJMZWZ0IjowLjAsIlJpZ2h0IjowLjAsIkJvdHRvbSI6MC4wfSwiUGFkZGluZyI6eyIkaWQiOiIyNjA3IiwiVG9wIjowLjAsIkxlZnQiOjAuMCwiUmlnaHQiOjAuMCwiQm90dG9tIjowLjB9LCJCYWNrZ3JvdW5kIjp7IiRpZCI6IjI2MDgiLCJDb2xvciI6eyIkaWQiOiIyNjA5IiwiQSI6ODksIlIiOjAsIkciOjAsIkIiOjB9fSwiSXNWaXNpYmxlIjp0cnVlLCJXaWR0aCI6MC4wLCJIZWlnaHQiOjAuMCwiQm9yZGVyU3R5bGUiOnsiJGlkIjoiMjYxMCIsIkxpbmVDb2xvciI6bnVsbCwiTGluZVdlaWdodCI6MC4wLCJMaW5lVHlwZSI6MCwiUGFyZW50U3R5bGUiOm51bGx9LCJQYXJlbnRTdHlsZSI6bnVsbH0sIkhvcml6b250YWxDb25uZWN0b3JTdHlsZSI6eyIkaWQiOiIyNjExIiwiTGluZUNvbG9yIjp7IiRpZCI6IjI2MTIiLCIkdHlwZSI6Ik5MUkUuQ29tbW9uLkRvbS5Tb2xpZENvbG9yQnJ1c2gsIE5MUkUuQ29tbW9uIiwiQ29sb3IiOnsiJGlkIjoiMjYxMyIsIkEiOjI1NSwiUiI6MjA0LCJHIjoyMDQsIkIiOjIwNH19LCJMaW5lV2VpZ2h0IjoxLjAsIkxpbmVUeXBlIjowLCJQYXJlbnRTdHlsZSI6bnVsbH0sIlZlcnRpY2FsQ29ubmVjdG9yU3R5bGUiOnsiJGlkIjoiMjYxNCIsIkxpbmVDb2xvciI6eyIkaWQiOiIyNjE1IiwiJHR5cGUiOiJOTFJFLkNvbW1vbi5Eb20uU29saWRDb2xvckJydXNoLCBOTFJFLkNvbW1vbiIsIkNvbG9yIjp7IiRpZCI6IjI2MTY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QsIlNwYWNpbmciOjMsIklzQmVsb3dUaW1lYmFuZCI6dHJ1ZSwiUGVyY2VudGFnZUNvbXBsZXRlU2hhcGVPcGFjaXR5IjozNSwiQmFzZWxpbmVTdHlsZSI6eyIkaWQiOiIyNjE3IiwiU2hhcGVTdHlsZSI6eyIkaWQiOiIyNjE4IiwiTWFyZ2luIjp7IiRpZCI6IjI2MTkiLCJUb3AiOjAuMCwiTGVmdCI6MC4wLCJSaWdodCI6MC4wLCJCb3R0b20iOjAuMH0sIlBhZGRpbmciOnsiJGlkIjoiMjYyMCIsIlRvcCI6MC4wLCJMZWZ0IjowLjAsIlJpZ2h0IjowLjAsIkJvdHRvbSI6MC4wfSwiQmFja2dyb3VuZCI6eyIkaWQiOiIyNjIxIiwiQ29sb3IiOnsiJGlkIjoiMjYyMiIsIkEiOjE1MywiUiI6MCwiRyI6MCwiQiI6MH19LCJJc1Zpc2libGUiOnRydWUsIldpZHRoIjowLjAsIkhlaWdodCI6MC4wLCJCb3JkZXJTdHlsZSI6eyIkaWQiOiIyNjIzIiwiTGluZUNvbG9yIjp7IiRpZCI6IjI2MjQiLCIkdHlwZSI6Ik5MUkUuQ29tbW9uLkRvbS5Tb2xpZENvbG9yQnJ1c2gsIE5MUkUuQ29tbW9uIiwiQ29sb3IiOnsiJGlkIjoiMjYyNSIsIkEiOjI1NSwiUiI6MjU1LCJHIjowLCJCIjowfX0sIkxpbmVXZWlnaHQiOjAuMCwiTGluZVR5cGUiOjAsIlBhcmVudFN0eWxlIjpudWxsfSwiUGFyZW50U3R5bGUiOm51bGx9LCJNYXJnaW4iOnsiJGlkIjoiMjYyNiIsIlRvcCI6MC4wLCJMZWZ0IjowLjAsIlJpZ2h0IjowLjAsIkJvdHRvbSI6MC4wfSwiUGFkZGluZyI6eyIkaWQiOiIyNjI3IiwiVG9wIjowLjAsIkxlZnQiOjAuMCwiUmlnaHQiOjAuMCwiQm90dG9tIjowLjB9LCJCYWNrZ3JvdW5kIjpudWxsLCJJc1Zpc2libGUiOnRydWUsIldpZHRoIjowLjAsIkhlaWdodCI6MC4wLCJCb3JkZXJTdHlsZSI6bnVsbCwiUGFyZW50U3R5bGUiOm51bGx9LCJTaGFwZVN0eWxlIjp7IiRpZCI6IjI2MjgiLCJNYXJnaW4iOnsiJGlkIjoiMjYyOSIsIlRvcCI6MC4wLCJMZWZ0Ijo0LjAsIlJpZ2h0Ijo0LjAsIkJvdHRvbSI6MC4wfSwiUGFkZGluZyI6eyIkaWQiOiIyNjMwIiwiVG9wIjowLjAsIkxlZnQiOjAuMCwiUmlnaHQiOjAuMCwiQm90dG9tIjowLjB9LCJCYWNrZ3JvdW5kIjp7IiRpZCI6IjI2MzEiLCJDb2xvciI6eyIkaWQiOiIyNjMyIiwiQSI6MjU1LCJSIjoyNTUsIkciOjE5MiwiQiI6MH19LCJJc1Zpc2libGUiOnRydWUsIldpZHRoIjowLjAsIkhlaWdodCI6MTMuNDI2NjY2NjY2NjY2Njc3LCJCb3JkZXJTdHlsZSI6eyIkaWQiOiIyNjMzIiwiTGluZUNvbG9yIjp7IiRpZCI6IjI2MzQiLCIkdHlwZSI6Ik5MUkUuQ29tbW9uLkRvbS5Tb2xpZENvbG9yQnJ1c2gsIE5MUkUuQ29tbW9uIiwiQ29sb3IiOnsiJGlkIjoiMjYzNSIsIkEiOjI1NSwiUiI6MjM0LCJHIjoyMiwiQiI6MzB9fSwiTGluZVdlaWdodCI6MC4wLCJMaW5lVHlwZSI6MCwiUGFyZW50U3R5bGUiOm51bGx9LCJQYXJlbnRTdHlsZSI6bnVsbH0sIlRpdGxlU3R5bGUiOnsiJGlkIjoiMjYzNiIsIkZvbnRTZXR0aW5ncyI6eyIkaWQiOiIyNjM3IiwiRm9udFNpemUiOjksIkZvbnROYW1lIjoiQ2FsaWJyaSIsIklzQm9sZCI6dHJ1ZSwiSXNJdGFsaWMiOmZhbHNlLCJJc1VuZGVybGluZWQiOmZhbHNlLCJQYXJlbnRTdHlsZSI6bnVsbH0sIkF1dG9TaXplIjowLCJGb3JlZ3JvdW5kIjp7IiRpZCI6IjI2MzgiLCJDb2xvciI6eyIkaWQiOiIyNjM5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I2NDAiLCJUb3AiOjAuMCwiTGVmdCI6MC4wLCJSaWdodCI6MC4wLCJCb3R0b20iOjAuMH0sIlBhZGRpbmciOnsiJGlkIjoiMjY0MSIsIlRvcCI6MC4wLCJMZWZ0IjowLjAsIlJpZ2h0IjowLjAsIkJvdHRvbSI6MC4wfSwiQmFja2dyb3VuZCI6eyIkaWQiOiIyNjQyIiwiQ29sb3IiOnsiJGlkIjoiMjY0MyIsIkEiOjg5LCJSIjowLCJHIjowLCJCIjowfX0sIklzVmlzaWJsZSI6dHJ1ZSwiV2lkdGgiOjAuMCwiSGVpZ2h0IjowLjAsIkJvcmRlclN0eWxlIjp7IiRpZCI6IjI2NDQiLCJMaW5lQ29sb3IiOm51bGwsIkxpbmVXZWlnaHQiOjAuMCwiTGluZVR5cGUiOjAsIlBhcmVudFN0eWxlIjpudWxsfSwiUGFyZW50U3R5bGUiOm51bGx9LCJEYXRlU3R5bGUiOnsiJGlkIjoiMjY0NSIsIkZvbnRTZXR0aW5ncyI6eyIkaWQiOiIyNjQ2IiwiRm9udFNpemUiOjEwLCJGb250TmFtZSI6IkNhbGlicmkiLCJJc0JvbGQiOmZhbHNlLCJJc0l0YWxpYyI6ZmFsc2UsIklzVW5kZXJsaW5lZCI6ZmFsc2UsIlBhcmVudFN0eWxlIjpudWxsfSwiQXV0b1NpemUiOjAsIkZvcmVncm91bmQiOnsiJGlkIjoiMjY0NyIsIkNvbG9yIjp7IiRpZCI6IjI2NDg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I2NDkiLCJUb3AiOjAuMCwiTGVmdCI6MC4wLCJSaWdodCI6MC4wLCJCb3R0b20iOjAuMH0sIlBhZGRpbmciOnsiJGlkIjoiMjY1MCIsIlRvcCI6MC4wLCJMZWZ0IjowLjAsIlJpZ2h0IjowLjAsIkJvdHRvbSI6MC4wfSwiQmFja2dyb3VuZCI6eyIkaWQiOiIyNjUxIiwiQ29sb3IiOnsiJGlkIjoiMjY1MiIsIkEiOjg5LCJSIjowLCJHIjowLCJCIjowfX0sIklzVmlzaWJsZSI6dHJ1ZSwiV2lkdGgiOjAuMCwiSGVpZ2h0IjowLjAsIkJvcmRlclN0eWxlIjp7IiRpZCI6IjI2NTMiLCJMaW5lQ29sb3IiOm51bGwsIkxpbmVXZWlnaHQiOjAuMCwiTGluZVR5cGUiOjAsIlBhcmVudFN0eWxlIjpudWxsfSwiUGFyZW50U3R5bGUiOm51bGx9LCJEYXRlRm9ybWF0Ijp7IiRpZCI6IjI2NT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Y1NSIsIkZvcm1hdCI6MCwiSXNWaXNpYmxlIjpmYWxzZSwiTGFzdEtub3duVmlzaWJpbGl0eVN0YXRlIjpmYWxzZX0sIklzVmlzaWJsZSI6dHJ1ZSwiUGFyZW50U3R5bGUiOm51bGwsIl9leHBsaWNpdGx5U2V0Ijp7IiRpZCI6IjI2NTY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90U3R5bGUiOnsiJGlkIjoiMjY1NyIsIlNoYXBlIjoxNCwiQ29ubmVjdG9yTWFyZ2luIjp7IiRpZCI6IjI2NTgiLCJUb3AiOjAuMCwiTGVmdCI6Mi4wLCJSaWdodCI6Mi4wLCJCb3R0b20iOjAuMH0sIkNvbm5lY3RvclN0eWxlIjp7IiRpZCI6IjI2NTkiLCJMaW5lQ29sb3IiOnsiJGlkIjoiMjY2MCIsIiR0eXBlIjoiTkxSRS5Db21tb24uRG9tLlNvbGlkQ29sb3JCcnVzaCwgTkxSRS5Db21tb24iLCJDb2xvciI6eyIkaWQiOiIyNjYxIiwiQSI6MTI3LCJSIjo3OSwiRyI6MTI5LCJCIjoxODl9fSwiTGluZVdlaWdodCI6MS4wLCJMaW5lVHlwZSI6MCwiUGFyZW50U3R5bGUiOm51bGx9LCJJc0JlbG93VGltZWJhbmQiOnRydWUsIlBvc2l0aW9uT25UYXNrIjozLCJIaWRlRGF0ZSI6ZmFsc2UsIlNoYXBlU2l6ZSI6MSwiU3BhY2luZyI6MC4wLCJQYWRkaW5nIjp7IiRpZCI6IjI2NjIiLCJUb3AiOjcuMCwiTGVmdCI6My4wLCJSaWdodCI6MC4wLCJCb3R0b20iOjIuMH0sIlNoYXBlU3R5bGUiOnsiJGlkIjoiMjY2MyIsIk1hcmdpbiI6eyIkaWQiOiIyNjY0IiwiVG9wIjowLjAsIkxlZnQiOjAuMCwiUmlnaHQiOjAuMCwiQm90dG9tIjowLjB9LCJQYWRkaW5nIjp7IiRpZCI6IjI2NjUiLCJUb3AiOjAuMCwiTGVmdCI6MC4wLCJSaWdodCI6MC4wLCJCb3R0b20iOjAuMH0sIkJhY2tncm91bmQiOnsiJGlkIjoiMjY2NiIsIkNvbG9yIjp7IiRpZCI6IjI2NjciLCJBIjoyNTUsIlIiOjEyNywiRyI6OTYsIkIiOjB9fSwiSXNWaXNpYmxlIjp0cnVlLCJXaWR0aCI6MTguMCwiSGVpZ2h0IjoyMC4wLCJCb3JkZXJTdHlsZSI6eyIkaWQiOiIyNjY4IiwiTGluZUNvbG9yIjp7IiRpZCI6IjI2NjkiLCIkdHlwZSI6Ik5MUkUuQ29tbW9uLkRvbS5Tb2xpZENvbG9yQnJ1c2gsIE5MUkUuQ29tbW9uIiwiQ29sb3IiOnsiJGlkIjoiMjY3MCIsIkEiOjI1NSwiUiI6MjM0LCJHIjoyMiwiQiI6MzB9fSwiTGluZVdlaWdodCI6MC4wLCJMaW5lVHlwZSI6MCwiUGFyZW50U3R5bGUiOm51bGx9LCJQYXJlbnRTdHlsZSI6bnVsbH0sIlRpdGxlU3R5bGUiOnsiJGlkIjoiMjY3MSIsIkZvbnRTZXR0aW5ncyI6eyIkaWQiOiIyNjcyIiwiRm9udFNpemUiOjksIkZvbnROYW1lIjoiQ2FsaWJyaSIsIklzQm9sZCI6dHJ1ZSwiSXNJdGFsaWMiOmZhbHNlLCJJc1VuZGVybGluZWQiOmZhbHNlLCJQYXJlbnRTdHlsZSI6bnVsbH0sIkF1dG9TaXplIjowLCJGb3JlZ3JvdW5kIjp7IiRpZCI6IjI2NzMiLCJDb2xvciI6eyIkaWQiOiIyNjc0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I2NzUiLCJUb3AiOjAuMCwiTGVmdCI6MC4wLCJSaWdodCI6MC4wLCJCb3R0b20iOjAuMH0sIlBhZGRpbmciOnsiJGlkIjoiMjY3NiIsIlRvcCI6MC4wLCJMZWZ0IjowLjAsIlJpZ2h0IjowLjAsIkJvdHRvbSI6MC4wfSwiQmFja2dyb3VuZCI6eyIkaWQiOiIyNjc3IiwiQ29sb3IiOnsiJGlkIjoiMjY3OCIsIkEiOjg5LCJSIjowLCJHIjowLCJCIjowfX0sIklzVmlzaWJsZSI6ZmFsc2UsIldpZHRoIjowLjAsIkhlaWdodCI6MC4wLCJCb3JkZXJTdHlsZSI6eyIkaWQiOiIyNjc5IiwiTGluZUNvbG9yIjpudWxsLCJMaW5lV2VpZ2h0IjowLjAsIkxpbmVUeXBlIjowLCJQYXJlbnRTdHlsZSI6bnVsbH0sIlBhcmVudFN0eWxlIjpudWxsfSwiRGF0ZVN0eWxlIjp7IiRpZCI6IjI2ODAiLCJGb250U2V0dGluZ3MiOnsiJGlkIjoiMjY4MSIsIkZvbnRTaXplIjo5LCJGb250TmFtZSI6IkNhbGlicmkiLCJJc0JvbGQiOmZhbHNlLCJJc0l0YWxpYyI6ZmFsc2UsIklzVW5kZXJsaW5lZCI6ZmFsc2UsIlBhcmVudFN0eWxlIjpudWxsfSwiQXV0b1NpemUiOjAsIkZvcmVncm91bmQiOnsiJGlkIjoiMjY4MiIsIkNvbG9yIjp7IiRpZCI6IjI2ODM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I2ODQiLCJUb3AiOjAuMCwiTGVmdCI6MC4wLCJSaWdodCI6MC4wLCJCb3R0b20iOjAuMH0sIlBhZGRpbmciOnsiJGlkIjoiMjY4NSIsIlRvcCI6MC4wLCJMZWZ0IjowLjAsIlJpZ2h0IjowLjAsIkJvdHRvbSI6MC4wfSwiQmFja2dyb3VuZCI6eyIkaWQiOiIyNjg2IiwiQ29sb3IiOnsiJGlkIjoiMjY4NyIsIkEiOjg5LCJSIjowLCJHIjowLCJCIjowfX0sIklzVmlzaWJsZSI6ZmFsc2UsIldpZHRoIjowLjAsIkhlaWdodCI6MC4wLCJCb3JkZXJTdHlsZSI6eyIkaWQiOiIyNjg4IiwiTGluZUNvbG9yIjpudWxsLCJMaW5lV2VpZ2h0IjowLjAsIkxpbmVUeXBlIjowLCJQYXJlbnRTdHlsZSI6bnVsbH0sIlBhcmVudFN0eWxlIjpudWxsfSwiRGF0ZUZvcm1hdCI6eyIkaWQiOiIyNjg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2OTAiLCJGb3JtYXQiOjAsIklzVmlzaWJsZSI6ZmFsc2UsIkxhc3RLbm93blZpc2liaWxpdHlTdGF0ZSI6ZmFsc2V9LCJJc1Zpc2libGUiOnRydWUsIlBhcmVudFN0eWxlIjpudWxsfSwiRGVmYXVsdFN3aW1sYW5lTWlsZXN0b25lU3R5bGUiOnsiJGlkIjoiMjY5MSIsIlRpdGxlUG9zaXRpb24iOiJSaWdodCIsIkRhdGVQb3NpdGlvbiI6IkxlZnQiLCJTaGFwZVR5cGUiOjAsIlNoYXBlU2l6ZSI6MSwiU3BhY2luZyI6NSwiU2hhcGVTdHlsZSI6eyIkaWQiOiIyNjkyIiwiTWFyZ2luIjp7IiRpZCI6IjI2OTMiLCJUb3AiOjAuMCwiTGVmdCI6MC4wLCJSaWdodCI6MC4wLCJCb3R0b20iOjAuMH0sIlBhZGRpbmciOnsiJGlkIjoiMjY5NCIsIlRvcCI6MC4wLCJMZWZ0IjowLjAsIlJpZ2h0IjowLjAsIkJvdHRvbSI6MC4wfSwiQmFja2dyb3VuZCI6eyIkaWQiOiIyNjk1IiwiQ29sb3IiOnsiJGlkIjoiMjY5NiIsIkEiOjI1NSwiUiI6MjU1LCJHIjoxOTIsIkIiOjB9fSwiSXNWaXNpYmxlIjp0cnVlLCJXaWR0aCI6MTguMCwiSGVpZ2h0IjoyMC4wLCJCb3JkZXJTdHlsZSI6eyIkaWQiOiIyNjk3IiwiTGluZUNvbG9yIjp7IiRpZCI6IjI2OTgiLCIkdHlwZSI6Ik5MUkUuQ29tbW9uLkRvbS5Tb2xpZENvbG9yQnJ1c2gsIE5MUkUuQ29tbW9uIiwiQ29sb3IiOnsiJGlkIjoiMjY5OSIsIkEiOjI1NSwiUiI6MjM0LCJHIjoyMiwiQiI6MzB9fSwiTGluZVdlaWdodCI6MC4wLCJMaW5lVHlwZSI6MCwiUGFyZW50U3R5bGUiOm51bGx9LCJQYXJlbnRTdHlsZSI6bnVsbH0sIlRpdGxlU3R5bGUiOnsiJGlkIjoiMjcwMCIsIkZvbnRTZXR0aW5ncyI6eyIkaWQiOiIyNzAxIiwiRm9udFNpemUiOjksIkZvbnROYW1lIjoiQ2FsaWJyaSIsIklzQm9sZCI6dHJ1ZSwiSXNJdGFsaWMiOmZhbHNlLCJJc1VuZGVybGluZWQiOmZhbHNlLCJQYXJlbnRTdHlsZSI6bnVsbH0sIkF1dG9TaXplIjowLCJGb3JlZ3JvdW5kIjp7IiRpZCI6IjI3MDIiLCJDb2xvciI6eyIkaWQiOiIyNzAz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I3MDQiLCJUb3AiOjAuMCwiTGVmdCI6MC4wLCJSaWdodCI6MC4wLCJCb3R0b20iOjAuMH0sIlBhZGRpbmciOnsiJGlkIjoiMjcwNSIsIlRvcCI6MC4wLCJMZWZ0IjowLjAsIlJpZ2h0IjowLjAsIkJvdHRvbSI6MC4wfSwiQmFja2dyb3VuZCI6eyIkaWQiOiIyNzA2IiwiQ29sb3IiOnsiJGlkIjoiMjcwNyIsIkEiOjg5LCJSIjowLCJHIjowLCJCIjowfX0sIklzVmlzaWJsZSI6dHJ1ZSwiV2lkdGgiOjAuMCwiSGVpZ2h0IjowLjAsIkJvcmRlclN0eWxlIjp7IiRpZCI6IjI3MDgiLCJMaW5lQ29sb3IiOm51bGwsIkxpbmVXZWlnaHQiOjAuMCwiTGluZVR5cGUiOjAsIlBhcmVudFN0eWxlIjpudWxsfSwiUGFyZW50U3R5bGUiOm51bGx9LCJEYXRlU3R5bGUiOnsiJGlkIjoiMjcwOSIsIkZvbnRTZXR0aW5ncyI6eyIkaWQiOiIyNzEwIiwiRm9udFNpemUiOjksIkZvbnROYW1lIjoiQ2FsaWJyaSIsIklzQm9sZCI6ZmFsc2UsIklzSXRhbGljIjpmYWxzZSwiSXNVbmRlcmxpbmVkIjpmYWxzZSwiUGFyZW50U3R5bGUiOm51bGx9LCJBdXRvU2l6ZSI6MCwiRm9yZWdyb3VuZCI6eyIkaWQiOiIyNzExIiwiQ29sb3IiOnsiJGlkIjoiMjcx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cxMyIsIlRvcCI6MC4wLCJMZWZ0IjowLjAsIlJpZ2h0IjowLjAsIkJvdHRvbSI6MC4wfSwiUGFkZGluZyI6eyIkaWQiOiIyNzE0IiwiVG9wIjowLjAsIkxlZnQiOjAuMCwiUmlnaHQiOjAuMCwiQm90dG9tIjowLjB9LCJCYWNrZ3JvdW5kIjp7IiRpZCI6IjI3MTUiLCJDb2xvciI6eyIkaWQiOiIyNzE2IiwiQSI6ODksIlIiOjAsIkciOjAsIkIiOjB9fSwiSXNWaXNpYmxlIjpmYWxzZSwiV2lkdGgiOjAuMCwiSGVpZ2h0IjowLjAsIkJvcmRlclN0eWxlIjp7IiRpZCI6IjI3MTciLCJMaW5lQ29sb3IiOm51bGwsIkxpbmVXZWlnaHQiOjAuMCwiTGluZVR5cGUiOjAsIlBhcmVudFN0eWxlIjpudWxsfSwiUGFyZW50U3R5bGUiOm51bGx9LCJEYXRlRm9ybWF0Ijp7IiRpZCI6IjI3M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cxOSIsIkZvcm1hdCI6MCwiSXNWaXNpYmxlIjpmYWxzZSwiTGFzdEtub3duVmlzaWJpbGl0eVN0YXRlIjpmYWxzZX0sIklzVmlzaWJsZSI6dHJ1ZSwiUGFyZW50U3R5bGUiOm51bGx9LCJEZWZhdWx0U3dpbWxhbmVBY3Rpdml0eVN0eWxlIjp7IiRpZCI6IjI3MjAiLCJIZWFkZXJTdHlsZSI6eyIkaWQiOiIyNzIxIiwiVGV4dFN0eWxlIjp7IiRpZCI6IjI3MjIiLCJGb250U2V0dGluZ3MiOnsiJGlkIjoiMjcyMyIsIkZvbnRTaXplIjoxMiwiRm9udE5hbWUiOiJDYWxpYnJpIiwiSXNCb2xkIjpmYWxzZSwiSXNJdGFsaWMiOmZhbHNlLCJJc1VuZGVybGluZWQiOmZhbHNlLCJQYXJlbnRTdHlsZSI6bnVsbH0sIkF1dG9TaXplIjowLCJGb3JlZ3JvdW5kIjp7IiRpZCI6IjI3MjQiLCJDb2xvciI6eyIkaWQiOiIyNzI1IiwiQSI6MjU1LCJSIjowLCJHIjowLCJCIjowfX0sIk1heFdpZHRoIjowLjAsIk1heEhlaWdodCI6MC4wLCJTbWFydEZvcmVncm91bmRJc0FjdGl2ZSI6ZmFsc2UsIkhvcml6b250YWxBbGlnbm1lbnQiOjAsIlZlcnRpY2FsQWxpZ25tZW50IjowLCJTbWFydEZvcmVncm91bmQiOm51bGwsIkJhY2tncm91bmRGaWxsVHlwZSI6MCwiTWFyZ2luIjp7IiRpZCI6IjI3MjYiLCJUb3AiOjAuMCwiTGVmdCI6MC4wLCJSaWdodCI6MC4wLCJCb3R0b20iOjAuMH0sIlBhZGRpbmciOnsiJGlkIjoiMjcyNyIsIlRvcCI6MC4wLCJMZWZ0IjowLjAsIlJpZ2h0IjowLjAsIkJvdHRvbSI6MC4wfSwiQmFja2dyb3VuZCI6bnVsbCwiSXNWaXNpYmxlIjpmYWxzZSwiV2lkdGgiOjAuMCwiSGVpZ2h0IjowLjAsIkJvcmRlclN0eWxlIjpudWxsLCJQYXJlbnRTdHlsZSI6bnVsbH0sIlJlY3RhbmdsZVN0eWxlIjp7IiRpZCI6IjI3MjgiLCJNYXJnaW4iOnsiJGlkIjoiMjcyOSIsIlRvcCI6MC4wLCJMZWZ0IjowLjAsIlJpZ2h0IjowLjAsIkJvdHRvbSI6MC4wfSwiUGFkZGluZyI6eyIkaWQiOiIyNzMwIiwiVG9wIjowLjAsIkxlZnQiOjAuMCwiUmlnaHQiOjAuMCwiQm90dG9tIjowLjB9LCJCYWNrZ3JvdW5kIjp7IiRpZCI6IjI3MzEiLCJDb2xvciI6eyIkaWQiOiIyNzMyIiwiQSI6NjMsIlIiOjI1NSwiRyI6MTkyLCJCIjowfX0sIklzVmlzaWJsZSI6ZmFsc2UsIldpZHRoIjowLjAsIkhlaWdodCI6MC4wLCJCb3JkZXJTdHlsZSI6eyIkaWQiOiIyNzMzIiwiTGluZUNvbG9yIjp7IiRpZCI6IjI3MzQiLCIkdHlwZSI6Ik5MUkUuQ29tbW9uLkRvbS5Tb2xpZENvbG9yQnJ1c2gsIE5MUkUuQ29tbW9uIiwiQ29sb3IiOnsiJGlkIjoiMjczNSIsIkEiOjI1NSwiUiI6MjU1LCJHIjowLCJCIjowfX0sIkxpbmVXZWlnaHQiOjAuMCwiTGluZVR5cGUiOjAsIlBhcmVudFN0eWxlIjpudWxsfSwiUGFyZW50U3R5bGUiOm51bGx9LCJNYXJnaW4iOnsiJGlkIjoiMjczNiIsIlRvcCI6MC4wLCJMZWZ0IjowLjAsIlJpZ2h0IjowLjAsIkJvdHRvbSI6MC4wfSwiUGFkZGluZyI6eyIkaWQiOiIyNzM3IiwiVG9wIjowLjAsIkxlZnQiOjAuMCwiUmlnaHQiOjAuMCwiQm90dG9tIjowLjB9LCJCYWNrZ3JvdW5kIjpudWxsLCJJc1Zpc2libGUiOnRydWUsIldpZHRoIjowLjAsIkhlaWdodCI6MC4wLCJCb3JkZXJTdHlsZSI6bnVsbCwiUGFyZW50U3R5bGUiOm51bGx9LCJCYWNrZ3JvdW5kU3R5bGUiOnsiJGlkIjoiMjczOCIsIk1hcmdpbiI6eyIkaWQiOiIyNzM5IiwiVG9wIjowLjAsIkxlZnQiOjAuMCwiUmlnaHQiOjAuMCwiQm90dG9tIjowLjB9LCJQYWRkaW5nIjp7IiRpZCI6IjI3NDAiLCJUb3AiOjAuMCwiTGVmdCI6MC4wLCJSaWdodCI6MC4wLCJCb3R0b20iOjAuMH0sIkJhY2tncm91bmQiOnsiJGlkIjoiMjc0MSIsIkNvbG9yIjp7IiRpZCI6IjI3NDIiLCJBIjozOCwiUiI6MjU1LCJHIjoxOTIsIkIiOjB9fSwiSXNWaXNpYmxlIjp0cnVlLCJXaWR0aCI6MC4wLCJIZWlnaHQiOjAuMCwiQm9yZGVyU3R5bGUiOnsiJGlkIjoiMjc0MyIsIkxpbmVDb2xvciI6eyIkaWQiOiIyNzQ0IiwiJHR5cGUiOiJOTFJFLkNvbW1vbi5Eb20uU29saWRDb2xvckJydXNoLCBOTFJFLkNvbW1vbiIsIkNvbG9yIjp7IiRpZCI6IjI3NDUiLCJBIjoyNTUsIlIiOjIzNCwiRyI6MjIsIkIiOjMwfX0sIkxpbmVXZWlnaHQiOjAuMCwiTGluZVR5cGUiOjAsIlBhcmVudFN0eWxlIjpudWxsfSwiUGFyZW50U3R5bGUiOm51bGx9LCJNYXJnaW4iOnsiJGlkIjoiMjc0NiIsIlRvcCI6MC4wLCJMZWZ0IjowLjAsIlJpZ2h0IjowLjAsIkJvdHRvbSI6MC4wfSwiUGFkZGluZyI6eyIkaWQiOiIyNzQ3IiwiVG9wIjowLjAsIkxlZnQiOjAuMCwiUmlnaHQiOjAuMCwiQm90dG9tIjowLjB9LCJJc1Zpc2libGUiOnRydWUsIldpZHRoIjowLjAsIkhlaWdodCI6MC4wLCJCb3JkZXJTdHlsZSI6eyIkaWQiOiIyNzQ4IiwiTGluZUNvbG9yIjpudWxsLCJMaW5lV2VpZ2h0IjowLjAsIkxpbmVUeXBlIjowLCJQYXJlbnRTdHlsZSI6bnVsbH0sIlBhcmVudFN0eWxlIjpudWxsfSwiTWFyZ2luIjp7IiRpZCI6IjI3NDkiLCJUb3AiOjAuMCwiTGVmdCI6MC4wLCJSaWdodCI6MC4wLCJCb3R0b20iOjAuMH0sIlBhZGRpbmciOnsiJGlkIjoiMjc1MCIsIlRvcCI6MC4wLCJMZWZ0IjowLjAsIlJpZ2h0IjowLjAsIkJvdHRvbSI6MC4wfSwiSXNWaXNpYmxlIjp0cnVlLCJXaWR0aCI6MC4wLCJIZWlnaHQiOjAuMCwiQm9yZGVyU3R5bGUiOnsiJGlkIjoiMjc1MSIsIkxpbmVDb2xvciI6bnVsbCwiTGluZVdlaWdodCI6MC4wLCJMaW5lVHlwZSI6MCwiUGFyZW50U3R5bGUiOm51bGx9LCJQYXJlbnRTdHlsZSI6bnVsbH0sIl9hZGRpdGlvbmFsU3dpbWxhbmVWMlN0eWxlcyI6W3siJGlkIjoiMjc1MiIsIlN0eWxlSWQiOiIwMDAwMDAwMC0wMDAwLTAwMDAtMDAwMC0wMDAwMDAwMDAwMDAiLCJIZWFkZXJTdHlsZSI6eyIkaWQiOiIyNzUzIiwiVGV4dElzVmVydGljYWwiOmZhbHNlLCJUZXh0U3R5bGUiOnsiJGlkIjoiMjc1NCIsIkZvbnRTZXR0aW5ncyI6eyIkaWQiOiIyNzU1IiwiRm9udFNpemUiOjEyLCJGb250TmFtZSI6IkNhbGlicmkiLCJJc0JvbGQiOnRydWUsIklzSXRhbGljIjpmYWxzZSwiSXNVbmRlcmxpbmVkIjpmYWxzZSwiUGFyZW50U3R5bGUiOm51bGx9LCJBdXRvU2l6ZSI6MCwiRm9yZWdyb3VuZCI6eyIkaWQiOiIyNzU2IiwiQ29sb3IiOnsiJGlkIjoiMjc1NyIsIkEiOjI1NSwiUiI6MjU1LCJHIjoyNTUsIkIiOjI1NX19LCJNYXhXaWR0aCI6MC4wLCJNYXhIZWlnaHQiOjAuMCwiU21hcnRGb3JlZ3JvdW5kSXNBY3RpdmUiOmZhbHNlLCJIb3Jpem9udGFsQWxpZ25tZW50IjowLCJWZXJ0aWNhbEFsaWdubWVudCI6MCwiU21hcnRGb3JlZ3JvdW5kIjpudWxsLCJCYWNrZ3JvdW5kRmlsbFR5cGUiOjAsIk1hcmdpbiI6eyIkaWQiOiIyNzU4IiwiVG9wIjowLjAsIkxlZnQiOjAuMCwiUmlnaHQiOjAuMCwiQm90dG9tIjowLjB9LCJQYWRkaW5nIjp7IiRpZCI6IjI3NTkiLCJUb3AiOjAuMCwiTGVmdCI6MC4wLCJSaWdodCI6MC4wLCJCb3R0b20iOjAuMH0sIkJhY2tncm91bmQiOm51bGwsIklzVmlzaWJsZSI6ZmFsc2UsIldpZHRoIjowLjAsIkhlaWdodCI6MC4wLCJCb3JkZXJTdHlsZSI6bnVsbCwiUGFyZW50U3R5bGUiOm51bGx9LCJSZWN0YW5nbGVTdHlsZSI6eyIkaWQiOiIyNzYwIiwiTWFyZ2luIjp7IiRpZCI6IjI3NjEiLCJUb3AiOjAuMCwiTGVmdCI6MC4wLCJSaWdodCI6MC4wLCJCb3R0b20iOjAuMH0sIlBhZGRpbmciOnsiJGlkIjoiMjc2MiIsIlRvcCI6MC4wLCJMZWZ0IjowLjAsIlJpZ2h0IjowLjAsIkJvdHRvbSI6MC4wfSwiQmFja2dyb3VuZCI6eyIkaWQiOiIyNzYzIiwiQ29sb3IiOnsiJGlkIjoiMjc2NCIsIkEiOjI1NSwiUiI6MjM3LCJHIjoxMjUsIkIiOjQ5fX0sIklzVmlzaWJsZSI6ZmFsc2UsIldpZHRoIjowLjAsIkhlaWdodCI6MC4wLCJCb3JkZXJTdHlsZSI6eyIkaWQiOiIyNzY1IiwiTGluZUNvbG9yIjp7IiRpZCI6IjI3NjYiLCIkdHlwZSI6Ik5MUkUuQ29tbW9uLkRvbS5Tb2xpZENvbG9yQnJ1c2gsIE5MUkUuQ29tbW9uIiwiQ29sb3IiOnsiJGlkIjoiMjc2NyIsIkEiOjI1NSwiUiI6MjEsIkciOjM3LCJCIjo2Nn19LCJMaW5lV2VpZ2h0IjowLjAsIkxpbmVUeXBlIjowLCJQYXJlbnRTdHlsZSI6bnVsbH0sIlBhcmVudFN0eWxlIjpudWxsfSwiTWFyZ2luIjp7IiRpZCI6IjI3NjgiLCJUb3AiOjAuMCwiTGVmdCI6MC4wLCJSaWdodCI6MC4wLCJCb3R0b20iOjAuMH0sIlBhZGRpbmciOnsiJGlkIjoiMjc2OSIsIlRvcCI6MC4wLCJMZWZ0IjowLjAsIlJpZ2h0IjowLjAsIkJvdHRvbSI6MC4wfSwiQmFja2dyb3VuZCI6bnVsbCwiSXNWaXNpYmxlIjp0cnVlLCJXaWR0aCI6MC4wLCJIZWlnaHQiOjAuMCwiQm9yZGVyU3R5bGUiOm51bGwsIlBhcmVudFN0eWxlIjpudWxsfSwiQmFja2dyb3VuZFN0eWxlIjp7IiRpZCI6IjI3NzAiLCJNYXJnaW4iOnsiJGlkIjoiMjc3MSIsIlRvcCI6MC4wLCJMZWZ0IjowLjAsIlJpZ2h0IjowLjAsIkJvdHRvbSI6MC4wfSwiUGFkZGluZyI6eyIkaWQiOiIyNzcyIiwiVG9wIjowLjAsIkxlZnQiOjAuMCwiUmlnaHQiOjAuMCwiQm90dG9tIjowLjB9LCJCYWNrZ3JvdW5kIjp7IiRpZCI6IjI3NzMiLCJDb2xvciI6eyIkaWQiOiIyNzc0IiwiQSI6MzgsIlIiOjIzNywiRyI6MTI1LCJCIjo0OX19LCJJc1Zpc2libGUiOnRydWUsIldpZHRoIjowLjAsIkhlaWdodCI6MC4wLCJCb3JkZXJTdHlsZSI6eyIkaWQiOiIyNzc1IiwiTGluZUNvbG9yIjp7IiRpZCI6IjI3NzYiLCIkdHlwZSI6Ik5MUkUuQ29tbW9uLkRvbS5Tb2xpZENvbG9yQnJ1c2gsIE5MUkUuQ29tbW9uIiwiQ29sb3IiOnsiJGlkIjoiMjc3NyIsIkEiOjI1NSwiUiI6MjM0LCJHIjoyMiwiQiI6MzB9fSwiTGluZVdlaWdodCI6MC4wLCJMaW5lVHlwZSI6MCwiUGFyZW50U3R5bGUiOm51bGx9LCJQYXJlbnRTdHlsZSI6bnVsbH0sIklzQWJvdmVUaW1lYmFuZCI6ZmFsc2UsIlNwYWNpbmciOjIsIkRlZmF1bHRTd2ltbGFuZVRhc2tTdHlsZSI6eyIkaWQiOiIyNzc4IiwiU2hhcGUiOjcsIlNoYXBlVGhpY2tuZXNzIjowLCJEdXJhdGlvbkZvcm1hdCI6MCwiSW5jbHVkZU5vbldvcmtpbmdEYXlzSW5EdXJhdGlvbiI6ZmFsc2UsIlBlcmNlbnRhZ2VDb21wbGV0ZVN0eWxlIjp7IiRpZCI6IjI3NzkiLCJGb250U2V0dGluZ3MiOnsiJGlkIjoiMjc4MCIsIkZvbnRTaXplIjoxMCwiRm9udE5hbWUiOiJDYWxpYnJpIiwiSXNCb2xkIjpmYWxzZSwiSXNJdGFsaWMiOmZhbHNlLCJJc1VuZGVybGluZWQiOmZhbHNlLCJQYXJlbnRTdHlsZSI6bnVsbH0sIkF1dG9TaXplIjowLCJGb3JlZ3JvdW5kIjp7IiRpZCI6IjI3ODEiLCJDb2xvciI6eyIkaWQiOiIyNzgyIiwiQSI6MjU1LCJSIjoyMzgsIkciOjIzNiwiQiI6MjI1fX0sIk1heFdpZHRoIjoyMDAuMCwiTWF4SGVpZ2h0IjoiSW5maW5pdHkiLCJTbWFydEZvcmVncm91bmRJc0FjdGl2ZSI6ZmFsc2UsIkhvcml6b250YWxBbGlnbm1lbnQiOjAsIlZlcnRpY2FsQWxpZ25tZW50IjowLCJTbWFydEZvcmVncm91bmQiOm51bGwsIkJhY2tncm91bmRGaWxsVHlwZSI6MCwiTWFyZ2luIjp7IiRpZCI6IjI3ODMiLCJUb3AiOjAuMCwiTGVmdCI6MC4wLCJSaWdodCI6MC4wLCJCb3R0b20iOjAuMH0sIlBhZGRpbmciOnsiJGlkIjoiMjc4NCIsIlRvcCI6MC4wLCJMZWZ0IjowLjAsIlJpZ2h0IjowLjAsIkJvdHRvbSI6MC4wfSwiQmFja2dyb3VuZCI6eyIkaWQiOiIyNzg1IiwiQ29sb3IiOnsiJGlkIjoiMjc4NiIsIkEiOjg5LCJSIjowLCJHIjowLCJCIjowfX0sIklzVmlzaWJsZSI6dHJ1ZSwiV2lkdGgiOjAuMCwiSGVpZ2h0IjowLjAsIkJvcmRlclN0eWxlIjp7IiRpZCI6IjI3ODciLCJMaW5lQ29sb3IiOm51bGwsIkxpbmVXZWlnaHQiOjAuMCwiTGluZVR5cGUiOjAsIlBhcmVudFN0eWxlIjpudWxsfSwiUGFyZW50U3R5bGUiOm51bGx9LCJEdXJhdGlvblN0eWxlIjp7IiRpZCI6IjI3ODgiLCJGb250U2V0dGluZ3MiOnsiJGlkIjoiMjc4OSIsIkZvbnRTaXplIjoxMCwiRm9udE5hbWUiOiJDYWxpYnJpIiwiSXNCb2xkIjpmYWxzZSwiSXNJdGFsaWMiOmZhbHNlLCJJc1VuZGVybGluZWQiOmZhbHNlLCJQYXJlbnRTdHlsZSI6bnVsbH0sIkF1dG9TaXplIjowLCJGb3JlZ3JvdW5kIjp7IiRpZCI6IjI3OTAiLCJDb2xvciI6eyIkaWQiOiIyNzk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c5MiIsIlRvcCI6MC4wLCJMZWZ0IjowLjAsIlJpZ2h0IjowLjAsIkJvdHRvbSI6MC4wfSwiUGFkZGluZyI6eyIkaWQiOiIyNzkzIiwiVG9wIjowLjAsIkxlZnQiOjAuMCwiUmlnaHQiOjAuMCwiQm90dG9tIjowLjB9LCJCYWNrZ3JvdW5kIjp7IiRpZCI6IjI3OTQiLCJDb2xvciI6eyIkaWQiOiIyNzk1IiwiQSI6ODksIlIiOjAsIkciOjAsIkIiOjB9fSwiSXNWaXNpYmxlIjp0cnVlLCJXaWR0aCI6MC4wLCJIZWlnaHQiOjAuMCwiQm9yZGVyU3R5bGUiOnsiJGlkIjoiMjc5NiIsIkxpbmVDb2xvciI6bnVsbCwiTGluZVdlaWdodCI6MC4wLCJMaW5lVHlwZSI6MCwiUGFyZW50U3R5bGUiOm51bGx9LCJQYXJlbnRTdHlsZSI6bnVsbH0sIkhvcml6b250YWxDb25uZWN0b3JTdHlsZSI6eyIkaWQiOiIyNzk3IiwiTGluZUNvbG9yIjp7IiRpZCI6IjI3OTgiLCIkdHlwZSI6Ik5MUkUuQ29tbW9uLkRvbS5Tb2xpZENvbG9yQnJ1c2gsIE5MUkUuQ29tbW9uIiwiQ29sb3IiOnsiJGlkIjoiMjc5OSIsIkEiOjI1NSwiUiI6MjA0LCJHIjoyMDQsIkIiOjIwNH19LCJMaW5lV2VpZ2h0IjoxLjAsIkxpbmVUeXBlIjowLCJQYXJlbnRTdHlsZSI6bnVsbH0sIlZlcnRpY2FsQ29ubmVjdG9yU3R5bGUiOnsiJGlkIjoiMjgwMCIsIkxpbmVDb2xvciI6eyIkaWQiOiIyODAxIiwiJHR5cGUiOiJOTFJFLkNvbW1vbi5Eb20uU29saWRDb2xvckJydXNoLCBOTFJFLkNvbW1vbiIsIkNvbG9yIjp7IiRpZCI6IjI4MDI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IsIlNwYWNpbmciOjMsIklzQmVsb3dUaW1lYmFuZCI6dHJ1ZSwiUGVyY2VudGFnZUNvbXBsZXRlU2hhcGVPcGFjaXR5IjozNSwiQmFzZWxpbmVTdHlsZSI6eyIkaWQiOiIyODAzIiwiU2hhcGVTdHlsZSI6eyIkaWQiOiIyODA0IiwiTWFyZ2luIjp7IiRpZCI6IjI4MDUiLCJUb3AiOjAuMCwiTGVmdCI6MC4wLCJSaWdodCI6MC4wLCJCb3R0b20iOjAuMH0sIlBhZGRpbmciOnsiJGlkIjoiMjgwNiIsIlRvcCI6MC4wLCJMZWZ0IjowLjAsIlJpZ2h0IjowLjAsIkJvdHRvbSI6MC4wfSwiQmFja2dyb3VuZCI6eyIkaWQiOiIyODA3IiwiQ29sb3IiOnsiJGlkIjoiMjgwOCIsIkEiOjE1MywiUiI6MCwiRyI6MCwiQiI6MH19LCJJc1Zpc2libGUiOnRydWUsIldpZHRoIjowLjAsIkhlaWdodCI6MC4wLCJCb3JkZXJTdHlsZSI6eyIkaWQiOiIyODA5IiwiTGluZUNvbG9yIjp7IiRpZCI6IjI4MTAiLCIkdHlwZSI6Ik5MUkUuQ29tbW9uLkRvbS5Tb2xpZENvbG9yQnJ1c2gsIE5MUkUuQ29tbW9uIiwiQ29sb3IiOnsiJGlkIjoiMjgxMSIsIkEiOjI1NSwiUiI6MjU1LCJHIjowLCJCIjowfX0sIkxpbmVXZWlnaHQiOjAuMCwiTGluZVR5cGUiOjAsIlBhcmVudFN0eWxlIjpudWxsfSwiUGFyZW50U3R5bGUiOm51bGx9LCJNYXJnaW4iOnsiJGlkIjoiMjgxMiIsIlRvcCI6MC4wLCJMZWZ0IjowLjAsIlJpZ2h0IjowLjAsIkJvdHRvbSI6MC4wfSwiUGFkZGluZyI6eyIkaWQiOiIyODEzIiwiVG9wIjowLjAsIkxlZnQiOjAuMCwiUmlnaHQiOjAuMCwiQm90dG9tIjowLjB9LCJCYWNrZ3JvdW5kIjpudWxsLCJJc1Zpc2libGUiOnRydWUsIldpZHRoIjowLjAsIkhlaWdodCI6MC4wLCJCb3JkZXJTdHlsZSI6bnVsbCwiUGFyZW50U3R5bGUiOm51bGx9LCJTaGFwZVN0eWxlIjp7IiRpZCI6IjI4MTQiLCJNYXJnaW4iOnsiJGlkIjoiMjgxNSIsIlRvcCI6MC4wLCJMZWZ0Ijo0LjAsIlJpZ2h0Ijo0LjAsIkJvdHRvbSI6MC4wfSwiUGFkZGluZyI6eyIkaWQiOiIyODE2IiwiVG9wIjowLjAsIkxlZnQiOjAuMCwiUmlnaHQiOjAuMCwiQm90dG9tIjowLjB9LCJCYWNrZ3JvdW5kIjp7IiRpZCI6IjI4MTciLCJDb2xvciI6eyIkaWQiOiIyODE4IiwiQSI6MjU1LCJSIjoyMzcsIkciOjEyNSwiQiI6NDl9fSwiSXNWaXNpYmxlIjp0cnVlLCJXaWR0aCI6MC4wLCJIZWlnaHQiOjEzLjQyNjY2NjY2NjY2NjY3NywiQm9yZGVyU3R5bGUiOnsiJGlkIjoiMjgxOSIsIkxpbmVDb2xvciI6eyIkaWQiOiIyODIwIiwiJHR5cGUiOiJOTFJFLkNvbW1vbi5Eb20uU29saWRDb2xvckJydXNoLCBOTFJFLkNvbW1vbiIsIkNvbG9yIjp7IiRpZCI6IjI4MjEiLCJBIjoyNTUsIlIiOjIzNCwiRyI6MjIsIkIiOjMwfX0sIkxpbmVXZWlnaHQiOjAuMCwiTGluZVR5cGUiOjAsIlBhcmVudFN0eWxlIjpudWxsfSwiUGFyZW50U3R5bGUiOm51bGx9LCJUaXRsZVN0eWxlIjp7IiRpZCI6IjI4MjIiLCJGb250U2V0dGluZ3MiOnsiJGlkIjoiMjgyMyIsIkZvbnRTaXplIjo5LCJGb250TmFtZSI6IkNhbGlicmkiLCJJc0JvbGQiOnRydWUsIklzSXRhbGljIjpmYWxzZSwiSXNVbmRlcmxpbmVkIjpmYWxzZSwiUGFyZW50U3R5bGUiOm51bGx9LCJBdXRvU2l6ZSI6MCwiRm9yZWdyb3VuZCI6eyIkaWQiOiIyODI0IiwiQ29sb3IiOnsiJGlkIjoiMjgyNSIsIkEiOjI1NSwiUiI6MjU1LCJHIjoyNTUsIkIiOjI1NX19LCJNYXhXaWR0aCI6MjAwLjAsIk1heEhlaWdodCI6IkluZmluaXR5IiwiU21hcnRGb3JlZ3JvdW5kSXNBY3RpdmUiOmZhbHNlLCJIb3Jpem9udGFsQWxpZ25tZW50IjoxLCJWZXJ0aWNhbEFsaWdubWVudCI6MCwiU21hcnRGb3JlZ3JvdW5kIjpudWxsLCJCYWNrZ3JvdW5kRmlsbFR5cGUiOjAsIk1hcmdpbiI6eyIkaWQiOiIyODI2IiwiVG9wIjowLjAsIkxlZnQiOjAuMCwiUmlnaHQiOjAuMCwiQm90dG9tIjowLjB9LCJQYWRkaW5nIjp7IiRpZCI6IjI4MjciLCJUb3AiOjAuMCwiTGVmdCI6MC4wLCJSaWdodCI6MC4wLCJCb3R0b20iOjAuMH0sIkJhY2tncm91bmQiOnsiJGlkIjoiMjgyOCIsIkNvbG9yIjp7IiRpZCI6IjI4MjkiLCJBIjo4OSwiUiI6MCwiRyI6MCwiQiI6MH19LCJJc1Zpc2libGUiOnRydWUsIldpZHRoIjowLjAsIkhlaWdodCI6MC4wLCJCb3JkZXJTdHlsZSI6eyIkaWQiOiIyODMwIiwiTGluZUNvbG9yIjpudWxsLCJMaW5lV2VpZ2h0IjowLjAsIkxpbmVUeXBlIjowLCJQYXJlbnRTdHlsZSI6bnVsbH0sIlBhcmVudFN0eWxlIjpudWxsfSwiRGF0ZVN0eWxlIjp7IiRpZCI6IjI4MzEiLCJGb250U2V0dGluZ3MiOnsiJGlkIjoiMjgzMiIsIkZvbnRTaXplIjoxMCwiRm9udE5hbWUiOiJDYWxpYnJpIiwiSXNCb2xkIjpmYWxzZSwiSXNJdGFsaWMiOmZhbHNlLCJJc1VuZGVybGluZWQiOmZhbHNlLCJQYXJlbnRTdHlsZSI6bnVsbH0sIkF1dG9TaXplIjowLCJGb3JlZ3JvdW5kIjp7IiRpZCI6IjI4MzMiLCJDb2xvciI6eyIkaWQiOiIyODM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ODM1IiwiVG9wIjowLjAsIkxlZnQiOjAuMCwiUmlnaHQiOjAuMCwiQm90dG9tIjowLjB9LCJQYWRkaW5nIjp7IiRpZCI6IjI4MzYiLCJUb3AiOjAuMCwiTGVmdCI6MC4wLCJSaWdodCI6MC4wLCJCb3R0b20iOjAuMH0sIkJhY2tncm91bmQiOnsiJGlkIjoiMjgzNyIsIkNvbG9yIjp7IiRpZCI6IjI4MzgiLCJBIjo4OSwiUiI6MCwiRyI6MCwiQiI6MH19LCJJc1Zpc2libGUiOnRydWUsIldpZHRoIjowLjAsIkhlaWdodCI6MC4wLCJCb3JkZXJTdHlsZSI6eyIkaWQiOiIyODM5IiwiTGluZUNvbG9yIjpudWxsLCJMaW5lV2VpZ2h0IjowLjAsIkxpbmVUeXBlIjowLCJQYXJlbnRTdHlsZSI6bnVsbH0sIlBhcmVudFN0eWxlIjpudWxsfSwiRGF0ZUZvcm1hdCI6eyIkaWQiOiIyODQ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4NDEiLCJGb3JtYXQiOjAsIklzVmlzaWJsZSI6ZmFsc2UsIkxhc3RLbm93blZpc2liaWxpdHlTdGF0ZSI6ZmFsc2V9LCJJc1Zpc2libGUiOnRydWUsIlBhcmVudFN0eWxlIjpudWxsfSwiRGVmYXVsdFN3aW1sYW5lTW90U3R5bGUiOnsiJGlkIjoiMjg0MiIsIlNoYXBlIjoxNCwiQ29ubmVjdG9yTWFyZ2luIjp7IiRpZCI6IjI4NDMiLCJUb3AiOjAuMCwiTGVmdCI6Mi4wLCJSaWdodCI6Mi4wLCJCb3R0b20iOjAuMH0sIkNvbm5lY3RvclN0eWxlIjp7IiRpZCI6IjI4NDQiLCJMaW5lQ29sb3IiOnsiJGlkIjoiMjg0NSIsIiR0eXBlIjoiTkxSRS5Db21tb24uRG9tLlNvbGlkQ29sb3JCcnVzaCwgTkxSRS5Db21tb24iLCJDb2xvciI6eyIkaWQiOiIyODQ2IiwiQSI6MTI3LCJSIjo3OSwiRyI6MTI5LCJCIjoxODl9fSwiTGluZVdlaWdodCI6MS4wLCJMaW5lVHlwZSI6MCwiUGFyZW50U3R5bGUiOm51bGx9LCJJc0JlbG93VGltZWJhbmQiOnRydWUsIlBvc2l0aW9uT25UYXNrIjozLCJIaWRlRGF0ZSI6ZmFsc2UsIlNoYXBlU2l6ZSI6MSwiU3BhY2luZyI6MC4wLCJQYWRkaW5nIjp7IiRpZCI6IjI4NDciLCJUb3AiOjcuMCwiTGVmdCI6My4wLCJSaWdodCI6MC4wLCJCb3R0b20iOjIuMH0sIlNoYXBlU3R5bGUiOnsiJGlkIjoiMjg0OCIsIk1hcmdpbiI6eyIkaWQiOiIyODQ5IiwiVG9wIjowLjAsIkxlZnQiOjAuMCwiUmlnaHQiOjAuMCwiQm90dG9tIjowLjB9LCJQYWRkaW5nIjp7IiRpZCI6IjI4NTAiLCJUb3AiOjAuMCwiTGVmdCI6MC4wLCJSaWdodCI6MC4wLCJCb3R0b20iOjAuMH0sIkJhY2tncm91bmQiOnsiJGlkIjoiMjg1MSIsIkNvbG9yIjp7IiRpZCI6IjI4NTIiLCJBIjoyNTUsIlIiOjEzMiwiRyI6NjAsIkIiOjEyfX0sIklzVmlzaWJsZSI6dHJ1ZSwiV2lkdGgiOjE4LjAsIkhlaWdodCI6MjAuMCwiQm9yZGVyU3R5bGUiOnsiJGlkIjoiMjg1MyIsIkxpbmVDb2xvciI6eyIkaWQiOiIyODU0IiwiJHR5cGUiOiJOTFJFLkNvbW1vbi5Eb20uU29saWRDb2xvckJydXNoLCBOTFJFLkNvbW1vbiIsIkNvbG9yIjp7IiRpZCI6IjI4NTUiLCJBIjoyNTUsIlIiOjIzNCwiRyI6MjIsIkIiOjMwfX0sIkxpbmVXZWlnaHQiOjAuMCwiTGluZVR5cGUiOjAsIlBhcmVudFN0eWxlIjpudWxsfSwiUGFyZW50U3R5bGUiOm51bGx9LCJUaXRsZVN0eWxlIjp7IiRpZCI6IjI4NTYiLCJGb250U2V0dGluZ3MiOnsiJGlkIjoiMjg1NyIsIkZvbnRTaXplIjo5LCJGb250TmFtZSI6IkNhbGlicmkiLCJJc0JvbGQiOnRydWUsIklzSXRhbGljIjpmYWxzZSwiSXNVbmRlcmxpbmVkIjpmYWxzZSwiUGFyZW50U3R5bGUiOm51bGx9LCJBdXRvU2l6ZSI6MCwiRm9yZWdyb3VuZCI6eyIkaWQiOiIyODU4IiwiQ29sb3IiOnsiJGlkIjoiMjg1OS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ODYwIiwiVG9wIjowLjAsIkxlZnQiOjAuMCwiUmlnaHQiOjAuMCwiQm90dG9tIjowLjB9LCJQYWRkaW5nIjp7IiRpZCI6IjI4NjEiLCJUb3AiOjAuMCwiTGVmdCI6MC4wLCJSaWdodCI6MC4wLCJCb3R0b20iOjAuMH0sIkJhY2tncm91bmQiOnsiJGlkIjoiMjg2MiIsIkNvbG9yIjp7IiRpZCI6IjI4NjMiLCJBIjo4OSwiUiI6MCwiRyI6MCwiQiI6MH19LCJJc1Zpc2libGUiOnRydWUsIldpZHRoIjowLjAsIkhlaWdodCI6MC4wLCJCb3JkZXJTdHlsZSI6eyIkaWQiOiIyODY0IiwiTGluZUNvbG9yIjpudWxsLCJMaW5lV2VpZ2h0IjowLjAsIkxpbmVUeXBlIjowLCJQYXJlbnRTdHlsZSI6bnVsbH0sIlBhcmVudFN0eWxlIjpudWxsfSwiRGF0ZVN0eWxlIjp7IiRpZCI6IjI4NjUiLCJGb250U2V0dGluZ3MiOnsiJGlkIjoiMjg2NiIsIkZvbnRTaXplIjo5LCJGb250TmFtZSI6IkNhbGlicmkiLCJJc0JvbGQiOmZhbHNlLCJJc0l0YWxpYyI6ZmFsc2UsIklzVW5kZXJsaW5lZCI6ZmFsc2UsIlBhcmVudFN0eWxlIjpudWxsfSwiQXV0b1NpemUiOjAsIkZvcmVncm91bmQiOnsiJGlkIjoiMjg2NyIsIkNvbG9yIjp7IiRpZCI6IjI4Njg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I4NjkiLCJUb3AiOjAuMCwiTGVmdCI6MC4wLCJSaWdodCI6MC4wLCJCb3R0b20iOjAuMH0sIlBhZGRpbmciOnsiJGlkIjoiMjg3MCIsIlRvcCI6MC4wLCJMZWZ0IjowLjAsIlJpZ2h0IjowLjAsIkJvdHRvbSI6MC4wfSwiQmFja2dyb3VuZCI6eyIkaWQiOiIyODcxIiwiQ29sb3IiOnsiJGlkIjoiMjg3MiIsIkEiOjg5LCJSIjowLCJHIjowLCJCIjowfX0sIklzVmlzaWJsZSI6ZmFsc2UsIldpZHRoIjowLjAsIkhlaWdodCI6MC4wLCJCb3JkZXJTdHlsZSI6eyIkaWQiOiIyODczIiwiTGluZUNvbG9yIjpudWxsLCJMaW5lV2VpZ2h0IjowLjAsIkxpbmVUeXBlIjowLCJQYXJlbnRTdHlsZSI6bnVsbH0sIlBhcmVudFN0eWxlIjpudWxsfSwiRGF0ZUZvcm1hdCI6eyIkaWQiOiIyODc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4NzUiLCJGb3JtYXQiOjAsIklzVmlzaWJsZSI6ZmFsc2UsIkxhc3RLbm93blZpc2liaWxpdHlTdGF0ZSI6ZmFsc2V9LCJJc1Zpc2libGUiOnRydWUsIlBhcmVudFN0eWxlIjpudWxsfSwiRGVmYXVsdFN3aW1sYW5lTWlsZXN0b25lU3R5bGUiOnsiJGlkIjoiMjg3NiIsIlRpdGxlUG9zaXRpb24iOiJSaWdodCIsIkRhdGVQb3NpdGlvbiI6IkxlZnQiLCJTaGFwZVR5cGUiOjAsIlNoYXBlU2l6ZSI6MSwiU3BhY2luZyI6NSwiU2hhcGVTdHlsZSI6eyIkaWQiOiIyODc3IiwiTWFyZ2luIjp7IiRpZCI6IjI4NzgiLCJUb3AiOjAuMCwiTGVmdCI6MC4wLCJSaWdodCI6MC4wLCJCb3R0b20iOjAuMH0sIlBhZGRpbmciOnsiJGlkIjoiMjg3OSIsIlRvcCI6MC4wLCJMZWZ0IjowLjAsIlJpZ2h0IjowLjAsIkJvdHRvbSI6MC4wfSwiQmFja2dyb3VuZCI6eyIkaWQiOiIyODgwIiwiQ29sb3IiOnsiJGlkIjoiMjg4MSIsIkEiOjI1NSwiUiI6MjM3LCJHIjoxMjUsIkIiOjQ5fX0sIklzVmlzaWJsZSI6dHJ1ZSwiV2lkdGgiOjE4LjAsIkhlaWdodCI6MjAuMCwiQm9yZGVyU3R5bGUiOnsiJGlkIjoiMjg4MiIsIkxpbmVDb2xvciI6eyIkaWQiOiIyODgzIiwiJHR5cGUiOiJOTFJFLkNvbW1vbi5Eb20uU29saWRDb2xvckJydXNoLCBOTFJFLkNvbW1vbiIsIkNvbG9yIjp7IiRpZCI6IjI4ODQiLCJBIjoyNTUsIlIiOjIzNCwiRyI6MjIsIkIiOjMwfX0sIkxpbmVXZWlnaHQiOjAuMCwiTGluZVR5cGUiOjAsIlBhcmVudFN0eWxlIjpudWxsfSwiUGFyZW50U3R5bGUiOm51bGx9LCJUaXRsZVN0eWxlIjp7IiRpZCI6IjI4ODUiLCJGb250U2V0dGluZ3MiOnsiJGlkIjoiMjg4NiIsIkZvbnRTaXplIjo5LCJGb250TmFtZSI6IkNhbGlicmkiLCJJc0JvbGQiOnRydWUsIklzSXRhbGljIjpmYWxzZSwiSXNVbmRlcmxpbmVkIjpmYWxzZSwiUGFyZW50U3R5bGUiOm51bGx9LCJBdXRvU2l6ZSI6MCwiRm9yZWdyb3VuZCI6eyIkaWQiOiIyODg3IiwiQ29sb3IiOnsiJGlkIjoiMjg4O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ODg5IiwiVG9wIjowLjAsIkxlZnQiOjAuMCwiUmlnaHQiOjAuMCwiQm90dG9tIjowLjB9LCJQYWRkaW5nIjp7IiRpZCI6IjI4OTAiLCJUb3AiOjAuMCwiTGVmdCI6MC4wLCJSaWdodCI6MC4wLCJCb3R0b20iOjAuMH0sIkJhY2tncm91bmQiOnsiJGlkIjoiMjg5MSIsIkNvbG9yIjp7IiRpZCI6IjI4OTIiLCJBIjo4OSwiUiI6MCwiRyI6MCwiQiI6MH19LCJJc1Zpc2libGUiOnRydWUsIldpZHRoIjowLjAsIkhlaWdodCI6MC4wLCJCb3JkZXJTdHlsZSI6eyIkaWQiOiIyODkzIiwiTGluZUNvbG9yIjpudWxsLCJMaW5lV2VpZ2h0IjowLjAsIkxpbmVUeXBlIjowLCJQYXJlbnRTdHlsZSI6bnVsbH0sIlBhcmVudFN0eWxlIjpudWxsfSwiRGF0ZVN0eWxlIjp7IiRpZCI6IjI4OTQiLCJGb250U2V0dGluZ3MiOnsiJGlkIjoiMjg5NSIsIkZvbnRTaXplIjo5LCJGb250TmFtZSI6IkNhbGlicmkiLCJJc0JvbGQiOmZhbHNlLCJJc0l0YWxpYyI6ZmFsc2UsIklzVW5kZXJsaW5lZCI6ZmFsc2UsIlBhcmVudFN0eWxlIjpudWxsfSwiQXV0b1NpemUiOjAsIkZvcmVncm91bmQiOnsiJGlkIjoiMjg5NiIsIkNvbG9yIjp7IiRpZCI6IjI4OT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4OTgiLCJUb3AiOjAuMCwiTGVmdCI6MC4wLCJSaWdodCI6MC4wLCJCb3R0b20iOjAuMH0sIlBhZGRpbmciOnsiJGlkIjoiMjg5OSIsIlRvcCI6MC4wLCJMZWZ0IjowLjAsIlJpZ2h0IjowLjAsIkJvdHRvbSI6MC4wfSwiQmFja2dyb3VuZCI6eyIkaWQiOiIyOTAwIiwiQ29sb3IiOnsiJGlkIjoiMjkwMSIsIkEiOjg5LCJSIjowLCJHIjowLCJCIjowfX0sIklzVmlzaWJsZSI6ZmFsc2UsIldpZHRoIjowLjAsIkhlaWdodCI6MC4wLCJCb3JkZXJTdHlsZSI6eyIkaWQiOiIyOTAyIiwiTGluZUNvbG9yIjpudWxsLCJMaW5lV2VpZ2h0IjowLjAsIkxpbmVUeXBlIjowLCJQYXJlbnRTdHlsZSI6bnVsbH0sIlBhcmVudFN0eWxlIjpudWxsfSwiRGF0ZUZvcm1hdCI6eyIkaWQiOiIyOTA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5MDQiLCJGb3JtYXQiOjAsIklzVmlzaWJsZSI6ZmFsc2UsIkxhc3RLbm93blZpc2liaWxpdHlTdGF0ZSI6ZmFsc2V9LCJJc1Zpc2libGUiOnRydWUsIlBhcmVudFN0eWxlIjpudWxsfSwiRGVmYXVsdFN3aW1sYW5lQWN0aXZpdHlTdHlsZSI6eyIkaWQiOiIyOTA1IiwiSGVhZGVyU3R5bGUiOnsiJGlkIjoiMjkwNiIsIlRleHRTdHlsZSI6eyIkaWQiOiIyOTA3IiwiRm9udFNldHRpbmdzIjp7IiRpZCI6IjI5MDgiLCJGb250U2l6ZSI6MTIsIkZvbnROYW1lIjoiQ2FsaWJyaSIsIklzQm9sZCI6ZmFsc2UsIklzSXRhbGljIjpmYWxzZSwiSXNVbmRlcmxpbmVkIjpmYWxzZSwiUGFyZW50U3R5bGUiOm51bGx9LCJBdXRvU2l6ZSI6MCwiRm9yZWdyb3VuZCI6eyIkaWQiOiIyOTA5IiwiQ29sb3IiOnsiJGlkIjoiMjkxMCIsIkEiOjI1NSwiUiI6MCwiRyI6MCwiQiI6MH19LCJNYXhXaWR0aCI6MC4wLCJNYXhIZWlnaHQiOjAuMCwiU21hcnRGb3JlZ3JvdW5kSXNBY3RpdmUiOmZhbHNlLCJIb3Jpem9udGFsQWxpZ25tZW50IjowLCJWZXJ0aWNhbEFsaWdubWVudCI6MCwiU21hcnRGb3JlZ3JvdW5kIjpudWxsLCJCYWNrZ3JvdW5kRmlsbFR5cGUiOjAsIk1hcmdpbiI6eyIkaWQiOiIyOTExIiwiVG9wIjowLjAsIkxlZnQiOjAuMCwiUmlnaHQiOjAuMCwiQm90dG9tIjowLjB9LCJQYWRkaW5nIjp7IiRpZCI6IjI5MTIiLCJUb3AiOjAuMCwiTGVmdCI6MC4wLCJSaWdodCI6MC4wLCJCb3R0b20iOjAuMH0sIkJhY2tncm91bmQiOm51bGwsIklzVmlzaWJsZSI6ZmFsc2UsIldpZHRoIjowLjAsIkhlaWdodCI6MC4wLCJCb3JkZXJTdHlsZSI6bnVsbCwiUGFyZW50U3R5bGUiOm51bGx9LCJSZWN0YW5nbGVTdHlsZSI6eyIkaWQiOiIyOTEzIiwiTWFyZ2luIjp7IiRpZCI6IjI5MTQiLCJUb3AiOjAuMCwiTGVmdCI6MC4wLCJSaWdodCI6MC4wLCJCb3R0b20iOjAuMH0sIlBhZGRpbmciOnsiJGlkIjoiMjkxNSIsIlRvcCI6MC4wLCJMZWZ0IjowLjAsIlJpZ2h0IjowLjAsIkJvdHRvbSI6MC4wfSwiQmFja2dyb3VuZCI6eyIkaWQiOiIyOTE2IiwiQ29sb3IiOnsiJGlkIjoiMjkxNyIsIkEiOjYzLCJSIjoyMzcsIkciOjEyNSwiQiI6NDl9fSwiSXNWaXNpYmxlIjpmYWxzZSwiV2lkdGgiOjAuMCwiSGVpZ2h0IjowLjAsIkJvcmRlclN0eWxlIjp7IiRpZCI6IjI5MTgiLCJMaW5lQ29sb3IiOnsiJGlkIjoiMjkxOSIsIiR0eXBlIjoiTkxSRS5Db21tb24uRG9tLlNvbGlkQ29sb3JCcnVzaCwgTkxSRS5Db21tb24iLCJDb2xvciI6eyIkaWQiOiIyOTIwIiwiQSI6MjU1LCJSIjoyNTUsIkciOjAsIkIiOjB9fSwiTGluZVdlaWdodCI6MC4wLCJMaW5lVHlwZSI6MCwiUGFyZW50U3R5bGUiOm51bGx9LCJQYXJlbnRTdHlsZSI6bnVsbH0sIk1hcmdpbiI6eyIkaWQiOiIyOTIxIiwiVG9wIjowLjAsIkxlZnQiOjAuMCwiUmlnaHQiOjAuMCwiQm90dG9tIjowLjB9LCJQYWRkaW5nIjp7IiRpZCI6IjI5MjIiLCJUb3AiOjAuMCwiTGVmdCI6MC4wLCJSaWdodCI6MC4wLCJCb3R0b20iOjAuMH0sIkJhY2tncm91bmQiOm51bGwsIklzVmlzaWJsZSI6dHJ1ZSwiV2lkdGgiOjAuMCwiSGVpZ2h0IjowLjAsIkJvcmRlclN0eWxlIjpudWxsLCJQYXJlbnRTdHlsZSI6bnVsbH0sIkJhY2tncm91bmRTdHlsZSI6eyIkaWQiOiIyOTIzIiwiTWFyZ2luIjp7IiRpZCI6IjI5MjQiLCJUb3AiOjAuMCwiTGVmdCI6MC4wLCJSaWdodCI6MC4wLCJCb3R0b20iOjAuMH0sIlBhZGRpbmciOnsiJGlkIjoiMjkyNSIsIlRvcCI6MC4wLCJMZWZ0IjowLjAsIlJpZ2h0IjowLjAsIkJvdHRvbSI6MC4wfSwiQmFja2dyb3VuZCI6eyIkaWQiOiIyOTI2IiwiQ29sb3IiOnsiJGlkIjoiMjkyNyIsIkEiOjM4LCJSIjoyMzcsIkciOjEyNSwiQiI6NDl9fSwiSXNWaXNpYmxlIjp0cnVlLCJXaWR0aCI6MC4wLCJIZWlnaHQiOjAuMCwiQm9yZGVyU3R5bGUiOnsiJGlkIjoiMjkyOCIsIkxpbmVDb2xvciI6eyIkaWQiOiIyOTI5IiwiJHR5cGUiOiJOTFJFLkNvbW1vbi5Eb20uU29saWRDb2xvckJydXNoLCBOTFJFLkNvbW1vbiIsIkNvbG9yIjp7IiRpZCI6IjI5MzAiLCJBIjoyNTUsIlIiOjIzNCwiRyI6MjIsIkIiOjMwfX0sIkxpbmVXZWlnaHQiOjAuMCwiTGluZVR5cGUiOjAsIlBhcmVudFN0eWxlIjpudWxsfSwiUGFyZW50U3R5bGUiOm51bGx9LCJNYXJnaW4iOnsiJGlkIjoiMjkzMSIsIlRvcCI6MC4wLCJMZWZ0IjowLjAsIlJpZ2h0IjowLjAsIkJvdHRvbSI6MC4wfSwiUGFkZGluZyI6eyIkaWQiOiIyOTMyIiwiVG9wIjowLjAsIkxlZnQiOjAuMCwiUmlnaHQiOjAuMCwiQm90dG9tIjowLjB9LCJJc1Zpc2libGUiOnRydWUsIldpZHRoIjowLjAsIkhlaWdodCI6MC4wLCJCb3JkZXJTdHlsZSI6bnVsbCwiUGFyZW50U3R5bGUiOm51bGx9LCJNYXJnaW4iOnsiJGlkIjoiMjkzMyIsIlRvcCI6MC4wLCJMZWZ0IjowLjAsIlJpZ2h0IjowLjAsIkJvdHRvbSI6MC4wfSwiUGFkZGluZyI6eyIkaWQiOiIyOTM0IiwiVG9wIjowLjAsIkxlZnQiOjAuMCwiUmlnaHQiOjAuMCwiQm90dG9tIjowLjB9LCJJc1Zpc2libGUiOnRydWUsIldpZHRoIjowLjAsIkhlaWdodCI6MC4wLCJCb3JkZXJTdHlsZSI6bnVsbCwiUGFyZW50U3R5bGUiOm51bGx9LHsiJGlkIjoiMjkzNSIsIlN0eWxlSWQiOiIwMDAwMDAwMC0wMDAwLTAwMDAtMDAwMC0wMDAwMDAwMDAwMDAiLCJIZWFkZXJTdHlsZSI6eyIkaWQiOiIyOTM2IiwiVGV4dElzVmVydGljYWwiOmZhbHNlLCJUZXh0U3R5bGUiOnsiJGlkIjoiMjkzNyIsIkZvbnRTZXR0aW5ncyI6eyIkaWQiOiIyOTM4IiwiRm9udFNpemUiOjEyLCJGb250TmFtZSI6IkNhbGlicmkiLCJJc0JvbGQiOnRydWUsIklzSXRhbGljIjpmYWxzZSwiSXNVbmRlcmxpbmVkIjpmYWxzZSwiUGFyZW50U3R5bGUiOm51bGx9LCJBdXRvU2l6ZSI6MCwiRm9yZWdyb3VuZCI6eyIkaWQiOiIyOTM5IiwiQ29sb3IiOnsiJGlkIjoiMjk0MCIsIkEiOjI1NSwiUiI6MjU1LCJHIjoyNTUsIkIiOjI1NX19LCJNYXhXaWR0aCI6MC4wLCJNYXhIZWlnaHQiOjAuMCwiU21hcnRGb3JlZ3JvdW5kSXNBY3RpdmUiOmZhbHNlLCJIb3Jpem9udGFsQWxpZ25tZW50IjowLCJWZXJ0aWNhbEFsaWdubWVudCI6MCwiU21hcnRGb3JlZ3JvdW5kIjpudWxsLCJCYWNrZ3JvdW5kRmlsbFR5cGUiOjAsIk1hcmdpbiI6eyIkaWQiOiIyOTQxIiwiVG9wIjowLjAsIkxlZnQiOjAuMCwiUmlnaHQiOjAuMCwiQm90dG9tIjowLjB9LCJQYWRkaW5nIjp7IiRpZCI6IjI5NDIiLCJUb3AiOjAuMCwiTGVmdCI6MC4wLCJSaWdodCI6MC4wLCJCb3R0b20iOjAuMH0sIkJhY2tncm91bmQiOm51bGwsIklzVmlzaWJsZSI6ZmFsc2UsIldpZHRoIjowLjAsIkhlaWdodCI6MC4wLCJCb3JkZXJTdHlsZSI6bnVsbCwiUGFyZW50U3R5bGUiOm51bGx9LCJSZWN0YW5nbGVTdHlsZSI6eyIkaWQiOiIyOTQzIiwiTWFyZ2luIjp7IiRpZCI6IjI5NDQiLCJUb3AiOjAuMCwiTGVmdCI6MC4wLCJSaWdodCI6MC4wLCJCb3R0b20iOjAuMH0sIlBhZGRpbmciOnsiJGlkIjoiMjk0NSIsIlRvcCI6MC4wLCJMZWZ0IjowLjAsIlJpZ2h0IjowLjAsIkJvdHRvbSI6MC4wfSwiQmFja2dyb3VuZCI6eyIkaWQiOiIyOTQ2IiwiQ29sb3IiOnsiJGlkIjoiMjk0NyIsIkEiOjI1NSwiUiI6MTEyLCJHIjoxNzMsIkIiOjcxfX0sIklzVmlzaWJsZSI6ZmFsc2UsIldpZHRoIjowLjAsIkhlaWdodCI6MC4wLCJCb3JkZXJTdHlsZSI6eyIkaWQiOiIyOTQ4IiwiTGluZUNvbG9yIjp7IiRpZCI6IjI5NDkiLCIkdHlwZSI6Ik5MUkUuQ29tbW9uLkRvbS5Tb2xpZENvbG9yQnJ1c2gsIE5MUkUuQ29tbW9uIiwiQ29sb3IiOnsiJGlkIjoiMjk1MCIsIkEiOjI1NSwiUiI6NTUsIkciOjU1LCJCIjo1NX19LCJMaW5lV2VpZ2h0IjowLjAsIkxpbmVUeXBlIjowLCJQYXJlbnRTdHlsZSI6bnVsbH0sIlBhcmVudFN0eWxlIjpudWxsfSwiTWFyZ2luIjp7IiRpZCI6IjI5NTEiLCJUb3AiOjAuMCwiTGVmdCI6MC4wLCJSaWdodCI6MC4wLCJCb3R0b20iOjAuMH0sIlBhZGRpbmciOnsiJGlkIjoiMjk1MiIsIlRvcCI6MC4wLCJMZWZ0IjowLjAsIlJpZ2h0IjowLjAsIkJvdHRvbSI6MC4wfSwiQmFja2dyb3VuZCI6bnVsbCwiSXNWaXNpYmxlIjp0cnVlLCJXaWR0aCI6MC4wLCJIZWlnaHQiOjAuMCwiQm9yZGVyU3R5bGUiOm51bGwsIlBhcmVudFN0eWxlIjpudWxsfSwiQmFja2dyb3VuZFN0eWxlIjp7IiRpZCI6IjI5NTMiLCJNYXJnaW4iOnsiJGlkIjoiMjk1NCIsIlRvcCI6MC4wLCJMZWZ0IjowLjAsIlJpZ2h0IjowLjAsIkJvdHRvbSI6MC4wfSwiUGFkZGluZyI6eyIkaWQiOiIyOTU1IiwiVG9wIjowLjAsIkxlZnQiOjAuMCwiUmlnaHQiOjAuMCwiQm90dG9tIjowLjB9LCJCYWNrZ3JvdW5kIjp7IiRpZCI6IjI5NTYiLCJDb2xvciI6eyIkaWQiOiIyOTU3IiwiQSI6MzgsIlIiOjExMiwiRyI6MTczLCJCIjo3MX19LCJJc1Zpc2libGUiOnRydWUsIldpZHRoIjowLjAsIkhlaWdodCI6MC4wLCJCb3JkZXJTdHlsZSI6eyIkaWQiOiIyOTU4IiwiTGluZUNvbG9yIjp7IiRpZCI6IjI5NTkiLCIkdHlwZSI6Ik5MUkUuQ29tbW9uLkRvbS5Tb2xpZENvbG9yQnJ1c2gsIE5MUkUuQ29tbW9uIiwiQ29sb3IiOnsiJGlkIjoiMjk2MCIsIkEiOjI1NSwiUiI6MjM0LCJHIjoyMiwiQiI6MzB9fSwiTGluZVdlaWdodCI6MC4wLCJMaW5lVHlwZSI6MCwiUGFyZW50U3R5bGUiOm51bGx9LCJQYXJlbnRTdHlsZSI6bnVsbH0sIklzQWJvdmVUaW1lYmFuZCI6ZmFsc2UsIlNwYWNpbmciOjIsIkRlZmF1bHRTd2ltbGFuZVRhc2tTdHlsZSI6eyIkaWQiOiIyOTYxIiwiU2hhcGUiOjcsIlNoYXBlVGhpY2tuZXNzIjoxLCJEdXJhdGlvbkZvcm1hdCI6NSwiSW5jbHVkZU5vbldvcmtpbmdEYXlzSW5EdXJhdGlvbiI6ZmFsc2UsIlBlcmNlbnRhZ2VDb21wbGV0ZVN0eWxlIjp7IiRpZCI6IjI5NjIiLCJGb250U2V0dGluZ3MiOnsiJGlkIjoiMjk2MyIsIkZvbnRTaXplIjoxMCwiRm9udE5hbWUiOiJDYWxpYnJpIiwiSXNCb2xkIjp0cnVlLCJJc0l0YWxpYyI6ZmFsc2UsIklzVW5kZXJsaW5lZCI6ZmFsc2UsIlBhcmVudFN0eWxlIjpudWxsfSwiQXV0b1NpemUiOjAsIkZvcmVncm91bmQiOnsiJGlkIjoiMjk2NCIsIkNvbG9yIjp7IiRpZCI6IjI5NjUiLCJBIjoyNTUsIlIiOjU2LCJHIjo4NywiQiI6MzV9fSwiTWF4V2lkdGgiOjIwMC4wLCJNYXhIZWlnaHQiOiJJbmZpbml0eSIsIlNtYXJ0Rm9yZWdyb3VuZElzQWN0aXZlIjpmYWxzZSwiSG9yaXpvbnRhbEFsaWdubWVudCI6MiwiVmVydGljYWxBbGlnbm1lbnQiOjAsIlNtYXJ0Rm9yZWdyb3VuZCI6bnVsbCwiQmFja2dyb3VuZEZpbGxUeXBlIjowLCJNYXJnaW4iOnsiJGlkIjoiMjk2NiIsIlRvcCI6MC4wLCJMZWZ0IjowLjAsIlJpZ2h0IjowLjAsIkJvdHRvbSI6MC4wfSwiUGFkZGluZyI6eyIkaWQiOiIyOTY3IiwiVG9wIjowLjAsIkxlZnQiOjAuMCwiUmlnaHQiOjAuMCwiQm90dG9tIjowLjB9LCJCYWNrZ3JvdW5kIjp7IiRpZCI6IjI5NjgiLCJDb2xvciI6eyIkaWQiOiIyOTY5IiwiQSI6ODksIlIiOjAsIkciOjAsIkIiOjB9fSwiSXNWaXNpYmxlIjp0cnVlLCJXaWR0aCI6MC4wLCJIZWlnaHQiOjAuMCwiQm9yZGVyU3R5bGUiOnsiJGlkIjoiMjk3MCIsIkxpbmVDb2xvciI6bnVsbCwiTGluZVdlaWdodCI6MC4wLCJMaW5lVHlwZSI6MCwiUGFyZW50U3R5bGUiOm51bGx9LCJQYXJlbnRTdHlsZSI6bnVsbH0sIkR1cmF0aW9uU3R5bGUiOnsiJGlkIjoiMjk3MSIsIkZvbnRTZXR0aW5ncyI6eyIkaWQiOiIyOTcyIiwiRm9udFNpemUiOjEwLCJGb250TmFtZSI6IkNhbGlicmkiLCJJc0JvbGQiOnRydWUsIklzSXRhbGljIjpmYWxzZSwiSXNVbmRlcmxpbmVkIjpmYWxzZSwiUGFyZW50U3R5bGUiOm51bGx9LCJBdXRvU2l6ZSI6MCwiRm9yZWdyb3VuZCI6eyIkaWQiOiIyOTczIiwiQ29sb3IiOnsiJGlkIjoiMjk3NCIsIkEiOjI1NSwiUiI6NTYsIkciOjg3LCJCIjozNX19LCJNYXhXaWR0aCI6MjAwLjAsIk1heEhlaWdodCI6IkluZmluaXR5IiwiU21hcnRGb3JlZ3JvdW5kSXNBY3RpdmUiOmZhbHNlLCJIb3Jpem9udGFsQWxpZ25tZW50IjowLCJWZXJ0aWNhbEFsaWdubWVudCI6MCwiU21hcnRGb3JlZ3JvdW5kIjpudWxsLCJCYWNrZ3JvdW5kRmlsbFR5cGUiOjAsIk1hcmdpbiI6eyIkaWQiOiIyOTc1IiwiVG9wIjowLjAsIkxlZnQiOjAuMCwiUmlnaHQiOjAuMCwiQm90dG9tIjowLjB9LCJQYWRkaW5nIjp7IiRpZCI6IjI5NzYiLCJUb3AiOjAuMCwiTGVmdCI6MC4wLCJSaWdodCI6MC4wLCJCb3R0b20iOjAuMH0sIkJhY2tncm91bmQiOnsiJGlkIjoiMjk3NyIsIkNvbG9yIjp7IiRpZCI6IjI5NzgiLCJBIjo4OSwiUiI6MCwiRyI6MCwiQiI6MH19LCJJc1Zpc2libGUiOnRydWUsIldpZHRoIjowLjAsIkhlaWdodCI6MC4wLCJCb3JkZXJTdHlsZSI6eyIkaWQiOiIyOTc5IiwiTGluZUNvbG9yIjpudWxsLCJMaW5lV2VpZ2h0IjowLjAsIkxpbmVUeXBlIjowLCJQYXJlbnRTdHlsZSI6bnVsbH0sIlBhcmVudFN0eWxlIjpudWxsfSwiSG9yaXpvbnRhbENvbm5lY3RvclN0eWxlIjp7IiRpZCI6IjI5ODAiLCJMaW5lQ29sb3IiOnsiJGlkIjoiMjk4MSIsIiR0eXBlIjoiTkxSRS5Db21tb24uRG9tLlNvbGlkQ29sb3JCcnVzaCwgTkxSRS5Db21tb24iLCJDb2xvciI6eyIkaWQiOiIyOTgyIiwiQSI6MjU1LCJSIjoyMDQsIkciOjIwNCwiQiI6MjA0fX0sIkxpbmVXZWlnaHQiOjEuMCwiTGluZVR5cGUiOjAsIlBhcmVudFN0eWxlIjpudWxsfSwiVmVydGljYWxDb25uZWN0b3JTdHlsZSI6eyIkaWQiOiIyOTgzIiwiTGluZUNvbG9yIjp7IiRpZCI6IjI5ODQiLCIkdHlwZSI6Ik5MUkUuQ29tbW9uLkRvbS5Tb2xpZENvbG9yQnJ1c2gsIE5MUkUuQ29tbW9uIiwiQ29sb3IiOnsiJGlkIjoiMjk4NSIsIkEiOjI1NSwiUiI6MjA0LCJHIjoyMDQsIkIiOjIwNH19LCJMaW5lV2VpZ2h0IjowLjAsIkxpbmVUeXBlIjowLCJQYXJlbnRTdHlsZSI6bnVsbH0sIk1hcmdpbiI6bnVsbCwiU3RhcnREYXRlUG9zaXRpb24iOjYsIkVuZERhdGVQb3NpdGlvbiI6NiwiRGF0ZUlzVmlzaWJsZSI6ZmFsc2UsIlRpdGxlUG9zaXRpb24iOjEsIkR1cmF0aW9uUG9zaXRpb24iOjAsIlBlcmNlbnRhZ2VDb21wbGV0ZWRQb3NpdGlvbiI6MywiU3BhY2luZyI6MywiSXNCZWxvd1RpbWViYW5kIjp0cnVlLCJQZXJjZW50YWdlQ29tcGxldGVTaGFwZU9wYWNpdHkiOjM1LCJCYXNlbGluZVN0eWxlIjp7IiRpZCI6IjI5ODYiLCJTaGFwZVN0eWxlIjp7IiRpZCI6IjI5ODciLCJNYXJnaW4iOnsiJGlkIjoiMjk4OCIsIlRvcCI6MC4wLCJMZWZ0IjowLjAsIlJpZ2h0IjowLjAsIkJvdHRvbSI6MC4wfSwiUGFkZGluZyI6eyIkaWQiOiIyOTg5IiwiVG9wIjowLjAsIkxlZnQiOjAuMCwiUmlnaHQiOjAuMCwiQm90dG9tIjowLjB9LCJCYWNrZ3JvdW5kIjp7IiRpZCI6IjI5OTAiLCJDb2xvciI6eyIkaWQiOiIyOTkxIiwiQSI6MTUzLCJSIjowLCJHIjowLCJCIjowfX0sIklzVmlzaWJsZSI6dHJ1ZSwiV2lkdGgiOjAuMCwiSGVpZ2h0IjowLjAsIkJvcmRlclN0eWxlIjp7IiRpZCI6IjI5OTIiLCJMaW5lQ29sb3IiOnsiJGlkIjoiMjk5MyIsIiR0eXBlIjoiTkxSRS5Db21tb24uRG9tLlNvbGlkQ29sb3JCcnVzaCwgTkxSRS5Db21tb24iLCJDb2xvciI6eyIkaWQiOiIyOTk0IiwiQSI6MjU1LCJSIjoyNTUsIkciOjAsIkIiOjB9fSwiTGluZVdlaWdodCI6MC4wLCJMaW5lVHlwZSI6MCwiUGFyZW50U3R5bGUiOm51bGx9LCJQYXJlbnRTdHlsZSI6bnVsbH0sIk1hcmdpbiI6eyIkaWQiOiIyOTk1IiwiVG9wIjowLjAsIkxlZnQiOjAuMCwiUmlnaHQiOjAuMCwiQm90dG9tIjowLjB9LCJQYWRkaW5nIjp7IiRpZCI6IjI5OTYiLCJUb3AiOjAuMCwiTGVmdCI6MC4wLCJSaWdodCI6MC4wLCJCb3R0b20iOjAuMH0sIkJhY2tncm91bmQiOm51bGwsIklzVmlzaWJsZSI6dHJ1ZSwiV2lkdGgiOjAuMCwiSGVpZ2h0IjowLjAsIkJvcmRlclN0eWxlIjpudWxsLCJQYXJlbnRTdHlsZSI6bnVsbH0sIlNoYXBlU3R5bGUiOnsiJGlkIjoiMjk5NyIsIk1hcmdpbiI6eyIkaWQiOiIyOTk4IiwiVG9wIjowLjAsIkxlZnQiOjQuMCwiUmlnaHQiOjQuMCwiQm90dG9tIjowLjB9LCJQYWRkaW5nIjp7IiRpZCI6IjI5OTkiLCJUb3AiOjAuMCwiTGVmdCI6MC4wLCJSaWdodCI6MC4wLCJCb3R0b20iOjAuMH0sIkJhY2tncm91bmQiOnsiJGlkIjoiMzAwMCIsIkNvbG9yIjp7IiRpZCI6IjMwMDEiLCJBIjoyNTUsIlIiOjExMiwiRyI6MTczLCJCIjo3MX19LCJJc1Zpc2libGUiOnRydWUsIldpZHRoIjowLjAsIkhlaWdodCI6MTYuMCwiQm9yZGVyU3R5bGUiOnsiJGlkIjoiMzAwMiIsIkxpbmVDb2xvciI6eyIkaWQiOiIzMDAzIiwiJHR5cGUiOiJOTFJFLkNvbW1vbi5Eb20uU29saWRDb2xvckJydXNoLCBOTFJFLkNvbW1vbiIsIkNvbG9yIjp7IiRpZCI6IjMwMDQiLCJBIjoyNTUsIlIiOjIzNCwiRyI6MjIsIkIiOjMwfX0sIkxpbmVXZWlnaHQiOjAuMCwiTGluZVR5cGUiOjAsIlBhcmVudFN0eWxlIjpudWxsfSwiUGFyZW50U3R5bGUiOm51bGx9LCJUaXRsZVN0eWxlIjp7IiRpZCI6IjMwMDUiLCJGb250U2V0dGluZ3MiOnsiJGlkIjoiMzAwNiIsIkZvbnRTaXplIjo5LCJGb250TmFtZSI6IkNhbGlicmkiLCJJc0JvbGQiOnRydWUsIklzSXRhbGljIjpmYWxzZSwiSXNVbmRlcmxpbmVkIjpmYWxzZSwiUGFyZW50U3R5bGUiOm51bGx9LCJBdXRvU2l6ZSI6MCwiRm9yZWdyb3VuZCI6eyIkaWQiOiIzMDA3IiwiQ29sb3IiOnsiJGlkIjoiMzAwOC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zMDA5IiwiVG9wIjowLjAsIkxlZnQiOjAuMCwiUmlnaHQiOjAuMCwiQm90dG9tIjowLjB9LCJQYWRkaW5nIjp7IiRpZCI6IjMwMTAiLCJUb3AiOjAuMCwiTGVmdCI6MC4wLCJSaWdodCI6MC4wLCJCb3R0b20iOjAuMH0sIkJhY2tncm91bmQiOnsiJGlkIjoiMzAxMSIsIkNvbG9yIjp7IiRpZCI6IjMwMTIiLCJBIjo4OSwiUiI6MCwiRyI6MCwiQiI6MH19LCJJc1Zpc2libGUiOnRydWUsIldpZHRoIjowLjAsIkhlaWdodCI6MC4wLCJCb3JkZXJTdHlsZSI6eyIkaWQiOiIzMDEzIiwiTGluZUNvbG9yIjpudWxsLCJMaW5lV2VpZ2h0IjowLjAsIkxpbmVUeXBlIjowLCJQYXJlbnRTdHlsZSI6bnVsbH0sIlBhcmVudFN0eWxlIjpudWxsfSwiRGF0ZVN0eWxlIjp7IiRpZCI6IjMwMTQiLCJGb250U2V0dGluZ3MiOnsiJGlkIjoiMzAxNSIsIkZvbnRTaXplIjoxMCwiRm9udE5hbWUiOiJDYWxpYnJpIiwiSXNCb2xkIjpmYWxzZSwiSXNJdGFsaWMiOmZhbHNlLCJJc1VuZGVybGluZWQiOmZhbHNlLCJQYXJlbnRTdHlsZSI6bnVsbH0sIkF1dG9TaXplIjowLCJGb3JlZ3JvdW5kIjp7IiRpZCI6IjMwMTYiLCJDb2xvciI6eyIkaWQiOiIzMDE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MDE4IiwiVG9wIjowLjAsIkxlZnQiOjAuMCwiUmlnaHQiOjAuMCwiQm90dG9tIjowLjB9LCJQYWRkaW5nIjp7IiRpZCI6IjMwMTkiLCJUb3AiOjAuMCwiTGVmdCI6MC4wLCJSaWdodCI6MC4wLCJCb3R0b20iOjAuMH0sIkJhY2tncm91bmQiOnsiJGlkIjoiMzAyMCIsIkNvbG9yIjp7IiRpZCI6IjMwMjEiLCJBIjo4OSwiUiI6MCwiRyI6MCwiQiI6MH19LCJJc1Zpc2libGUiOnRydWUsIldpZHRoIjowLjAsIkhlaWdodCI6MC4wLCJCb3JkZXJTdHlsZSI6eyIkaWQiOiIzMDIyIiwiTGluZUNvbG9yIjpudWxsLCJMaW5lV2VpZ2h0IjowLjAsIkxpbmVUeXBlIjowLCJQYXJlbnRTdHlsZSI6bnVsbH0sIlBhcmVudFN0eWxlIjpudWxsfSwiRGF0ZUZvcm1hdCI6eyIkaWQiOiIzMDI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wMjQiLCJGb3JtYXQiOjAsIklzVmlzaWJsZSI6ZmFsc2UsIkxhc3RLbm93blZpc2liaWxpdHlTdGF0ZSI6ZmFsc2V9LCJJc1Zpc2libGUiOnRydWUsIlBhcmVudFN0eWxlIjpudWxsfSwiRGVmYXVsdFN3aW1sYW5lTW90U3R5bGUiOnsiJGlkIjoiMzAyNSIsIlNoYXBlIjowLCJDb25uZWN0b3JNYXJnaW4iOnsiJGlkIjoiMzAyNiIsIlRvcCI6MC4wLCJMZWZ0IjoyLjAsIlJpZ2h0IjoyLjAsIkJvdHRvbSI6MC4wfSwiQ29ubmVjdG9yU3R5bGUiOnsiJGlkIjoiMzAyNyIsIkxpbmVDb2xvciI6eyIkaWQiOiIzMDI4IiwiJHR5cGUiOiJOTFJFLkNvbW1vbi5Eb20uU29saWRDb2xvckJydXNoLCBOTFJFLkNvbW1vbiIsIkNvbG9yIjp7IiRpZCI6IjMwMjkiLCJBIjoxMjcsIlIiOjc5LCJHIjoxMjksIkIiOjE4OX19LCJMaW5lV2VpZ2h0IjoxLjAsIkxpbmVUeXBlIjowLCJQYXJlbnRTdHlsZSI6bnVsbH0sIklzQmVsb3dUaW1lYmFuZCI6ZmFsc2UsIlBvc2l0aW9uT25UYXNrIjoxLCJIaWRlRGF0ZSI6ZmFsc2UsIlNoYXBlU2l6ZSI6MSwiU3BhY2luZyI6MC4wLCJQYWRkaW5nIjp7IiRpZCI6IjMwMzAiLCJUb3AiOjUuMCwiTGVmdCI6My4wLCJSaWdodCI6MC4wLCJCb3R0b20iOjIuMH0sIlNoYXBlU3R5bGUiOnsiJGlkIjoiMzAzMSIsIk1hcmdpbiI6eyIkaWQiOiIzMDMyIiwiVG9wIjowLjAsIkxlZnQiOjAuMCwiUmlnaHQiOjAuMCwiQm90dG9tIjowLjB9LCJQYWRkaW5nIjp7IiRpZCI6IjMwMzMiLCJUb3AiOjAuMCwiTGVmdCI6MC4wLCJSaWdodCI6MC4wLCJCb3R0b20iOjAuMH0sIkJhY2tncm91bmQiOnsiJGlkIjoiMzAzNCIsIkNvbG9yIjp7IiRpZCI6IjMwMzUiLCJBIjoyNTUsIlIiOjExMiwiRyI6MTczLCJCIjo3MX19LCJJc1Zpc2libGUiOnRydWUsIldpZHRoIjoxOC4wLCJIZWlnaHQiOjIwLjAsIkJvcmRlclN0eWxlIjp7IiRpZCI6IjMwMzYiLCJMaW5lQ29sb3IiOnsiJGlkIjoiMzAzNyIsIiR0eXBlIjoiTkxSRS5Db21tb24uRG9tLlNvbGlkQ29sb3JCcnVzaCwgTkxSRS5Db21tb24iLCJDb2xvciI6eyIkaWQiOiIzMDM4IiwiQSI6MjU1LCJSIjoyMzQsIkciOjIyLCJCIjozMH19LCJMaW5lV2VpZ2h0IjowLjAsIkxpbmVUeXBlIjowLCJQYXJlbnRTdHlsZSI6bnVsbH0sIlBhcmVudFN0eWxlIjpudWxsfSwiVGl0bGVTdHlsZSI6eyIkaWQiOiIzMDM5IiwiRm9udFNldHRpbmdzIjp7IiRpZCI6IjMwNDAiLCJGb250U2l6ZSI6OSwiRm9udE5hbWUiOiJDYWxpYnJpIiwiSXNCb2xkIjp0cnVlLCJJc0l0YWxpYyI6ZmFsc2UsIklzVW5kZXJsaW5lZCI6ZmFsc2UsIlBhcmVudFN0eWxlIjpudWxsfSwiQXV0b1NpemUiOjAsIkZvcmVncm91bmQiOnsiJGlkIjoiMzA0MSIsIkNvbG9yIjp7IiRpZCI6IjMwNDI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zA0MyIsIlRvcCI6MC4wLCJMZWZ0IjowLjAsIlJpZ2h0IjowLjAsIkJvdHRvbSI6MC4wfSwiUGFkZGluZyI6eyIkaWQiOiIzMDQ0IiwiVG9wIjowLjAsIkxlZnQiOjAuMCwiUmlnaHQiOjAuMCwiQm90dG9tIjowLjB9LCJCYWNrZ3JvdW5kIjp7IiRpZCI6IjMwNDUiLCJDb2xvciI6eyIkaWQiOiIzMDQ2IiwiQSI6ODksIlIiOjAsIkciOjAsIkIiOjB9fSwiSXNWaXNpYmxlIjp0cnVlLCJXaWR0aCI6MC4wLCJIZWlnaHQiOjAuMCwiQm9yZGVyU3R5bGUiOnsiJGlkIjoiMzA0NyIsIkxpbmVDb2xvciI6bnVsbCwiTGluZVdlaWdodCI6MC4wLCJMaW5lVHlwZSI6MCwiUGFyZW50U3R5bGUiOm51bGx9LCJQYXJlbnRTdHlsZSI6bnVsbH0sIkRhdGVTdHlsZSI6eyIkaWQiOiIzMDQ4IiwiRm9udFNldHRpbmdzIjp7IiRpZCI6IjMwNDkiLCJGb250U2l6ZSI6OSwiRm9udE5hbWUiOiJDYWxpYnJpIiwiSXNCb2xkIjpmYWxzZSwiSXNJdGFsaWMiOmZhbHNlLCJJc1VuZGVybGluZWQiOmZhbHNlLCJQYXJlbnRTdHlsZSI6bnVsbH0sIkF1dG9TaXplIjowLCJGb3JlZ3JvdW5kIjp7IiRpZCI6IjMwNTAiLCJDb2xvciI6eyIkaWQiOiIzMDU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MDUyIiwiVG9wIjowLjAsIkxlZnQiOjAuMCwiUmlnaHQiOjAuMCwiQm90dG9tIjowLjB9LCJQYWRkaW5nIjp7IiRpZCI6IjMwNTMiLCJUb3AiOjAuMCwiTGVmdCI6MC4wLCJSaWdodCI6MC4wLCJCb3R0b20iOjAuMH0sIkJhY2tncm91bmQiOnsiJGlkIjoiMzA1NCIsIkNvbG9yIjp7IiRpZCI6IjMwNTUiLCJBIjo4OSwiUiI6MCwiRyI6MCwiQiI6MH19LCJJc1Zpc2libGUiOmZhbHNlLCJXaWR0aCI6MC4wLCJIZWlnaHQiOjAuMCwiQm9yZGVyU3R5bGUiOnsiJGlkIjoiMzA1NiIsIkxpbmVDb2xvciI6bnVsbCwiTGluZVdlaWdodCI6MC4wLCJMaW5lVHlwZSI6MCwiUGFyZW50U3R5bGUiOm51bGx9LCJQYXJlbnRTdHlsZSI6bnVsbH0sIkRhdGVGb3JtYXQiOnsiJGlkIjoiMzA1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DU4IiwiRm9ybWF0IjowLCJJc1Zpc2libGUiOmZhbHNlLCJMYXN0S25vd25WaXNpYmlsaXR5U3RhdGUiOmZhbHNlfSwiSXNWaXNpYmxlIjp0cnVlLCJQYXJlbnRTdHlsZSI6bnVsbH0sIkRlZmF1bHRTd2ltbGFuZU1pbGVzdG9uZVN0eWxlIjp7IiRpZCI6IjMwNTkiLCJUaXRsZVBvc2l0aW9uIjoiUmlnaHQiLCJEYXRlUG9zaXRpb24iOiJMZWZ0IiwiU2hhcGVUeXBlIjowLCJTaGFwZVNpemUiOjEsIlNwYWNpbmciOjUsIlNoYXBlU3R5bGUiOnsiJGlkIjoiMzA2MCIsIk1hcmdpbiI6eyIkaWQiOiIzMDYxIiwiVG9wIjowLjAsIkxlZnQiOjAuMCwiUmlnaHQiOjAuMCwiQm90dG9tIjowLjB9LCJQYWRkaW5nIjp7IiRpZCI6IjMwNjIiLCJUb3AiOjAuMCwiTGVmdCI6MC4wLCJSaWdodCI6MC4wLCJCb3R0b20iOjAuMH0sIkJhY2tncm91bmQiOnsiJGlkIjoiMzA2MyIsIkNvbG9yIjp7IiRpZCI6IjMwNjQiLCJBIjoyNTUsIlIiOjExMiwiRyI6MTczLCJCIjo3MX19LCJJc1Zpc2libGUiOnRydWUsIldpZHRoIjoxOC4wLCJIZWlnaHQiOjIwLjAsIkJvcmRlclN0eWxlIjp7IiRpZCI6IjMwNjUiLCJMaW5lQ29sb3IiOnsiJGlkIjoiMzA2NiIsIiR0eXBlIjoiTkxSRS5Db21tb24uRG9tLlNvbGlkQ29sb3JCcnVzaCwgTkxSRS5Db21tb24iLCJDb2xvciI6eyIkaWQiOiIzMDY3IiwiQSI6MjU1LCJSIjoyMzQsIkciOjIyLCJCIjozMH19LCJMaW5lV2VpZ2h0IjowLjAsIkxpbmVUeXBlIjowLCJQYXJlbnRTdHlsZSI6bnVsbH0sIlBhcmVudFN0eWxlIjpudWxsfSwiVGl0bGVTdHlsZSI6eyIkaWQiOiIzMDY4IiwiRm9udFNldHRpbmdzIjp7IiRpZCI6IjMwNjkiLCJGb250U2l6ZSI6OSwiRm9udE5hbWUiOiJDYWxpYnJpIiwiSXNCb2xkIjp0cnVlLCJJc0l0YWxpYyI6ZmFsc2UsIklzVW5kZXJsaW5lZCI6ZmFsc2UsIlBhcmVudFN0eWxlIjpudWxsfSwiQXV0b1NpemUiOjAsIkZvcmVncm91bmQiOnsiJGlkIjoiMzA3MCIsIkNvbG9yIjp7IiRpZCI6IjMwNzE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zA3MiIsIlRvcCI6MC4wLCJMZWZ0IjowLjAsIlJpZ2h0IjowLjAsIkJvdHRvbSI6MC4wfSwiUGFkZGluZyI6eyIkaWQiOiIzMDczIiwiVG9wIjowLjAsIkxlZnQiOjAuMCwiUmlnaHQiOjAuMCwiQm90dG9tIjowLjB9LCJCYWNrZ3JvdW5kIjp7IiRpZCI6IjMwNzQiLCJDb2xvciI6eyIkaWQiOiIzMDc1IiwiQSI6ODksIlIiOjAsIkciOjAsIkIiOjB9fSwiSXNWaXNpYmxlIjp0cnVlLCJXaWR0aCI6MC4wLCJIZWlnaHQiOjAuMCwiQm9yZGVyU3R5bGUiOnsiJGlkIjoiMzA3NiIsIkxpbmVDb2xvciI6bnVsbCwiTGluZVdlaWdodCI6MC4wLCJMaW5lVHlwZSI6MCwiUGFyZW50U3R5bGUiOm51bGx9LCJQYXJlbnRTdHlsZSI6bnVsbH0sIkRhdGVTdHlsZSI6eyIkaWQiOiIzMDc3IiwiRm9udFNldHRpbmdzIjp7IiRpZCI6IjMwNzgiLCJGb250U2l6ZSI6OSwiRm9udE5hbWUiOiJDYWxpYnJpIiwiSXNCb2xkIjpmYWxzZSwiSXNJdGFsaWMiOmZhbHNlLCJJc1VuZGVybGluZWQiOmZhbHNlLCJQYXJlbnRTdHlsZSI6bnVsbH0sIkF1dG9TaXplIjowLCJGb3JlZ3JvdW5kIjp7IiRpZCI6IjMwNzkiLCJDb2xvciI6eyIkaWQiOiIzMDg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MDgxIiwiVG9wIjowLjAsIkxlZnQiOjAuMCwiUmlnaHQiOjAuMCwiQm90dG9tIjowLjB9LCJQYWRkaW5nIjp7IiRpZCI6IjMwODIiLCJUb3AiOjAuMCwiTGVmdCI6MC4wLCJSaWdodCI6MC4wLCJCb3R0b20iOjAuMH0sIkJhY2tncm91bmQiOnsiJGlkIjoiMzA4MyIsIkNvbG9yIjp7IiRpZCI6IjMwODQiLCJBIjo4OSwiUiI6MCwiRyI6MCwiQiI6MH19LCJJc1Zpc2libGUiOmZhbHNlLCJXaWR0aCI6MC4wLCJIZWlnaHQiOjAuMCwiQm9yZGVyU3R5bGUiOnsiJGlkIjoiMzA4NSIsIkxpbmVDb2xvciI6bnVsbCwiTGluZVdlaWdodCI6MC4wLCJMaW5lVHlwZSI6MCwiUGFyZW50U3R5bGUiOm51bGx9LCJQYXJlbnRTdHlsZSI6bnVsbH0sIkRhdGVGb3JtYXQiOnsiJGlkIjoiMzA4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Dg3IiwiRm9ybWF0IjowLCJJc1Zpc2libGUiOmZhbHNlLCJMYXN0S25vd25WaXNpYmlsaXR5U3RhdGUiOmZhbHNlfSwiSXNWaXNpYmxlIjp0cnVlLCJQYXJlbnRTdHlsZSI6bnVsbH0sIkRlZmF1bHRTd2ltbGFuZUFjdGl2aXR5U3R5bGUiOnsiJGlkIjoiMzA4OCIsIkhlYWRlclN0eWxlIjp7IiRpZCI6IjMwODkiLCJUZXh0U3R5bGUiOnsiJGlkIjoiMzA5MCIsIkZvbnRTZXR0aW5ncyI6eyIkaWQiOiIzMDkxIiwiRm9udFNpemUiOjEyLCJGb250TmFtZSI6IkNhbGlicmkiLCJJc0JvbGQiOmZhbHNlLCJJc0l0YWxpYyI6ZmFsc2UsIklzVW5kZXJsaW5lZCI6ZmFsc2UsIlBhcmVudFN0eWxlIjpudWxsfSwiQXV0b1NpemUiOjAsIkZvcmVncm91bmQiOnsiJGlkIjoiMzA5MiIsIkNvbG9yIjp7IiRpZCI6IjMwOTMiLCJBIjoyNTUsIlIiOjAsIkciOjAsIkIiOjB9fSwiTWF4V2lkdGgiOjAuMCwiTWF4SGVpZ2h0IjowLjAsIlNtYXJ0Rm9yZWdyb3VuZElzQWN0aXZlIjpmYWxzZSwiSG9yaXpvbnRhbEFsaWdubWVudCI6MCwiVmVydGljYWxBbGlnbm1lbnQiOjAsIlNtYXJ0Rm9yZWdyb3VuZCI6bnVsbCwiQmFja2dyb3VuZEZpbGxUeXBlIjowLCJNYXJnaW4iOnsiJGlkIjoiMzA5NCIsIlRvcCI6MC4wLCJMZWZ0IjowLjAsIlJpZ2h0IjowLjAsIkJvdHRvbSI6MC4wfSwiUGFkZGluZyI6eyIkaWQiOiIzMDk1IiwiVG9wIjowLjAsIkxlZnQiOjAuMCwiUmlnaHQiOjAuMCwiQm90dG9tIjowLjB9LCJCYWNrZ3JvdW5kIjpudWxsLCJJc1Zpc2libGUiOmZhbHNlLCJXaWR0aCI6MC4wLCJIZWlnaHQiOjAuMCwiQm9yZGVyU3R5bGUiOm51bGwsIlBhcmVudFN0eWxlIjpudWxsfSwiUmVjdGFuZ2xlU3R5bGUiOnsiJGlkIjoiMzA5NiIsIk1hcmdpbiI6eyIkaWQiOiIzMDk3IiwiVG9wIjowLjAsIkxlZnQiOjAuMCwiUmlnaHQiOjAuMCwiQm90dG9tIjowLjB9LCJQYWRkaW5nIjp7IiRpZCI6IjMwOTgiLCJUb3AiOjAuMCwiTGVmdCI6MC4wLCJSaWdodCI6MC4wLCJCb3R0b20iOjAuMH0sIkJhY2tncm91bmQiOnsiJGlkIjoiMzA5OSIsIkNvbG9yIjp7IiRpZCI6IjMxMDAiLCJBIjo2MywiUiI6MTEyLCJHIjoxNzMsIkIiOjcxfX0sIklzVmlzaWJsZSI6ZmFsc2UsIldpZHRoIjowLjAsIkhlaWdodCI6MC4wLCJCb3JkZXJTdHlsZSI6eyIkaWQiOiIzMTAxIiwiTGluZUNvbG9yIjp7IiRpZCI6IjMxMDIiLCIkdHlwZSI6Ik5MUkUuQ29tbW9uLkRvbS5Tb2xpZENvbG9yQnJ1c2gsIE5MUkUuQ29tbW9uIiwiQ29sb3IiOnsiJGlkIjoiMzEwMyIsIkEiOjI1NSwiUiI6MjU1LCJHIjowLCJCIjowfX0sIkxpbmVXZWlnaHQiOjAuMCwiTGluZVR5cGUiOjAsIlBhcmVudFN0eWxlIjpudWxsfSwiUGFyZW50U3R5bGUiOm51bGx9LCJNYXJnaW4iOnsiJGlkIjoiMzEwNCIsIlRvcCI6MC4wLCJMZWZ0IjowLjAsIlJpZ2h0IjowLjAsIkJvdHRvbSI6MC4wfSwiUGFkZGluZyI6eyIkaWQiOiIzMTA1IiwiVG9wIjowLjAsIkxlZnQiOjAuMCwiUmlnaHQiOjAuMCwiQm90dG9tIjowLjB9LCJCYWNrZ3JvdW5kIjpudWxsLCJJc1Zpc2libGUiOnRydWUsIldpZHRoIjowLjAsIkhlaWdodCI6MC4wLCJCb3JkZXJTdHlsZSI6bnVsbCwiUGFyZW50U3R5bGUiOm51bGx9LCJCYWNrZ3JvdW5kU3R5bGUiOnsiJGlkIjoiMzEwNiIsIk1hcmdpbiI6eyIkaWQiOiIzMTA3IiwiVG9wIjowLjAsIkxlZnQiOjAuMCwiUmlnaHQiOjAuMCwiQm90dG9tIjowLjB9LCJQYWRkaW5nIjp7IiRpZCI6IjMxMDgiLCJUb3AiOjAuMCwiTGVmdCI6MC4wLCJSaWdodCI6MC4wLCJCb3R0b20iOjAuMH0sIkJhY2tncm91bmQiOnsiJGlkIjoiMzEwOSIsIkNvbG9yIjp7IiRpZCI6IjMxMTAiLCJBIjozOCwiUiI6MTEyLCJHIjoxNzMsIkIiOjcxfX0sIklzVmlzaWJsZSI6dHJ1ZSwiV2lkdGgiOjAuMCwiSGVpZ2h0IjowLjAsIkJvcmRlclN0eWxlIjp7IiRpZCI6IjMxMTEiLCJMaW5lQ29sb3IiOnsiJGlkIjoiMzExMiIsIiR0eXBlIjoiTkxSRS5Db21tb24uRG9tLlNvbGlkQ29sb3JCcnVzaCwgTkxSRS5Db21tb24iLCJDb2xvciI6eyIkaWQiOiIzMTEzIiwiQSI6MjU1LCJSIjoyMzQsIkciOjIyLCJCIjozMH19LCJMaW5lV2VpZ2h0IjowLjAsIkxpbmVUeXBlIjowLCJQYXJlbnRTdHlsZSI6bnVsbH0sIlBhcmVudFN0eWxlIjpudWxsfSwiTWFyZ2luIjp7IiRpZCI6IjMxMTQiLCJUb3AiOjAuMCwiTGVmdCI6MC4wLCJSaWdodCI6MC4wLCJCb3R0b20iOjAuMH0sIlBhZGRpbmciOnsiJGlkIjoiMzExNSIsIlRvcCI6MC4wLCJMZWZ0IjowLjAsIlJpZ2h0IjowLjAsIkJvdHRvbSI6MC4wfSwiSXNWaXNpYmxlIjp0cnVlLCJXaWR0aCI6MC4wLCJIZWlnaHQiOjAuMCwiQm9yZGVyU3R5bGUiOm51bGwsIlBhcmVudFN0eWxlIjpudWxsfSwiTWFyZ2luIjp7IiRpZCI6IjMxMTYiLCJUb3AiOjAuMCwiTGVmdCI6MC4wLCJSaWdodCI6MC4wLCJCb3R0b20iOjAuMH0sIlBhZGRpbmciOnsiJGlkIjoiMzExNyIsIlRvcCI6MC4wLCJMZWZ0IjowLjAsIlJpZ2h0IjowLjAsIkJvdHRvbSI6MC4wfSwiSXNWaXNpYmxlIjp0cnVlLCJXaWR0aCI6MC4wLCJIZWlnaHQiOjAuMCwiQm9yZGVyU3R5bGUiOm51bGwsIlBhcmVudFN0eWxlIjpudWxsfSx7IiRpZCI6IjMxMTgiLCJTdHlsZUlkIjoiMDAwMDAwMDAtMDAwMC0wMDAwLTAwMDAtMDAwMDAwMDAwMDAwIiwiSGVhZGVyU3R5bGUiOnsiJGlkIjoiMzExOSIsIlRleHRJc1ZlcnRpY2FsIjpmYWxzZSwiVGV4dFN0eWxlIjp7IiRpZCI6IjMxMjAiLCJGb250U2V0dGluZ3MiOnsiJGlkIjoiMzEyMSIsIkZvbnRTaXplIjoxMiwiRm9udE5hbWUiOiJDYWxpYnJpIiwiSXNCb2xkIjp0cnVlLCJJc0l0YWxpYyI6ZmFsc2UsIklzVW5kZXJsaW5lZCI6ZmFsc2UsIlBhcmVudFN0eWxlIjpudWxsfSwiQXV0b1NpemUiOjAsIkZvcmVncm91bmQiOnsiJGlkIjoiMzEyMiIsIkNvbG9yIjp7IiRpZCI6IjMxMjMiLCJBIjoyNTUsIlIiOjI1NSwiRyI6MjU1LCJCIjoyNTV9fSwiTWF4V2lkdGgiOjAuMCwiTWF4SGVpZ2h0IjowLjAsIlNtYXJ0Rm9yZWdyb3VuZElzQWN0aXZlIjpmYWxzZSwiSG9yaXpvbnRhbEFsaWdubWVudCI6MCwiVmVydGljYWxBbGlnbm1lbnQiOjAsIlNtYXJ0Rm9yZWdyb3VuZCI6bnVsbCwiQmFja2dyb3VuZEZpbGxUeXBlIjowLCJNYXJnaW4iOnsiJGlkIjoiMzEyNCIsIlRvcCI6MC4wLCJMZWZ0IjowLjAsIlJpZ2h0IjowLjAsIkJvdHRvbSI6MC4wfSwiUGFkZGluZyI6eyIkaWQiOiIzMTI1IiwiVG9wIjowLjAsIkxlZnQiOjAuMCwiUmlnaHQiOjAuMCwiQm90dG9tIjowLjB9LCJCYWNrZ3JvdW5kIjpudWxsLCJJc1Zpc2libGUiOmZhbHNlLCJXaWR0aCI6MC4wLCJIZWlnaHQiOjAuMCwiQm9yZGVyU3R5bGUiOm51bGwsIlBhcmVudFN0eWxlIjpudWxsfSwiUmVjdGFuZ2xlU3R5bGUiOnsiJGlkIjoiMzEyNiIsIk1hcmdpbiI6eyIkaWQiOiIzMTI3IiwiVG9wIjowLjAsIkxlZnQiOjAuMCwiUmlnaHQiOjAuMCwiQm90dG9tIjowLjB9LCJQYWRkaW5nIjp7IiRpZCI6IjMxMjgiLCJUb3AiOjAuMCwiTGVmdCI6MC4wLCJSaWdodCI6MC4wLCJCb3R0b20iOjAuMH0sIkJhY2tncm91bmQiOnsiJGlkIjoiMzEyOSIsIkNvbG9yIjp7IiRpZCI6IjMxMzAiLCJBIjoyNTUsIlIiOjY4LCJHIjoxMTQsIkIiOjE5Nn19LCJJc1Zpc2libGUiOmZhbHNlLCJXaWR0aCI6MC4wLCJIZWlnaHQiOjAuMCwiQm9yZGVyU3R5bGUiOnsiJGlkIjoiMzEzMSIsIkxpbmVDb2xvciI6eyIkaWQiOiIzMTMyIiwiJHR5cGUiOiJOTFJFLkNvbW1vbi5Eb20uU29saWRDb2xvckJydXNoLCBOTFJFLkNvbW1vbiIsIkNvbG9yIjp7IiRpZCI6IjMxMzMiLCJBIjoyNTUsIlIiOjg4LCJHIjozOSwiQiI6N319LCJMaW5lV2VpZ2h0IjowLjAsIkxpbmVUeXBlIjowLCJQYXJlbnRTdHlsZSI6bnVsbH0sIlBhcmVudFN0eWxlIjpudWxsfSwiTWFyZ2luIjp7IiRpZCI6IjMxMzQiLCJUb3AiOjAuMCwiTGVmdCI6MC4wLCJSaWdodCI6MC4wLCJCb3R0b20iOjAuMH0sIlBhZGRpbmciOnsiJGlkIjoiMzEzNSIsIlRvcCI6MC4wLCJMZWZ0IjowLjAsIlJpZ2h0IjowLjAsIkJvdHRvbSI6MC4wfSwiQmFja2dyb3VuZCI6bnVsbCwiSXNWaXNpYmxlIjp0cnVlLCJXaWR0aCI6MC4wLCJIZWlnaHQiOjAuMCwiQm9yZGVyU3R5bGUiOm51bGwsIlBhcmVudFN0eWxlIjpudWxsfSwiQmFja2dyb3VuZFN0eWxlIjp7IiRpZCI6IjMxMzYiLCJNYXJnaW4iOnsiJGlkIjoiMzEzNyIsIlRvcCI6MC4wLCJMZWZ0IjowLjAsIlJpZ2h0IjowLjAsIkJvdHRvbSI6MC4wfSwiUGFkZGluZyI6eyIkaWQiOiIzMTM4IiwiVG9wIjowLjAsIkxlZnQiOjAuMCwiUmlnaHQiOjAuMCwiQm90dG9tIjowLjB9LCJCYWNrZ3JvdW5kIjp7IiRpZCI6IjMxMzkiLCJDb2xvciI6eyIkaWQiOiIzMTQwIiwiQSI6MzgsIlIiOjY4LCJHIjoxMTQsIkIiOjE5Nn19LCJJc1Zpc2libGUiOnRydWUsIldpZHRoIjowLjAsIkhlaWdodCI6MC4wLCJCb3JkZXJTdHlsZSI6eyIkaWQiOiIzMTQxIiwiTGluZUNvbG9yIjp7IiRpZCI6IjMxNDIiLCIkdHlwZSI6Ik5MUkUuQ29tbW9uLkRvbS5Tb2xpZENvbG9yQnJ1c2gsIE5MUkUuQ29tbW9uIiwiQ29sb3IiOnsiJGlkIjoiMzE0MyIsIkEiOjI1NSwiUiI6MjM0LCJHIjoyMiwiQiI6MzB9fSwiTGluZVdlaWdodCI6MC4wLCJMaW5lVHlwZSI6MCwiUGFyZW50U3R5bGUiOm51bGx9LCJQYXJlbnRTdHlsZSI6bnVsbH0sIklzQWJvdmVUaW1lYmFuZCI6ZmFsc2UsIlNwYWNpbmciOjIsIkRlZmF1bHRTd2ltbGFuZVRhc2tTdHlsZSI6eyIkaWQiOiIzMTQ0IiwiU2hhcGUiOjcsIlNoYXBlVGhpY2tuZXNzIjowLCJEdXJhdGlvbkZvcm1hdCI6NSwiSW5jbHVkZU5vbldvcmtpbmdEYXlzSW5EdXJhdGlvbiI6ZmFsc2UsIlBlcmNlbnRhZ2VDb21wbGV0ZVN0eWxlIjp7IiRpZCI6IjMxNDUiLCJGb250U2V0dGluZ3MiOnsiJGlkIjoiMzE0NiIsIkZvbnRTaXplIjoxMCwiRm9udE5hbWUiOiJDYWxpYnJpIiwiSXNCb2xkIjpmYWxzZSwiSXNJdGFsaWMiOmZhbHNlLCJJc1VuZGVybGluZWQiOmZhbHNlLCJQYXJlbnRTdHlsZSI6bnVsbH0sIkF1dG9TaXplIjowLCJGb3JlZ3JvdW5kIjp7IiRpZCI6IjMxNDciLCJDb2xvciI6eyIkaWQiOiIzMTQ4IiwiQSI6MjU1LCJSIjoyMzgsIkciOjIzNiwiQiI6MjI1fX0sIk1heFdpZHRoIjoyMDAuMCwiTWF4SGVpZ2h0IjoiSW5maW5pdHkiLCJTbWFydEZvcmVncm91bmRJc0FjdGl2ZSI6ZmFsc2UsIkhvcml6b250YWxBbGlnbm1lbnQiOjEsIlZlcnRpY2FsQWxpZ25tZW50IjowLCJTbWFydEZvcmVncm91bmQiOm51bGwsIkJhY2tncm91bmRGaWxsVHlwZSI6MCwiTWFyZ2luIjp7IiRpZCI6IjMxNDkiLCJUb3AiOjAuMCwiTGVmdCI6MC4wLCJSaWdodCI6MC4wLCJCb3R0b20iOjAuMH0sIlBhZGRpbmciOnsiJGlkIjoiMzE1MCIsIlRvcCI6MC4wLCJMZWZ0IjowLjAsIlJpZ2h0IjowLjAsIkJvdHRvbSI6MC4wfSwiQmFja2dyb3VuZCI6eyIkaWQiOiIzMTUxIiwiQ29sb3IiOnsiJGlkIjoiMzE1MiIsIkEiOjg5LCJSIjowLCJHIjowLCJCIjowfX0sIklzVmlzaWJsZSI6dHJ1ZSwiV2lkdGgiOjAuMCwiSGVpZ2h0IjowLjAsIkJvcmRlclN0eWxlIjp7IiRpZCI6IjMxNTMiLCJMaW5lQ29sb3IiOm51bGwsIkxpbmVXZWlnaHQiOjAuMCwiTGluZVR5cGUiOjAsIlBhcmVudFN0eWxlIjpudWxsfSwiUGFyZW50U3R5bGUiOm51bGx9LCJEdXJhdGlvblN0eWxlIjp7IiRpZCI6IjMxNTQiLCJGb250U2V0dGluZ3MiOnsiJGlkIjoiMzE1NSIsIkZvbnRTaXplIjoxMCwiRm9udE5hbWUiOiJDYWxpYnJpIiwiSXNCb2xkIjpmYWxzZSwiSXNJdGFsaWMiOmZhbHNlLCJJc1VuZGVybGluZWQiOmZhbHNlLCJQYXJlbnRTdHlsZSI6bnVsbH0sIkF1dG9TaXplIjowLCJGb3JlZ3JvdW5kIjp7IiRpZCI6IjMxNTYiLCJDb2xvciI6eyIkaWQiOiIzMTU3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E1OCIsIlRvcCI6MC4wLCJMZWZ0IjowLjAsIlJpZ2h0IjowLjAsIkJvdHRvbSI6MC4wfSwiUGFkZGluZyI6eyIkaWQiOiIzMTU5IiwiVG9wIjowLjAsIkxlZnQiOjAuMCwiUmlnaHQiOjAuMCwiQm90dG9tIjowLjB9LCJCYWNrZ3JvdW5kIjp7IiRpZCI6IjMxNjAiLCJDb2xvciI6eyIkaWQiOiIzMTYxIiwiQSI6ODksIlIiOjAsIkciOjAsIkIiOjB9fSwiSXNWaXNpYmxlIjp0cnVlLCJXaWR0aCI6MC4wLCJIZWlnaHQiOjAuMCwiQm9yZGVyU3R5bGUiOnsiJGlkIjoiMzE2MiIsIkxpbmVDb2xvciI6bnVsbCwiTGluZVdlaWdodCI6MC4wLCJMaW5lVHlwZSI6MCwiUGFyZW50U3R5bGUiOm51bGx9LCJQYXJlbnRTdHlsZSI6bnVsbH0sIkhvcml6b250YWxDb25uZWN0b3JTdHlsZSI6eyIkaWQiOiIzMTYzIiwiTGluZUNvbG9yIjp7IiRpZCI6IjMxNjQiLCIkdHlwZSI6Ik5MUkUuQ29tbW9uLkRvbS5Tb2xpZENvbG9yQnJ1c2gsIE5MUkUuQ29tbW9uIiwiQ29sb3IiOnsiJGlkIjoiMzE2NSIsIkEiOjI1NSwiUiI6MjA0LCJHIjoyMDQsIkIiOjIwNH19LCJMaW5lV2VpZ2h0IjoxLjAsIkxpbmVUeXBlIjowLCJQYXJlbnRTdHlsZSI6bnVsbH0sIlZlcnRpY2FsQ29ubmVjdG9yU3R5bGUiOnsiJGlkIjoiMzE2NiIsIkxpbmVDb2xvciI6eyIkaWQiOiIzMTY3IiwiJHR5cGUiOiJOTFJFLkNvbW1vbi5Eb20uU29saWRDb2xvckJydXNoLCBOTFJFLkNvbW1vbiIsIkNvbG9yIjp7IiRpZCI6IjMxNjgiLCJBIjoyNTUsIlIiOjIwNCwiRyI6MjA0LCJCIjoyMDR9fSwiTGluZVdlaWdodCI6MC4wLCJMaW5lVHlwZSI6MCwiUGFyZW50U3R5bGUiOm51bGx9LCJNYXJnaW4iOm51bGwsIlN0YXJ0RGF0ZVBvc2l0aW9uIjo0LCJFbmREYXRlUG9zaXRpb24iOjQsIkRhdGVJc1Zpc2libGUiOnRydWUsIlRpdGxlUG9zaXRpb24iOjMsIkR1cmF0aW9uUG9zaXRpb24iOjYsIlBlcmNlbnRhZ2VDb21wbGV0ZWRQb3NpdGlvbiI6NiwiU3BhY2luZyI6MywiSXNCZWxvd1RpbWViYW5kIjp0cnVlLCJQZXJjZW50YWdlQ29tcGxldGVTaGFwZU9wYWNpdHkiOjM1LCJCYXNlbGluZVN0eWxlIjp7IiRpZCI6IjMxNjkiLCJTaGFwZVN0eWxlIjp7IiRpZCI6IjMxNzAiLCJNYXJnaW4iOnsiJGlkIjoiMzE3MSIsIlRvcCI6MC4wLCJMZWZ0IjowLjAsIlJpZ2h0IjowLjAsIkJvdHRvbSI6MC4wfSwiUGFkZGluZyI6eyIkaWQiOiIzMTcyIiwiVG9wIjowLjAsIkxlZnQiOjAuMCwiUmlnaHQiOjAuMCwiQm90dG9tIjowLjB9LCJCYWNrZ3JvdW5kIjp7IiRpZCI6IjMxNzMiLCJDb2xvciI6eyIkaWQiOiIzMTc0IiwiQSI6MTUzLCJSIjowLCJHIjowLCJCIjowfX0sIklzVmlzaWJsZSI6dHJ1ZSwiV2lkdGgiOjAuMCwiSGVpZ2h0IjowLjAsIkJvcmRlclN0eWxlIjp7IiRpZCI6IjMxNzUiLCJMaW5lQ29sb3IiOnsiJGlkIjoiMzE3NiIsIiR0eXBlIjoiTkxSRS5Db21tb24uRG9tLlNvbGlkQ29sb3JCcnVzaCwgTkxSRS5Db21tb24iLCJDb2xvciI6eyIkaWQiOiIzMTc3IiwiQSI6MjU1LCJSIjoyNTUsIkciOjAsIkIiOjB9fSwiTGluZVdlaWdodCI6MC4wLCJMaW5lVHlwZSI6MCwiUGFyZW50U3R5bGUiOm51bGx9LCJQYXJlbnRTdHlsZSI6bnVsbH0sIk1hcmdpbiI6eyIkaWQiOiIzMTc4IiwiVG9wIjowLjAsIkxlZnQiOjAuMCwiUmlnaHQiOjAuMCwiQm90dG9tIjowLjB9LCJQYWRkaW5nIjp7IiRpZCI6IjMxNzkiLCJUb3AiOjAuMCwiTGVmdCI6MC4wLCJSaWdodCI6MC4wLCJCb3R0b20iOjAuMH0sIkJhY2tncm91bmQiOm51bGwsIklzVmlzaWJsZSI6dHJ1ZSwiV2lkdGgiOjAuMCwiSGVpZ2h0IjowLjAsIkJvcmRlclN0eWxlIjpudWxsLCJQYXJlbnRTdHlsZSI6bnVsbH0sIlNoYXBlU3R5bGUiOnsiJGlkIjoiMzE4MCIsIk1hcmdpbiI6eyIkaWQiOiIzMTgxIiwiVG9wIjowLjAsIkxlZnQiOjQuMCwiUmlnaHQiOjQuMCwiQm90dG9tIjowLjB9LCJQYWRkaW5nIjp7IiRpZCI6IjMxODIiLCJUb3AiOjAuMCwiTGVmdCI6MC4wLCJSaWdodCI6MC4wLCJCb3R0b20iOjAuMH0sIkJhY2tncm91bmQiOnsiJGlkIjoiMzE4MyIsIkNvbG9yIjp7IiRpZCI6IjMxODQiLCJBIjoyNTUsIlIiOjY4LCJHIjoxMTQsIkIiOjE5Nn19LCJJc1Zpc2libGUiOnRydWUsIldpZHRoIjowLjAsIkhlaWdodCI6MTAuMCwiQm9yZGVyU3R5bGUiOnsiJGlkIjoiMzE4NSIsIkxpbmVDb2xvciI6eyIkaWQiOiIzMTg2IiwiJHR5cGUiOiJOTFJFLkNvbW1vbi5Eb20uU29saWRDb2xvckJydXNoLCBOTFJFLkNvbW1vbiIsIkNvbG9yIjp7IiRpZCI6IjMxODciLCJBIjoyNTUsIlIiOjIzNCwiRyI6MjIsIkIiOjMwfX0sIkxpbmVXZWlnaHQiOjAuMCwiTGluZVR5cGUiOjAsIlBhcmVudFN0eWxlIjpudWxsfSwiUGFyZW50U3R5bGUiOm51bGx9LCJUaXRsZVN0eWxlIjp7IiRpZCI6IjMxODgiLCJGb250U2V0dGluZ3MiOnsiJGlkIjoiMzE4OSIsIkZvbnRTaXplIjo5LCJGb250TmFtZSI6IkNhbGlicmkiLCJJc0JvbGQiOnRydWUsIklzSXRhbGljIjpmYWxzZSwiSXNVbmRlcmxpbmVkIjpmYWxzZSwiUGFyZW50U3R5bGUiOm51bGx9LCJBdXRvU2l6ZSI6MCwiRm9yZWdyb3VuZCI6eyIkaWQiOiIzMTkwIiwiQ29sb3IiOnsiJGlkIjoiMzE5MSIsIkEiOjI1NSwiUiI6MCwiRyI6MCwiQiI6MH19LCJNYXhXaWR0aCI6OTYwLjAsIk1heEhlaWdodCI6IkluZmluaXR5IiwiU21hcnRGb3JlZ3JvdW5kSXNBY3RpdmUiOmZhbHNlLCJIb3Jpem9udGFsQWxpZ25tZW50IjoyLCJWZXJ0aWNhbEFsaWdubWVudCI6MCwiU21hcnRGb3JlZ3JvdW5kIjpudWxsLCJCYWNrZ3JvdW5kRmlsbFR5cGUiOjAsIk1hcmdpbiI6eyIkaWQiOiIzMTkyIiwiVG9wIjowLjAsIkxlZnQiOjAuMCwiUmlnaHQiOjAuMCwiQm90dG9tIjowLjB9LCJQYWRkaW5nIjp7IiRpZCI6IjMxOTMiLCJUb3AiOjAuMCwiTGVmdCI6MC4wLCJSaWdodCI6MC4wLCJCb3R0b20iOjAuMH0sIkJhY2tncm91bmQiOnsiJGlkIjoiMzE5NCIsIkNvbG9yIjp7IiRpZCI6IjMxOTUiLCJBIjo4OSwiUiI6MCwiRyI6MCwiQiI6MH19LCJJc1Zpc2libGUiOnRydWUsIldpZHRoIjowLjAsIkhlaWdodCI6MC4wLCJCb3JkZXJTdHlsZSI6eyIkaWQiOiIzMTk2IiwiTGluZUNvbG9yIjpudWxsLCJMaW5lV2VpZ2h0IjowLjAsIkxpbmVUeXBlIjowLCJQYXJlbnRTdHlsZSI6bnVsbH0sIlBhcmVudFN0eWxlIjpudWxsfSwiRGF0ZVN0eWxlIjp7IiRpZCI6IjMxOTciLCJGb250U2V0dGluZ3MiOnsiJGlkIjoiMzE5OCIsIkZvbnRTaXplIjoxMCwiRm9udE5hbWUiOiJDYWxpYnJpIiwiSXNCb2xkIjpmYWxzZSwiSXNJdGFsaWMiOmZhbHNlLCJJc1VuZGVybGluZWQiOmZhbHNlLCJQYXJlbnRTdHlsZSI6bnVsbH0sIkF1dG9TaXplIjowLCJGb3JlZ3JvdW5kIjp7IiRpZCI6IjMxOTkiLCJDb2xvciI6eyIkaWQiOiIzMjA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MjAxIiwiVG9wIjowLjAsIkxlZnQiOjAuMCwiUmlnaHQiOjAuMCwiQm90dG9tIjowLjB9LCJQYWRkaW5nIjp7IiRpZCI6IjMyMDIiLCJUb3AiOjAuMCwiTGVmdCI6MC4wLCJSaWdodCI6MC4wLCJCb3R0b20iOjAuMH0sIkJhY2tncm91bmQiOnsiJGlkIjoiMzIwMyIsIkNvbG9yIjp7IiRpZCI6IjMyMDQiLCJBIjo4OSwiUiI6MCwiRyI6MCwiQiI6MH19LCJJc1Zpc2libGUiOnRydWUsIldpZHRoIjowLjAsIkhlaWdodCI6MC4wLCJCb3JkZXJTdHlsZSI6eyIkaWQiOiIzMjA1IiwiTGluZUNvbG9yIjpudWxsLCJMaW5lV2VpZ2h0IjowLjAsIkxpbmVUeXBlIjowLCJQYXJlbnRTdHlsZSI6bnVsbH0sIlBhcmVudFN0eWxlIjpudWxsfSwiRGF0ZUZvcm1hdCI6eyIkaWQiOiIzMjA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yMDciLCJGb3JtYXQiOjAsIklzVmlzaWJsZSI6ZmFsc2UsIkxhc3RLbm93blZpc2liaWxpdHlTdGF0ZSI6ZmFsc2V9LCJJc1Zpc2libGUiOnRydWUsIlBhcmVudFN0eWxlIjpudWxsfSwiRGVmYXVsdFN3aW1sYW5lTW90U3R5bGUiOnsiJGlkIjoiMzIwOCIsIlNoYXBlIjowLCJDb25uZWN0b3JNYXJnaW4iOnsiJGlkIjoiMzIwOSIsIlRvcCI6MC4wLCJMZWZ0IjoyLjAsIlJpZ2h0IjoyLjAsIkJvdHRvbSI6MC4wfSwiQ29ubmVjdG9yU3R5bGUiOnsiJGlkIjoiMzIxMCIsIkxpbmVDb2xvciI6eyIkaWQiOiIzMjExIiwiJHR5cGUiOiJOTFJFLkNvbW1vbi5Eb20uU29saWRDb2xvckJydXNoLCBOTFJFLkNvbW1vbiIsIkNvbG9yIjp7IiRpZCI6IjMyMTIiLCJBIjoxMjcsIlIiOjc5LCJHIjoxMjksIkIiOjE4OX19LCJMaW5lV2VpZ2h0IjoxLjAsIkxpbmVUeXBlIjowLCJQYXJlbnRTdHlsZSI6bnVsbH0sIklzQmVsb3dUaW1lYmFuZCI6ZmFsc2UsIlBvc2l0aW9uT25UYXNrIjoxLCJIaWRlRGF0ZSI6ZmFsc2UsIlNoYXBlU2l6ZSI6MSwiU3BhY2luZyI6MC4wLCJQYWRkaW5nIjp7IiRpZCI6IjMyMTMiLCJUb3AiOjUuMCwiTGVmdCI6My4wLCJSaWdodCI6MC4wLCJCb3R0b20iOjIuMH0sIlNoYXBlU3R5bGUiOnsiJGlkIjoiMzIxNCIsIk1hcmdpbiI6eyIkaWQiOiIzMjE1IiwiVG9wIjowLjAsIkxlZnQiOjAuMCwiUmlnaHQiOjAuMCwiQm90dG9tIjowLjB9LCJQYWRkaW5nIjp7IiRpZCI6IjMyMTYiLCJUb3AiOjAuMCwiTGVmdCI6MC4wLCJSaWdodCI6MC4wLCJCb3R0b20iOjAuMH0sIkJhY2tncm91bmQiOnsiJGlkIjoiMzIxNyIsIkNvbG9yIjp7IiRpZCI6IjMyMTgiLCJBIjoyNTUsIlIiOjY4LCJHIjoxMTQsIkIiOjE5Nn19LCJJc1Zpc2libGUiOnRydWUsIldpZHRoIjoxOC4wLCJIZWlnaHQiOjIwLjAsIkJvcmRlclN0eWxlIjp7IiRpZCI6IjMyMTkiLCJMaW5lQ29sb3IiOnsiJGlkIjoiMzIyMCIsIiR0eXBlIjoiTkxSRS5Db21tb24uRG9tLlNvbGlkQ29sb3JCcnVzaCwgTkxSRS5Db21tb24iLCJDb2xvciI6eyIkaWQiOiIzMjIxIiwiQSI6MjU1LCJSIjoyMzQsIkciOjIyLCJCIjozMH19LCJMaW5lV2VpZ2h0IjowLjAsIkxpbmVUeXBlIjowLCJQYXJlbnRTdHlsZSI6bnVsbH0sIlBhcmVudFN0eWxlIjpudWxsfSwiVGl0bGVTdHlsZSI6eyIkaWQiOiIzMjIyIiwiRm9udFNldHRpbmdzIjp7IiRpZCI6IjMyMjMiLCJGb250U2l6ZSI6OSwiRm9udE5hbWUiOiJDYWxpYnJpIiwiSXNCb2xkIjp0cnVlLCJJc0l0YWxpYyI6ZmFsc2UsIklzVW5kZXJsaW5lZCI6ZmFsc2UsIlBhcmVudFN0eWxlIjpudWxsfSwiQXV0b1NpemUiOjAsIkZvcmVncm91bmQiOnsiJGlkIjoiMzIyNCIsIkNvbG9yIjp7IiRpZCI6IjMyMjU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zIyNiIsIlRvcCI6MC4wLCJMZWZ0IjowLjAsIlJpZ2h0IjowLjAsIkJvdHRvbSI6MC4wfSwiUGFkZGluZyI6eyIkaWQiOiIzMjI3IiwiVG9wIjowLjAsIkxlZnQiOjAuMCwiUmlnaHQiOjAuMCwiQm90dG9tIjowLjB9LCJCYWNrZ3JvdW5kIjp7IiRpZCI6IjMyMjgiLCJDb2xvciI6eyIkaWQiOiIzMjI5IiwiQSI6ODksIlIiOjAsIkciOjAsIkIiOjB9fSwiSXNWaXNpYmxlIjp0cnVlLCJXaWR0aCI6MC4wLCJIZWlnaHQiOjAuMCwiQm9yZGVyU3R5bGUiOnsiJGlkIjoiMzIzMCIsIkxpbmVDb2xvciI6bnVsbCwiTGluZVdlaWdodCI6MC4wLCJMaW5lVHlwZSI6MCwiUGFyZW50U3R5bGUiOm51bGx9LCJQYXJlbnRTdHlsZSI6bnVsbH0sIkRhdGVTdHlsZSI6eyIkaWQiOiIzMjMxIiwiRm9udFNldHRpbmdzIjp7IiRpZCI6IjMyMzIiLCJGb250U2l6ZSI6OSwiRm9udE5hbWUiOiJDYWxpYnJpIiwiSXNCb2xkIjpmYWxzZSwiSXNJdGFsaWMiOmZhbHNlLCJJc1VuZGVybGluZWQiOmZhbHNlLCJQYXJlbnRTdHlsZSI6bnVsbH0sIkF1dG9TaXplIjowLCJGb3JlZ3JvdW5kIjp7IiRpZCI6IjMyMzMiLCJDb2xvciI6eyIkaWQiOiIzMjM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MjM1IiwiVG9wIjowLjAsIkxlZnQiOjAuMCwiUmlnaHQiOjAuMCwiQm90dG9tIjowLjB9LCJQYWRkaW5nIjp7IiRpZCI6IjMyMzYiLCJUb3AiOjAuMCwiTGVmdCI6MC4wLCJSaWdodCI6MC4wLCJCb3R0b20iOjAuMH0sIkJhY2tncm91bmQiOnsiJGlkIjoiMzIzNyIsIkNvbG9yIjp7IiRpZCI6IjMyMzgiLCJBIjo4OSwiUiI6MCwiRyI6MCwiQiI6MH19LCJJc1Zpc2libGUiOmZhbHNlLCJXaWR0aCI6MC4wLCJIZWlnaHQiOjAuMCwiQm9yZGVyU3R5bGUiOnsiJGlkIjoiMzIzOSIsIkxpbmVDb2xvciI6bnVsbCwiTGluZVdlaWdodCI6MC4wLCJMaW5lVHlwZSI6MCwiUGFyZW50U3R5bGUiOm51bGx9LCJQYXJlbnRTdHlsZSI6bnVsbH0sIkRhdGVGb3JtYXQiOnsiJGlkIjoiMzI0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jQxIiwiRm9ybWF0IjowLCJJc1Zpc2libGUiOmZhbHNlLCJMYXN0S25vd25WaXNpYmlsaXR5U3RhdGUiOmZhbHNlfSwiSXNWaXNpYmxlIjp0cnVlLCJQYXJlbnRTdHlsZSI6bnVsbH0sIkRlZmF1bHRTd2ltbGFuZU1pbGVzdG9uZVN0eWxlIjp7IiRpZCI6IjMyNDIiLCJUaXRsZVBvc2l0aW9uIjoiTGVmdCIsIkRhdGVQb3NpdGlvbiI6IkxlZnQiLCJTaGFwZVR5cGUiOjYsIlNoYXBlU2l6ZSI6MSwiU3BhY2luZyI6NSwiU2hhcGVTdHlsZSI6eyIkaWQiOiIzMjQzIiwiTWFyZ2luIjp7IiRpZCI6IjMyNDQiLCJUb3AiOjAuMCwiTGVmdCI6MC4wLCJSaWdodCI6MC4wLCJCb3R0b20iOjAuMH0sIlBhZGRpbmciOnsiJGlkIjoiMzI0NSIsIlRvcCI6MC4wLCJMZWZ0IjowLjAsIlJpZ2h0IjowLjAsIkJvdHRvbSI6MC4wfSwiQmFja2dyb3VuZCI6eyIkaWQiOiIzMjQ2IiwiQ29sb3IiOnsiJGlkIjoiMzI0NyIsIkEiOjI1NSwiUiI6NjgsIkciOjExNCwiQiI6MTk2fX0sIklzVmlzaWJsZSI6dHJ1ZSwiV2lkdGgiOjE4LjAsIkhlaWdodCI6MjAuMCwiQm9yZGVyU3R5bGUiOnsiJGlkIjoiMzI0OCIsIkxpbmVDb2xvciI6eyIkaWQiOiIzMjQ5IiwiJHR5cGUiOiJOTFJFLkNvbW1vbi5Eb20uU29saWRDb2xvckJydXNoLCBOTFJFLkNvbW1vbiIsIkNvbG9yIjp7IiRpZCI6IjMyNTAiLCJBIjoyNTUsIlIiOjIzNCwiRyI6MjIsIkIiOjMwfX0sIkxpbmVXZWlnaHQiOjAuMCwiTGluZVR5cGUiOjAsIlBhcmVudFN0eWxlIjpudWxsfSwiUGFyZW50U3R5bGUiOm51bGx9LCJUaXRsZVN0eWxlIjp7IiRpZCI6IjMyNTEiLCJGb250U2V0dGluZ3MiOnsiJGlkIjoiMzI1MiIsIkZvbnRTaXplIjo5LCJGb250TmFtZSI6IkNhbGlicmkiLCJJc0JvbGQiOnRydWUsIklzSXRhbGljIjpmYWxzZSwiSXNVbmRlcmxpbmVkIjpmYWxzZSwiUGFyZW50U3R5bGUiOm51bGx9LCJBdXRvU2l6ZSI6MCwiRm9yZWdyb3VuZCI6eyIkaWQiOiIzMjUzIiwiQ29sb3IiOnsiJGlkIjoiMzI1NC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zMjU1IiwiVG9wIjowLjAsIkxlZnQiOjAuMCwiUmlnaHQiOjAuMCwiQm90dG9tIjowLjB9LCJQYWRkaW5nIjp7IiRpZCI6IjMyNTYiLCJUb3AiOjAuMCwiTGVmdCI6MC4wLCJSaWdodCI6MC4wLCJCb3R0b20iOjAuMH0sIkJhY2tncm91bmQiOnsiJGlkIjoiMzI1NyIsIkNvbG9yIjp7IiRpZCI6IjMyNTgiLCJBIjo4OSwiUiI6MCwiRyI6MCwiQiI6MH19LCJJc1Zpc2libGUiOnRydWUsIldpZHRoIjowLjAsIkhlaWdodCI6MC4wLCJCb3JkZXJTdHlsZSI6eyIkaWQiOiIzMjU5IiwiTGluZUNvbG9yIjpudWxsLCJMaW5lV2VpZ2h0IjowLjAsIkxpbmVUeXBlIjowLCJQYXJlbnRTdHlsZSI6bnVsbH0sIlBhcmVudFN0eWxlIjpudWxsfSwiRGF0ZVN0eWxlIjp7IiRpZCI6IjMyNjAiLCJGb250U2V0dGluZ3MiOnsiJGlkIjoiMzI2MSIsIkZvbnRTaXplIjo5LCJGb250TmFtZSI6IkNhbGlicmkiLCJJc0JvbGQiOmZhbHNlLCJJc0l0YWxpYyI6ZmFsc2UsIklzVW5kZXJsaW5lZCI6ZmFsc2UsIlBhcmVudFN0eWxlIjpudWxsfSwiQXV0b1NpemUiOjAsIkZvcmVncm91bmQiOnsiJGlkIjoiMzI2MiIsIkNvbG9yIjp7IiRpZCI6IjMyNjM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MyNjQiLCJUb3AiOjAuMCwiTGVmdCI6MC4wLCJSaWdodCI6MC4wLCJCb3R0b20iOjAuMH0sIlBhZGRpbmciOnsiJGlkIjoiMzI2NSIsIlRvcCI6MC4wLCJMZWZ0IjowLjAsIlJpZ2h0IjowLjAsIkJvdHRvbSI6MC4wfSwiQmFja2dyb3VuZCI6eyIkaWQiOiIzMjY2IiwiQ29sb3IiOnsiJGlkIjoiMzI2NyIsIkEiOjg5LCJSIjowLCJHIjowLCJCIjowfX0sIklzVmlzaWJsZSI6ZmFsc2UsIldpZHRoIjowLjAsIkhlaWdodCI6MC4wLCJCb3JkZXJTdHlsZSI6eyIkaWQiOiIzMjY4IiwiTGluZUNvbG9yIjpudWxsLCJMaW5lV2VpZ2h0IjowLjAsIkxpbmVUeXBlIjowLCJQYXJlbnRTdHlsZSI6bnVsbH0sIlBhcmVudFN0eWxlIjpudWxsfSwiRGF0ZUZvcm1hdCI6eyIkaWQiOiIzMjY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yNzAiLCJGb3JtYXQiOjAsIklzVmlzaWJsZSI6ZmFsc2UsIkxhc3RLbm93blZpc2liaWxpdHlTdGF0ZSI6ZmFsc2V9LCJJc1Zpc2libGUiOnRydWUsIlBhcmVudFN0eWxlIjpudWxsfSwiRGVmYXVsdFN3aW1sYW5lQWN0aXZpdHlTdHlsZSI6eyIkaWQiOiIzMjcxIiwiSGVhZGVyU3R5bGUiOnsiJGlkIjoiMzI3MiIsIlRleHRTdHlsZSI6eyIkaWQiOiIzMjczIiwiRm9udFNldHRpbmdzIjp7IiRpZCI6IjMyNzQiLCJGb250U2l6ZSI6MTIsIkZvbnROYW1lIjoiQ2FsaWJyaSIsIklzQm9sZCI6ZmFsc2UsIklzSXRhbGljIjpmYWxzZSwiSXNVbmRlcmxpbmVkIjpmYWxzZSwiUGFyZW50U3R5bGUiOm51bGx9LCJBdXRvU2l6ZSI6MCwiRm9yZWdyb3VuZCI6eyIkaWQiOiIzMjc1IiwiQ29sb3IiOnsiJGlkIjoiMzI3NiIsIkEiOjI1NSwiUiI6MCwiRyI6MCwiQiI6MH19LCJNYXhXaWR0aCI6MC4wLCJNYXhIZWlnaHQiOjAuMCwiU21hcnRGb3JlZ3JvdW5kSXNBY3RpdmUiOmZhbHNlLCJIb3Jpem9udGFsQWxpZ25tZW50IjowLCJWZXJ0aWNhbEFsaWdubWVudCI6MCwiU21hcnRGb3JlZ3JvdW5kIjpudWxsLCJCYWNrZ3JvdW5kRmlsbFR5cGUiOjAsIk1hcmdpbiI6eyIkaWQiOiIzMjc3IiwiVG9wIjowLjAsIkxlZnQiOjAuMCwiUmlnaHQiOjAuMCwiQm90dG9tIjowLjB9LCJQYWRkaW5nIjp7IiRpZCI6IjMyNzgiLCJUb3AiOjAuMCwiTGVmdCI6MC4wLCJSaWdodCI6MC4wLCJCb3R0b20iOjAuMH0sIkJhY2tncm91bmQiOm51bGwsIklzVmlzaWJsZSI6ZmFsc2UsIldpZHRoIjowLjAsIkhlaWdodCI6MC4wLCJCb3JkZXJTdHlsZSI6bnVsbCwiUGFyZW50U3R5bGUiOm51bGx9LCJSZWN0YW5nbGVTdHlsZSI6eyIkaWQiOiIzMjc5IiwiTWFyZ2luIjp7IiRpZCI6IjMyODAiLCJUb3AiOjAuMCwiTGVmdCI6MC4wLCJSaWdodCI6MC4wLCJCb3R0b20iOjAuMH0sIlBhZGRpbmciOnsiJGlkIjoiMzI4MSIsIlRvcCI6MC4wLCJMZWZ0IjowLjAsIlJpZ2h0IjowLjAsIkJvdHRvbSI6MC4wfSwiQmFja2dyb3VuZCI6eyIkaWQiOiIzMjgyIiwiQ29sb3IiOnsiJGlkIjoiMzI4MyIsIkEiOjYzLCJSIjo2OCwiRyI6MTE0LCJCIjoxOTZ9fSwiSXNWaXNpYmxlIjpmYWxzZSwiV2lkdGgiOjAuMCwiSGVpZ2h0IjowLjAsIkJvcmRlclN0eWxlIjp7IiRpZCI6IjMyODQiLCJMaW5lQ29sb3IiOnsiJGlkIjoiMzI4NSIsIiR0eXBlIjoiTkxSRS5Db21tb24uRG9tLlNvbGlkQ29sb3JCcnVzaCwgTkxSRS5Db21tb24iLCJDb2xvciI6eyIkaWQiOiIzMjg2IiwiQSI6MjU1LCJSIjoyNTUsIkciOjAsIkIiOjB9fSwiTGluZVdlaWdodCI6MC4wLCJMaW5lVHlwZSI6MCwiUGFyZW50U3R5bGUiOm51bGx9LCJQYXJlbnRTdHlsZSI6bnVsbH0sIk1hcmdpbiI6eyIkaWQiOiIzMjg3IiwiVG9wIjowLjAsIkxlZnQiOjAuMCwiUmlnaHQiOjAuMCwiQm90dG9tIjowLjB9LCJQYWRkaW5nIjp7IiRpZCI6IjMyODgiLCJUb3AiOjAuMCwiTGVmdCI6MC4wLCJSaWdodCI6MC4wLCJCb3R0b20iOjAuMH0sIkJhY2tncm91bmQiOm51bGwsIklzVmlzaWJsZSI6dHJ1ZSwiV2lkdGgiOjAuMCwiSGVpZ2h0IjowLjAsIkJvcmRlclN0eWxlIjpudWxsLCJQYXJlbnRTdHlsZSI6bnVsbH0sIkJhY2tncm91bmRTdHlsZSI6eyIkaWQiOiIzMjg5IiwiTWFyZ2luIjp7IiRpZCI6IjMyOTAiLCJUb3AiOjAuMCwiTGVmdCI6MC4wLCJSaWdodCI6MC4wLCJCb3R0b20iOjAuMH0sIlBhZGRpbmciOnsiJGlkIjoiMzI5MSIsIlRvcCI6MC4wLCJMZWZ0IjowLjAsIlJpZ2h0IjowLjAsIkJvdHRvbSI6MC4wfSwiQmFja2dyb3VuZCI6eyIkaWQiOiIzMjkyIiwiQ29sb3IiOnsiJGlkIjoiMzI5MyIsIkEiOjM4LCJSIjo2OCwiRyI6MTE0LCJCIjoxOTZ9fSwiSXNWaXNpYmxlIjp0cnVlLCJXaWR0aCI6MC4wLCJIZWlnaHQiOjAuMCwiQm9yZGVyU3R5bGUiOnsiJGlkIjoiMzI5NCIsIkxpbmVDb2xvciI6eyIkaWQiOiIzMjk1IiwiJHR5cGUiOiJOTFJFLkNvbW1vbi5Eb20uU29saWRDb2xvckJydXNoLCBOTFJFLkNvbW1vbiIsIkNvbG9yIjp7IiRpZCI6IjMyOTYiLCJBIjoyNTUsIlIiOjIzNCwiRyI6MjIsIkIiOjMwfX0sIkxpbmVXZWlnaHQiOjAuMCwiTGluZVR5cGUiOjAsIlBhcmVudFN0eWxlIjpudWxsfSwiUGFyZW50U3R5bGUiOm51bGx9LCJNYXJnaW4iOnsiJGlkIjoiMzI5NyIsIlRvcCI6MC4wLCJMZWZ0IjowLjAsIlJpZ2h0IjowLjAsIkJvdHRvbSI6MC4wfSwiUGFkZGluZyI6eyIkaWQiOiIzMjk4IiwiVG9wIjowLjAsIkxlZnQiOjAuMCwiUmlnaHQiOjAuMCwiQm90dG9tIjowLjB9LCJJc1Zpc2libGUiOnRydWUsIldpZHRoIjowLjAsIkhlaWdodCI6MC4wLCJCb3JkZXJTdHlsZSI6bnVsbCwiUGFyZW50U3R5bGUiOm51bGx9LCJNYXJnaW4iOnsiJGlkIjoiMzI5OSIsIlRvcCI6MC4wLCJMZWZ0IjowLjAsIlJpZ2h0IjowLjAsIkJvdHRvbSI6MC4wfSwiUGFkZGluZyI6eyIkaWQiOiIzMzAwIiwiVG9wIjowLjAsIkxlZnQiOjAuMCwiUmlnaHQiOjAuMCwiQm90dG9tIjowLjB9LCJJc1Zpc2libGUiOnRydWUsIldpZHRoIjowLjAsIkhlaWdodCI6MC4wLCJCb3JkZXJTdHlsZSI6bnVsbCwiUGFyZW50U3R5bGUiOm51bGx9XX0sIlNjYWxlIjpudWxsLCJTY2FsZVYyIjp7IiRpZCI6IjMzMDEiLCJTdGFydERhdGUiOiIwMDAxLTAxLTAxVDAwOjAwOjAwIiwiRW5kRGF0ZSI6IjIwMjctMDQtMzBUMjM6NTk6MDAiLCJBdXRvRGF0ZVJhbmdlIjp0cnVlLCJXb3JraW5nRGF5cyI6MzEsIkZpc2NhbFllYXIiOnsiJGlkIjoiMzMwMiIsIlN0YXJ0TW9udGgiOjEsIlVzZVN0YXJ0aW5nWWVhckZvck51bWJlcmluZyI6dHJ1ZSwiU2hvd0Zpc2NhbFllYXJMYWJlbCI6dHJ1ZX0sIlRvZGF5TWFya2VyVGV4dCI6IlRvZGF5IiwiQXV0b1NjYWxlVHlwZSI6ZmFsc2UsIlRpbWViYW5kU2NhbGVzIjp7IiRpZCI6IjMzMDMiLCJUb3BTY2FsZUxheWVyIjp7IiRpZCI6IjMzMDQiLCJGb3JtYXQiOiJNTU0iLCJUeXBlIjo0LCJHcm91cGluZ0ludGVydmFscyI6eyIkaWQiOiIzMzA1IiwiSXNTZXQiOmZhbHNlLCJHcm91cGluZ1N0ZXBDb3VudCI6MH19LCJNaWRkbGVTY2FsZUxheWVyIjp7IiRpZCI6IjMzMDYiLCJGb3JtYXQiOiJNTU0iLCJUeXBlIjoyLCJHcm91cGluZ0ludGVydmFscyI6eyIkaWQiOiIzMzA3IiwiSXNTZXQiOmZhbHNlLCJHcm91cGluZ1N0ZXBDb3VudCI6MH19LCJCb3R0b21TY2FsZUxheWVyIjp7IiRpZCI6IjMzMDgiLCJGb3JtYXQiOm51bGwsIlR5cGUiOjAsIkdyb3VwaW5nSW50ZXJ2YWxzIjp7IiRpZCI6IjMzMDkiLCJJc1NldCI6ZmFsc2UsIkdyb3VwaW5nU3RlcENvdW50IjoxfX19fSwiTWlsZXN0b25lcyI6W10sIlRhc2tzIjpbXSwiU3dpbWxhbmVzIjpbXSwiTXNQcm9qZWN0SXRlbXNUcmVlIjp7IiRpZCI6IjMzMTAiLCJSb290Ijp7IkltcG9ydElkIjpudWxsLCJJc0ltcG9ydGVkIjpmYWxzZSwiQ2hpbGRyZW4iOltdfX0sIk1ldGFkYXRhIjp7IiRpZCI6IjMzMTEiLCJTb3VyY2VUaGVtZSI6IntcIiRpZFwiOlwiMVwiLFwiSWRcIjpcIjAwNTczOTFlLWIzOWUtNGRmZS04ZDI2LWE5OGI2ZDM5MTMwMlwiLFwiQ2F0ZWdvcnlcIjoyLFwiQ3VsdHVyZUluZm9OYW1lXCI6XCJlbi1VU1wiLFwiVmVyc2lvblwiOntcIiRpZFwiOlwiMlwiLFwiVGhlbWVEb21WZXJzaW9uXCI6XCIxLjEuMFwifSxcIlN0eWxlXCI6e1wiJGlkXCI6XCIzXCIsXCJUaW1lYmFuZFN0eWxlXCI6e1wiJGlkXCI6XCI0XCIsXCJSaWdodEVuZENhcHNTdHlsZVwiOntcIiRpZFwiOlwiNVwiLFwiRm9udFNldHRpbmdzXCI6e1wiJGlkXCI6XCI2XCIsXCJGb250U2l6ZVwiOjEsXCJGb250TmFtZVwiOlwiQ2FsaWJyaVwiLFwiSXNCb2xkXCI6dHJ1ZSxcIklzSXRhbGljXCI6ZmFsc2UsXCJJc1VuZGVybGluZWRcIjpmYWxzZX0sXCJGb3JlZ3JvdW5kXCI6e1wiJGlkXCI6XCI3XCIsXCJDb2xvclwiOntcIiRpZFwiOlwiOFwiLFwiQVwiOjI1NSxcIlJcIjoyMzcsXCJHXCI6MTI1LFwiQlwiOjQ5fX0sXCJIb3Jpem9udGFsQWxpZ25tZW50XCI6MCxcIklzVmlzaWJsZVwiOmZhbHNlfSxcIkxlZnRFbmRDYXBzU3R5bGVcIjp7XCIkaWRcIjpcIjlcIixcIkZvbnRTZXR0aW5nc1wiOntcIiRpZFwiOlwiMTBcIixcIkZvbnRTaXplXCI6MzIsXCJGb250TmFtZVwiOlwiQ2FsaWJyaVwiLFwiSXNCb2xkXCI6dHJ1ZSxcIklzSXRhbGljXCI6ZmFsc2UsXCJJc1VuZGVybGluZWRcIjpmYWxzZX0sXCJGb3JlZ3JvdW5kXCI6e1wiJGlkXCI6XCIxMVwiLFwiQ29sb3JcIjp7XCIkaWRcIjpcIjEyXCIsXCJBXCI6MjU1LFwiUlwiOjIzNyxcIkdcIjoxMjUsXCJCXCI6NDl9fSxcIkhvcml6b250YWxBbGlnbm1lbnRcIjowLFwiSXNWaXNpYmxlXCI6ZmFsc2V9LFwiVG9kYXlNYXJrZXJTdHlsZVwiOntcIiRpZFwiOlwiMTNcIixcIlRvZGF5VGV4dFN0eWxlXCI6e1wiJGlkXCI6XCIxNFwiLFwiRm9udFNldHRpbmdzXCI6e1wiJGlkXCI6XCIxNVwiLFwiRm9udFNpemVcIjoxMixcIkZvbnROYW1lXCI6XCJDYWxpYnJpXCIsXCJJc0JvbGRcIjpmYWxzZSxcIklzSXRhbGljXCI6ZmFsc2UsXCJJc1VuZGVybGluZWRcIjpmYWxzZX0sXCJGb3JlZ3JvdW5kXCI6e1wiJGlkXCI6XCIxNlwiLFwiQ29sb3JcIjp7XCIkaWRcIjpcIjE3XCIsXCJBXCI6MjU1LFwiUlwiOjAsXCJHXCI6MCxcIkJcIjowfX0sXCJIb3Jpem9udGFsQWxpZ25tZW50XCI6MCxcIklzVmlzaWJsZVwiOnRydWV9LFwiVG9kYXlNYXJrZXJTaGFwZVN0eWxlXCI6e1wiJGlkXCI6XCIxOFwiLFwiTWFyZ2luXCI6e1wiJGlkXCI6XCIxOVwiLFwiVG9wXCI6MC4wLFwiTGVmdFwiOjAuMCxcIlJpZ2h0XCI6MC4wLFwiQm90dG9tXCI6MC4wfSxcIlBhZGRpbmdcIjp7XCIkaWRcIjpcIjIwXCIsXCJUb3BcIjowLjAsXCJMZWZ0XCI6MC4wLFwiUmlnaHRcIjowLjAsXCJCb3R0b21cIjowLjB9LFwiQmFja2dyb3VuZFwiOntcIiRpZFwiOlwiMjFcIixcIkNvbG9yXCI6e1wiJGlkXCI6XCIyMlwiLFwiQVwiOjI1NSxcIlJcIjoyNTUsXCJHXCI6MCxcIkJcIjowfX0sXCJJc1Zpc2libGVcIjp0cnVlLFwiV2lkdGhcIjowLjAsXCJIZWlnaHRcIjowLjAsXCJCb3JkZXJTdHlsZVwiOm51bGx9LFwiVG9kYXlNYXJrZXJQb3NpdGlvblwiOjMsXCJJc1Zpc2libGVcIjpmYWxzZX0sXCJTY2FsZVN0eWxlXCI6e1wiJGlkXCI6XCIyM1wiLFwiU2hvd1NlZ21lbnRTZXBhcmF0b3JzXCI6dHJ1ZSxcIlNlZ21lbnRTZXBhcmF0b3JPcGFjaXR5XCI6MzAsXCJTaGFwZVwiOjAsXCJTZWdtZW50VGV4dFN0eWxlXCI6e1wiJGlkXCI6XCIyNFwiLFwiRm9udFNldHRpbmdzXCI6e1wiJGlkXCI6XCIyNVwiLFwiRm9udFNpemVcIjoxNCxcIkZvbnROYW1lXCI6XCJDYWxpYnJpXCIsXCJJc0JvbGRcIjpmYWxzZSxcIklzSXRhbGljXCI6ZmFsc2UsXCJJc1VuZGVybGluZWRcIjpmYWxzZX0sXCJGb3JlZ3JvdW5kXCI6e1wiJGlkXCI6XCIyNlwiLFwiQ29sb3JcIjp7XCIkaWRcIjpcIjI3XCIsXCJBXCI6MjU1LFwiUlwiOjI1NSxcIkdcIjoyNTUsXCJCXCI6MjU1fX0sXCJIb3Jpem9udGFsQWxpZ25tZW50XCI6MCxcIklzVmlzaWJsZVwiOnRydWV9LFwiU2hhcGVTdHlsZVwiOntcIiRpZFwiOlwiMjhcIixcIk1hcmdpblwiOntcIiRpZFwiOlwiMjlcIixcIlRvcFwiOjAuMCxcIkxlZnRcIjoxMi4wLFwiUmlnaHRcIjoxMi4wLFwiQm90dG9tXCI6MC4wfSxcIlBhZGRpbmdcIjp7XCIkaWRcIjpcIjMwXCIsXCJUb3BcIjo3LjAsXCJMZWZ0XCI6MC4wLFwiUmlnaHRcIjowLjAsXCJCb3R0b21cIjo3LjB9LFwiQmFja2dyb3VuZFwiOntcIiRpZFwiOlwiMzFcIixcIkNvbG9yXCI6e1wiJGlkXCI6XCIzMlwiLFwiQVwiOjI1NSxcIlJcIjo2NCxcIkdcIjo2NCxcIkJcIjo2NH19LFwiSXNWaXNpYmxlXCI6dHJ1ZSxcIldpZHRoXCI6ODU4LjAsXCJIZWlnaHRcIjozMC4wLFwiQm9yZGVyU3R5bGVcIjp7XCIkaWRcIjpcIjMzXCIsXCJMaW5lU3R5bGVcIjp7XCIkaWRcIjpcIjM0XCIsXCJMaW5lQ29sb3JcIjp7XCIkaWRcIjpcIjM1XCIsXCJDb2xvclwiOntcIiRpZFwiOlwiMzZcIixcIkFcIjoyNTUsXCJSXCI6MjU1LFwiR1wiOjAsXCJCXCI6MH19LFwiTGluZVdlaWdodFwiOjAuMCxcIkxpbmVUeXBlXCI6MH0sXCJJc1Zpc2libGVcIjpmYWxzZX19fSxcIkVsYXBzZWRUaW1lU3R5bGVcIjp7XCIkaWRcIjpcIjM3XCIsXCJFbGFwc2VkVGltZUJhY2tncm91bmRcIjp7XCIkaWRcIjpcIjM4XCIsXCJDb2xvclwiOntcIiRpZFwiOlwiMzlcIixcIkFcIjoxOTEsXCJSXCI6MjU1LFwiR1wiOjAsXCJCXCI6MH19LFwiRWxhcHNlZFRpbWVGb3JtYXRcIjoxLFwiSXNWaXNpYmxlXCI6dHJ1ZX0sXCJNYXJnaW5cIjp7XCIkaWRcIjpcIjQwXCIsXCJUb3BcIjowLjAsXCJMZWZ0XCI6MTAuMCxcIlJpZ2h0XCI6MTAuMCxcIkJvdHRvbVwiOjAuMH0sXCJQYWRkaW5nXCI6e1wiJGlkXCI6XCI0MVwiLFwiVG9wXCI6MC4wLFwiTGVmdFwiOjAuMCxcIlJpZ2h0XCI6MC4wLFwiQm90dG9tXCI6MC4wfSxcIkJhY2tncm91bmRcIjp7XCIkaWRcIjpcIjQyXCIsXCJDb2xvclwiOntcIiRpZFwiOlwiNDNcIixcIkFcIjoyNTUsXCJSXCI6NDcsXCJHXCI6NTQsXCJCXCI6MTUzfX0sXCJJc1Zpc2libGVcIjpmYWxzZSxcIldpZHRoXCI6MC4wLFwiSGVpZ2h0XCI6MC4wLFwiQm9yZGVyU3R5bGVcIjpudWxsfSxcIlRhc2tTdHlsZVwiOntcIiRpZFwiOlwiNDRcIixcIlNoYXBlXCI6NyxcIlNoYXBlVGhpY2tuZXNzXCI6MCxcIkR1cmF0aW9uRm9ybWF0XCI6NSxcIlBlcmNlbnRhZ2VDb21wbGV0ZVRleHRTdHlsZVwiOntcIiRpZFwiOlwiNDVcIixcIkZvbnRTZXR0aW5nc1wiOntcIiRpZFwiOlwiNDZcIixcIkZvbnRTaXplXCI6MTAsXCJGb250TmFtZVwiOlwiQ2FsaWJyaVwiLFwiSXNCb2xkXCI6ZmFsc2UsXCJJc0l0YWxpY1wiOmZhbHNlLFwiSXNVbmRlcmxpbmVkXCI6ZmFsc2V9LFwiRm9yZWdyb3VuZFwiOntcIiRpZFwiOlwiNDdcIixcIkNvbG9yXCI6e1wiJGlkXCI6XCI0OFwiLFwiQVwiOjI1NSxcIlJcIjoyMzgsXCJHXCI6MjM2LFwiQlwiOjIyNX19LFwiSG9yaXpvbnRhbEFsaWdubWVudFwiOjEsXCJJc1Zpc2libGVcIjp0cnVlfSxcIlBlcmNlbnRhZ2VDb21wbGV0ZUhpZ2hsaWdodFN0eWxlXCI6e1wiJGlkXCI6XCI0OVwiLFwiQmFja2dyb3VuZFwiOntcIiRpZFwiOlwiNTBcIixcIkNvbG9yXCI6e1wiJGlkXCI6XCI1MVwiLFwiQVwiOjg5LFwiUlwiOjAsXCJHXCI6MCxcIkJcIjowfX19LFwiRHVyYXRpb25TdHlsZVwiOntcIiRpZFwiOlwiNTJcIixcIkZvbnRTZXR0aW5nc1wiOntcIiRpZFwiOlwiNTNcIixcIkZvbnRTaXplXCI6MTAsXCJGb250TmFtZVwiOlwiQ2FsaWJyaVwiLFwiSXNCb2xkXCI6ZmFsc2UsXCJJc0l0YWxpY1wiOmZhbHNlLFwiSXNVbmRlcmxpbmVkXCI6ZmFsc2V9LFwiRm9yZWdyb3VuZFwiOntcIiRpZFwiOlwiNTRcIixcIkNvbG9yXCI6e1wiJGlkXCI6XCI1NVwiLFwiQVwiOjI1NSxcIlJcIjoyMzcsXCJHXCI6MTI1LFwiQlwiOjQ5fX0sXCJIb3Jpem9udGFsQWxpZ25tZW50XCI6MCxcIklzVmlzaWJsZVwiOmZhbHNlfSxcIkhvcml6b250YWxDb25uZWN0b3JTdHlsZVwiOntcIiRpZFwiOlwiNTZcIixcIkxpbmVTdHlsZVwiOntcIiRpZFwiOlwiNTdcIixcIkxpbmVDb2xvclwiOntcIiRpZFwiOlwiNThcIixcIkNvbG9yXCI6e1wiJGlkXCI6XCI1OVwiLFwiQVwiOjI1NSxcIlJcIjoyMDQsXCJHXCI6MjA0LFwiQlwiOjIwNH19LFwiTGluZVdlaWdodFwiOjEuMCxcIkxpbmVUeXBlXCI6MH0sXCJJc1Zpc2libGVcIjp0cnVlfSxcIlZlcnRpY2FsQ29ubmVjdG9yU3R5bGVcIjp7XCIkaWRcIjpcIjYwXCIsXCJMaW5lU3R5bGVcIjp7XCIkaWRcIjpcIjYxXCIsXCJMaW5lQ29sb3JcIjp7XCIkaWRcIjpcIjYyXCIsXCJDb2xvclwiOntcIiRpZFwiOlwiNjNcIixcIkFcIjoyNTUsXCJSXCI6MjA0LFwiR1wiOjIwNCxcIkJcIjoyMDR9fSxcIkxpbmVXZWlnaHRcIjowLjAsXCJMaW5lVHlwZVwiOjB9LFwiSXNWaXNpYmxlXCI6ZmFsc2V9LFwiTWFyZ2luXCI6e1wiJGlkXCI6XCI2NFwiLFwiVG9wXCI6MC4wLFwiTGVmdFwiOjAuMCxcIlJpZ2h0XCI6MC4wLFwiQm90dG9tXCI6MC4wfSxcIlN0YXJ0RGF0ZVBvc2l0aW9uXCI6MCxcIkVuZERhdGVQb3NpdGlvblwiOjAsXCJUaXRsZVBvc2l0aW9uXCI6NSxcIkR1cmF0aW9uUG9zaXRpb25cIjowLFwiUGVyY2VudGFnZUNvbXBsZXRlZFBvc2l0aW9uXCI6MixcIlNwYWNpbmdcIjozLFwiSXNCZWxvd1RpbWViYW5kXCI6dHJ1ZSxcIlNoYXBlU3R5bGVcIjp7XCIkaWRcIjpcIjY1XCIsXCJNYXJnaW5cIjp7XCIkaWRcIjpcIjY2XCIsXCJUb3BcIjowLjAsXCJMZWZ0XCI6NC4wLFwiUmlnaHRcIjo0LjAsXCJCb3R0b21cIjowLjB9LFwiUGFkZGluZ1wiOntcIiRpZFwiOlwiNjdcIixcIlRvcFwiOjAuMCxcIkxlZnRcIjowLjAsXCJSaWdodFwiOjAuMCxcIkJvdHRvbVwiOjAuMH0sXCJCYWNrZ3JvdW5kXCI6e1wiJGlkXCI6XCI2OFwiLFwiQ29sb3JcIjp7XCIkaWRcIjpcIjY5XCIsXCJBXCI6MjU1LFwiUlwiOjI1NSxcIkdcIjoxOTIsXCJCXCI6MH19LFwiSXNWaXNpYmxlXCI6dHJ1ZSxcIldpZHRoXCI6MC4wLFwiSGVpZ2h0XCI6MTAuMCxcIkJvcmRlclN0eWxlXCI6e1wiJGlkXCI6XCI3MFwiLFwiTGluZVN0eWxlXCI6e1wiJGlkXCI6XCI3MVwiLFwiTGluZUNvbG9yXCI6e1wiJGlkXCI6XCI3MlwiLFwiQ29sb3JcIjp7XCIkaWRcIjpcIjczXCIsXCJBXCI6MjU1LFwiUlwiOjIzNCxcIkdcIjoyMixcIkJcIjozMH19LFwiTGluZVdlaWdodFwiOjIuMCxcIkxpbmVUeXBlXCI6MH0sXCJJc1Zpc2libGVcIjpmYWxzZX19LFwiVGl0bGVTdHlsZVwiOntcIiRpZFwiOlwiNzRcIixcIkZvbnRTZXR0aW5nc1wiOntcIiRpZFwiOlwiNzVcIixcIkZvbnRTaXplXCI6OSxcIkZvbnROYW1lXCI6XCJDYWxpYnJpXCIsXCJJc0JvbGRcIjp0cnVlLFwiSXNJdGFsaWNcIjpmYWxzZSxcIklzVW5kZXJsaW5lZFwiOmZhbHNlfSxcIkZvcmVncm91bmRcIjp7XCIkaWRcIjpcIjc2XCIsXCJDb2xvclwiOntcIiRpZFwiOlwiNzdcIixcIkFcIjoyNTUsXCJSXCI6MCxcIkdcIjowLFwiQlwiOjB9fSxcIkhvcml6b250YWxBbGlnbm1lbnRcIjowLFwiSXNWaXNpYmxlXCI6dHJ1ZX0sXCJEYXRlU3R5bGVcIjp7XCIkaWRcIjpcIjc4XCIsXCJGb250U2V0dGluZ3NcIjp7XCIkaWRcIjpcIjc5XCIsXCJGb250U2l6ZVwiOjEwLFwiRm9udE5hbWVcIjpcIkNhbGlicmlcIixcIklzQm9sZFwiOmZhbHNlLFwiSXNJdGFsaWNcIjpmYWxzZSxcIklzVW5kZXJsaW5lZFwiOmZhbHNlfSxcIkZvcmVncm91bmRcIjp7XCIkaWRcIjpcIjgwXCIsXCJDb2xvclwiOntcIiRpZFwiOlwiODFcIixcIkFcIjoyNTUsXCJSXCI6NjgsXCJHXCI6ODQsXCJCXCI6MTA2fX0sXCJIb3Jpem9udGFsQWxpZ25tZW50XCI6MCxcIklzVmlzaWJsZVwiOmZhbHNlfSxcIkRhdGVGb3JtYXRcIjp7XCIkaWRcIjpcIjg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gzXCIsXCJGb3JtYXRcIjowLFwiSXNWaXNpYmxlXCI6ZmFsc2UsXCJMYXN0S25vd25WaXNpYmlsaXR5U3RhdGVcIjpmYWxzZX19LFwiTWlsZXN0b25lU3R5bGVcIjp7XCIkaWRcIjpcIjg0XCIsXCJTaGFwZVwiOjUsXCJJc0JlbG93VGltZWJhbmRcIjpmYWxzZSxcIlNoYXBlU2l6ZVwiOjEsXCJQYWRkaW5nXCI6e1wiJGlkXCI6XCI4NVwiLFwiVG9wXCI6NS4wLFwiTGVmdFwiOjMuMCxcIlJpZ2h0XCI6MC4wLFwiQm90dG9tXCI6Mi4wfSxcIlNoYXBlU3R5bGVcIjp7XCIkaWRcIjpcIjg2XCIsXCJNYXJnaW5cIjp7XCIkaWRcIjpcIjg3XCIsXCJUb3BcIjowLjAsXCJMZWZ0XCI6MC4wLFwiUmlnaHRcIjowLjAsXCJCb3R0b21cIjowLjB9LFwiUGFkZGluZ1wiOntcIiRpZFwiOlwiODhcIixcIlRvcFwiOjAuMCxcIkxlZnRcIjowLjAsXCJSaWdodFwiOjAuMCxcIkJvdHRvbVwiOjAuMH0sXCJCYWNrZ3JvdW5kXCI6e1wiJGlkXCI6XCI4OVwiLFwiQ29sb3JcIjp7XCIkaWRcIjpcIjkwXCIsXCJBXCI6MjU1LFwiUlwiOjE3OCxcIkdcIjoxNCxcIkJcIjoxOH19LFwiSXNWaXNpYmxlXCI6dHJ1ZSxcIldpZHRoXCI6MTguMCxcIkhlaWdodFwiOjIwLjAsXCJCb3JkZXJTdHlsZVwiOntcIiRpZFwiOlwiOTFcIixcIkxpbmVTdHlsZVwiOntcIiRpZFwiOlwiOTJcIixcIkxpbmVDb2xvclwiOntcIiRpZFwiOlwiOTNcIixcIkNvbG9yXCI6e1wiJGlkXCI6XCI5NFwiLFwiQVwiOjI1NSxcIlJcIjoyMzQsXCJHXCI6MjIsXCJCXCI6MzB9fSxcIkxpbmVXZWlnaHRcIjoyLjAsXCJMaW5lVHlwZVwiOjB9LFwiSXNWaXNpYmxlXCI6ZmFsc2V9fSxcIlRpdGxlU3R5bGVcIjp7XCIkaWRcIjpcIjk1XCIsXCJGb250U2V0dGluZ3NcIjp7XCIkaWRcIjpcIjk2XCIsXCJGb250U2l6ZVwiOjksXCJGb250TmFtZVwiOlwiQ2FsaWJyaVwiLFwiSXNCb2xkXCI6dHJ1ZSxcIklzSXRhbGljXCI6ZmFsc2UsXCJJc1VuZGVybGluZWRcIjpmYWxzZX0sXCJGb3JlZ3JvdW5kXCI6e1wiJGlkXCI6XCI5N1wiLFwiQ29sb3JcIjp7XCIkaWRcIjpcIjk4XCIsXCJBXCI6MjU1LFwiUlwiOjAsXCJHXCI6MCxcIkJcIjowfX0sXCJIb3Jpem9udGFsQWxpZ25tZW50XCI6MSxcIklzVmlzaWJsZVwiOnRydWV9LFwiRGF0ZVN0eWxlXCI6e1wiJGlkXCI6XCI5OVwiLFwiRm9udFNldHRpbmdzXCI6e1wiJGlkXCI6XCIxMDBcIixcIkZvbnRTaXplXCI6OSxcIkZvbnROYW1lXCI6XCJDYWxpYnJpXCIsXCJJc0JvbGRcIjpmYWxzZSxcIklzSXRhbGljXCI6ZmFsc2UsXCJJc1VuZGVybGluZWRcIjpmYWxzZX0sXCJGb3JlZ3JvdW5kXCI6e1wiJGlkXCI6XCIxMDFcIixcIkNvbG9yXCI6e1wiJGlkXCI6XCIxMDJcIixcIkFcIjoyNTUsXCJSXCI6NjgsXCJHXCI6ODQsXCJCXCI6MTA2fX0sXCJIb3Jpem9udGFsQWxpZ25tZW50XCI6MSxcIklzVmlzaWJsZVwiOnRydWV9LFwiRGF0ZUZvcm1hdFwiOntcIiRpZFwiOlwiMTAzXCIsXCJGb3JtYXRTdHJpbmdcIjpcInl5eXkvTU1NXCIsXCJTZXBhcmF0b3JcIjpcIi9cIixcIlVzZUludGVybmF0aW9uYWxEYXRlRm9ybWF0XCI6ZmFsc2UsXCJEYXRlSXNWaXNpYmxlXCI6dHJ1ZSxcIlRpbWVJc1Zpc2libGVcIjpmYWxzZSxcIkhvdXJEaWdpdHNcIjoxLFwiQW1QbURlc2lnbmF0b3JcIjoyLFwiVHJpbTAwTWludXRlc1wiOmZhbHNlfSxcIldlZWtOdW1iZXJpbmdcIjp7XCIkaWRcIjpcIjEwNFwiLFwiRm9ybWF0XCI6MCxcIklzVmlzaWJsZVwiOmZhbHNlLFwiTGFzdEtub3duVmlzaWJpbGl0eVN0YXRlXCI6ZmFsc2V9fSxcIk1vdFN0eWxlXCI6e1wiJGlkXCI6XCIxMDVcIixcIlNoYXBlXCI6NSxcIlNoYXBlU2l6ZVwiOjEsXCJEZXRhaWxzU3BhY2luZ1wiOjAuMCxcIlBhZGRpbmdcIjp7XCIkaWRcIjpcIjEwNlwiLFwiVG9wXCI6NS4wLFwiTGVmdFwiOjMuMCxcIlJpZ2h0XCI6MC4wLFwiQm90dG9tXCI6Mi4wfSxcIlBvc2l0aW9uT25UYXNrXCI6MSxcIlNoYXBlU3R5bGVcIjp7XCIkaWRcIjpcIjEwN1wiLFwiTWFyZ2luXCI6e1wiJGlkXCI6XCIxMDhcIixcIlRvcFwiOjAuMCxcIkxlZnRcIjowLjAsXCJSaWdodFwiOjAuMCxcIkJvdHRvbVwiOjAuMH0sXCJQYWRkaW5nXCI6e1wiJGlkXCI6XCIxMDlcIixcIlRvcFwiOjAuMCxcIkxlZnRcIjowLjAsXCJSaWdodFwiOjAuMCxcIkJvdHRvbVwiOjAuMH0sXCJCYWNrZ3JvdW5kXCI6e1wiJGlkXCI6XCIxMTBcIixcIkNvbG9yXCI6e1wiJGlkXCI6XCIxMTFcIixcIkFcIjoyNTUsXCJSXCI6MTc4LFwiR1wiOjE0LFwiQlwiOjE4fX0sXCJJc1Zpc2libGVcIjp0cnVlLFwiV2lkdGhcIjoxOC4wLFwiSGVpZ2h0XCI6MjAuMCxcIkJvcmRlclN0eWxlXCI6e1wiJGlkXCI6XCIxMTJcIixcIkxpbmVTdHlsZVwiOntcIiRpZFwiOlwiMTEzXCIsXCJMaW5lQ29sb3JcIjp7XCIkaWRcIjpcIjExNFwiLFwiQ29sb3JcIjp7XCIkaWRcIjpcIjExNVwiLFwiQVwiOjI1NSxcIlJcIjoyMzQsXCJHXCI6MjIsXCJCXCI6MzB9fSxcIkxpbmVXZWlnaHRcIjowLjAsXCJMaW5lVHlwZVwiOjB9LFwiSXNWaXNpYmxlXCI6ZmFsc2V9fSxcIlRpdGxlU3R5bGVcIjp7XCIkaWRcIjpcIjExNlwiLFwiRm9udFNldHRpbmdzXCI6e1wiJGlkXCI6XCIxMTdcIixcIkZvbnRTaXplXCI6OSxcIkZvbnROYW1lXCI6XCJDYWxpYnJpXCIsXCJJc0JvbGRcIjp0cnVlLFwiSXNJdGFsaWNcIjpmYWxzZSxcIklzVW5kZXJsaW5lZFwiOmZhbHNlfSxcIkZvcmVncm91bmRcIjp7XCIkaWRcIjpcIjExOFwiLFwiQ29sb3JcIjp7XCIkaWRcIjpcIjExOVwiLFwiQVwiOjI1NSxcIlJcIjowLFwiR1wiOjAsXCJCXCI6MH19LFwiSG9yaXpvbnRhbEFsaWdubWVudFwiOjEsXCJJc1Zpc2libGVcIjp0cnVlfSxcIkRhdGVTdHlsZVwiOntcIiRpZFwiOlwiMTIwXCIsXCJGb250U2V0dGluZ3NcIjp7XCIkaWRcIjpcIjEyMVwiLFwiRm9udFNpemVcIjo5LFwiRm9udE5hbWVcIjpcIkNhbGlicmlcIixcIklzQm9sZFwiOmZhbHNlLFwiSXNJdGFsaWNcIjpmYWxzZSxcIklzVW5kZXJsaW5lZFwiOmZhbHNlfSxcIkZvcmVncm91bmRcIjp7XCIkaWRcIjpcIjEyMlwiLFwiQ29sb3JcIjp7XCIkaWRcIjpcIjEyM1wiLFwiQVwiOjI1NSxcIlJcIjo2OCxcIkdcIjo4NCxcIkJcIjoxMDZ9fSxcIkhvcml6b250YWxBbGlnbm1lbnRcIjoxLFwiSXNWaXNpYmxlXCI6dHJ1ZX0sXCJEYXRlRm9ybWF0XCI6e1wiJGlkXCI6XCIxMjRcIixcIkZvcm1hdFN0cmluZ1wiOlwieXl5eS9NTU1cIixcIlNlcGFyYXRvclwiOlwiL1wiLFwiVXNlSW50ZXJuYXRpb25hbERhdGVGb3JtYXRcIjpmYWxzZSxcIkRhdGVJc1Zpc2libGVcIjp0cnVlLFwiVGltZUlzVmlzaWJsZVwiOmZhbHNlLFwiSG91ckRpZ2l0c1wiOjEsXCJBbVBtRGVzaWduYXRvclwiOjIsXCJUcmltMDBNaW51dGVzXCI6ZmFsc2V9LFwiV2Vla051bWJlcmluZ1wiOntcIiRpZFwiOlwiMTI1XCIsXCJGb3JtYXRcIjowLFwiSXNWaXNpYmxlXCI6ZmFsc2UsXCJMYXN0S25vd25WaXNpYmlsaXR5U3RhdGVcIjpmYWxzZX19LFwiU3dpbWxhbmVWMlN0eWxlXCI6e1wiJGlkXCI6XCIxMjZcIixcIlN0eWxlSWRcIjpcImVjNDFiNTIxLWViZGYtNGMzYS1hNjQ2LTc0NjA0OWRjZDQwN1wiLFwiTmFtZVwiOlwiU3dpbWxhbmUgU3R5bGUgMVwiLFwiSGVhZGVyU3R5bGVcIjp7XCIkaWRcIjpcIjEyN1wiLFwiVGV4dFN0eWxlXCI6e1wiJGlkXCI6XCIxMjhcIixcIkZvbnRTZXR0aW5nc1wiOntcIiRpZFwiOlwiMTI5XCIsXCJGb250U2l6ZVwiOjEyLFwiRm9udE5hbWVcIjpcIkNhbGlicmlcIixcIklzQm9sZFwiOnRydWUsXCJJc0l0YWxpY1wiOmZhbHNlLFwiSXNVbmRlcmxpbmVkXCI6ZmFsc2V9LFwiRm9yZWdyb3VuZFwiOntcIiRpZFwiOlwiMTMwXCIsXCJDb2xvclwiOntcIiRpZFwiOlwiMTMxXCIsXCJBXCI6MjU1LFwiUlwiOjI1NSxcIkdcIjoyNTUsXCJCXCI6MjU1fX0sXCJIb3Jpem9udGFsQWxpZ25tZW50XCI6MCxcIklzVmlzaWJsZVwiOmZhbHNlfSxcIlJlY3RhbmdsZVN0eWxlXCI6e1wiJGlkXCI6XCIxMzJcIixcIk1hcmdpblwiOntcIiRpZFwiOlwiMTMzXCIsXCJUb3BcIjowLjAsXCJMZWZ0XCI6MC4wLFwiUmlnaHRcIjowLjAsXCJCb3R0b21cIjowLjB9LFwiUGFkZGluZ1wiOntcIiRpZFwiOlwiMTM0XCIsXCJUb3BcIjowLjAsXCJMZWZ0XCI6MC4wLFwiUmlnaHRcIjowLjAsXCJCb3R0b21cIjowLjB9LFwiQmFja2dyb3VuZFwiOntcIiRpZFwiOlwiMTM1XCIsXCJDb2xvclwiOntcIiRpZFwiOlwiMTM2XCIsXCJBXCI6MjU1LFwiUlwiOjI1NSxcIkdcIjoxOTIsXCJCXCI6MH19LFwiSXNWaXNpYmxlXCI6ZmFsc2UsXCJXaWR0aFwiOjAuMCxcIkhlaWdodFwiOjAuMCxcIkJvcmRlclN0eWxlXCI6e1wiJGlkXCI6XCIxMzdcIixcIkxpbmVTdHlsZVwiOntcIiRpZFwiOlwiMTM4XCIsXCJMaW5lQ29sb3JcIjp7XCIkaWRcIjpcIjEzOVwiLFwiQ29sb3JcIjp7XCIkaWRcIjpcIjE0MFwiLFwiQVwiOjI1NSxcIlJcIjoyMixcIkdcIjoyOCxcIkJcIjozNX19LFwiTGluZVdlaWdodFwiOjAuMCxcIkxpbmVUeXBlXCI6MH0sXCJJc1Zpc2libGVcIjpmYWxzZX19fSxcIkJhY2tncm91bmRTdHlsZVwiOntcIiRpZFwiOlwiMTQxXCIsXCJNYXJnaW5cIjp7XCIkaWRcIjpcIjE0MlwiLFwiVG9wXCI6MC4wLFwiTGVmdFwiOjAuMCxcIlJpZ2h0XCI6MC4wLFwiQm90dG9tXCI6MC4wfSxcIlBhZGRpbmdcIjp7XCIkaWRcIjpcIjE0M1wiLFwiVG9wXCI6MC4wLFwiTGVmdFwiOjAuMCxcIlJpZ2h0XCI6MC4wLFwiQm90dG9tXCI6MC4wfSxcIkJhY2tncm91bmRcIjp7XCIkaWRcIjpcIjE0NFwiLFwiQ29sb3JcIjp7XCIkaWRcIjpcIjE0NVwiLFwiQVwiOjM4LFwiUlwiOjI1NSxcIkdcIjoxOTIsXCJCXCI6MH19LFwiSXNWaXNpYmxlXCI6dHJ1ZSxcIldpZHRoXCI6MC4wLFwiSGVpZ2h0XCI6MC4wLFwiQm9yZGVyU3R5bGVcIjp7XCIkaWRcIjpcIjE0NlwiLFwiTGluZVN0eWxlXCI6e1wiJGlkXCI6XCIxNDdcIixcIkxpbmVDb2xvclwiOntcIiRpZFwiOlwiMTQ4XCIsXCJDb2xvclwiOntcIiRpZFwiOlwiMTQ5XCIsXCJBXCI6MjU1LFwiUlwiOjIzNCxcIkdcIjoyMixcIkJcIjozMH19LFwiTGluZVdlaWdodFwiOjAuMCxcIkxpbmVUeXBlXCI6MH0sXCJJc1Zpc2libGVcIjpmYWxzZX19LFwiSXNBYm92ZVRpbWViYW5kXCI6ZmFsc2UsXCJTcGFjaW5nXCI6MixcIkRlZmF1bHRTd2ltbGFuZUFjdGl2aXR5U3R5bGVcIjp7XCIkaWRcIjpcIjE1MFwiLFwiSGVhZGVyU3R5bGVcIjp7XCIkaWRcIjpcIjE1MVwiLFwiVGV4dFN0eWxlXCI6e1wiJGlkXCI6XCIxNTJcIixcIkZvbnRTZXR0aW5nc1wiOntcIiRpZFwiOlwiMTUzXCIsXCJGb250U2l6ZVwiOjEyLFwiRm9udE5hbWVcIjpcIkNhbGlicmlcIixcIklzQm9sZFwiOmZhbHNlLFwiSXNJdGFsaWNcIjpmYWxzZSxcIklzVW5kZXJsaW5lZFwiOmZhbHNlfSxcIkZvcmVncm91bmRcIjp7XCIkaWRcIjpcIjE1NFwiLFwiQ29sb3JcIjp7XCIkaWRcIjpcIjE1NVwiLFwiQVwiOjI1NSxcIlJcIjowLFwiR1wiOjAsXCJCXCI6MH19LFwiSG9yaXpvbnRhbEFsaWdubWVudFwiOjAsXCJJc1Zpc2libGVcIjpmYWxzZX0sXCJSZWN0YW5nbGVTdHlsZVwiOntcIiRpZFwiOlwiMTU2XCIsXCJNYXJnaW5cIjp7XCIkaWRcIjpcIjE1N1wiLFwiVG9wXCI6MC4wLFwiTGVmdFwiOjAuMCxcIlJpZ2h0XCI6MC4wLFwiQm90dG9tXCI6MC4wfSxcIlBhZGRpbmdcIjp7XCIkaWRcIjpcIjE1OFwiLFwiVG9wXCI6MC4wLFwiTGVmdFwiOjAuMCxcIlJpZ2h0XCI6MC4wLFwiQm90dG9tXCI6MC4wfSxcIkJhY2tncm91bmRcIjp7XCIkaWRcIjpcIjE1OVwiLFwiQ29sb3JcIjp7XCIkaWRcIjpcIjE2MFwiLFwiQVwiOjYzLFwiUlwiOjI1NSxcIkdcIjoxOTIsXCJCXCI6MH19LFwiSXNWaXNpYmxlXCI6ZmFsc2UsXCJXaWR0aFwiOjAuMCxcIkhlaWdodFwiOjAuMCxcIkJvcmRlclN0eWxlXCI6e1wiJGlkXCI6XCIxNjFcIixcIkxpbmVTdHlsZVwiOntcIiRpZFwiOlwiMTYyXCIsXCJMaW5lQ29sb3JcIjp7XCIkaWRcIjpcIjE2M1wiLFwiQ29sb3JcIjp7XCIkaWRcIjpcIjE2NFwiLFwiQVwiOjI1NSxcIlJcIjoyNTUsXCJHXCI6MCxcIkJcIjowfX0sXCJMaW5lV2VpZ2h0XCI6MC4wLFwiTGluZVR5cGVcIjowfSxcIklzVmlzaWJsZVwiOmZhbHNlfX19LFwiQmFja2dyb3VuZFN0eWxlXCI6e1wiJGlkXCI6XCIxNjVcIixcIk1hcmdpblwiOntcIiRpZFwiOlwiMTY2XCIsXCJUb3BcIjowLjAsXCJMZWZ0XCI6MC4wLFwiUmlnaHRcIjowLjAsXCJCb3R0b21cIjowLjB9LFwiUGFkZGluZ1wiOntcIiRpZFwiOlwiMTY3XCIsXCJUb3BcIjowLjAsXCJMZWZ0XCI6MC4wLFwiUmlnaHRcIjowLjAsXCJCb3R0b21cIjowLjB9LFwiQmFja2dyb3VuZFwiOntcIiRpZFwiOlwiMTY4XCIsXCJDb2xvclwiOntcIiRpZFwiOlwiMTY5XCIsXCJBXCI6MzgsXCJSXCI6MjU1LFwiR1wiOjE5MixcIkJcIjowfX0sXCJJc1Zpc2libGVcIjp0cnVlLFwiV2lkdGhcIjowLjAsXCJIZWlnaHRcIjowLjAsXCJCb3JkZXJTdHlsZVwiOntcIiRpZFwiOlwiMTcwXCIsXCJMaW5lU3R5bGVcIjp7XCIkaWRcIjpcIjE3MVwiLFwiTGluZUNvbG9yXCI6e1wiJGlkXCI6XCIxNzJcIixcIkNvbG9yXCI6e1wiJGlkXCI6XCIxNzNcIixcIkFcIjoyNTUsXCJSXCI6MjM0LFwiR1wiOjIyLFwiQlwiOjMwfX0sXCJMaW5lV2VpZ2h0XCI6MC4wLFwiTGluZVR5cGVcIjowfSxcIklzVmlzaWJsZVwiOmZhbHNlfX19LFwiRGVmYXVsdFN3aW1sYW5lTWlsZXN0b25lU3R5bGVcIjp7XCIkaWRcIjpcIjE3NFwiLFwiVGl0bGVQb3NpdGlvblwiOjIsXCJEYXRlUG9zaXRpb25cIjowLFwiU2hhcGVUeXBlXCI6MCxcIlNoYXBlU2l6ZVwiOjEsXCJTcGFjaW5nXCI6NSxcIlNoYXBlU3R5bGVcIjp7XCIkaWRcIjpcIjE3NVwiLFwiTWFyZ2luXCI6e1wiJGlkXCI6XCIxNzZcIixcIlRvcFwiOjAuMCxcIkxlZnRcIjowLjAsXCJSaWdodFwiOjAuMCxcIkJvdHRvbVwiOjAuMH0sXCJQYWRkaW5nXCI6e1wiJGlkXCI6XCIxNzdcIixcIlRvcFwiOjAuMCxcIkxlZnRcIjowLjAsXCJSaWdodFwiOjAuMCxcIkJvdHRvbVwiOjAuMH0sXCJCYWNrZ3JvdW5kXCI6e1wiJGlkXCI6XCIxNzhcIixcIkNvbG9yXCI6e1wiJGlkXCI6XCIxNzlcIixcIkFcIjoyNTUsXCJSXCI6MjU1LFwiR1wiOjE5MixcIkJcIjowfX0sXCJJc1Zpc2libGVcIjp0cnVlLFwiV2lkdGhcIjoxOC4wLFwiSGVpZ2h0XCI6MjAuMCxcIkJvcmRlclN0eWxlXCI6e1wiJGlkXCI6XCIxODBcIixcIkxpbmVTdHlsZVwiOntcIiRpZFwiOlwiMTgxXCIsXCJMaW5lQ29sb3JcIjp7XCIkaWRcIjpcIjE4MlwiLFwiQ29sb3JcIjp7XCIkaWRcIjpcIjE4M1wiLFwiQVwiOjI1NSxcIlJcIjoyMzQsXCJHXCI6MjIsXCJCXCI6MzB9fSxcIkxpbmVXZWlnaHRcIjoyLjAsXCJMaW5lVHlwZVwiOjB9LFwiSXNWaXNpYmxlXCI6ZmFsc2V9fSxcIlRpdGxlU3R5bGVcIjp7XCIkaWRcIjpcIjE4NFwiLFwiRm9udFNldHRpbmdzXCI6e1wiJGlkXCI6XCIxODVcIixcIkZvbnRTaXplXCI6OSxcIkZvbnROYW1lXCI6XCJDYWxpYnJpXCIsXCJJc0JvbGRcIjp0cnVlLFwiSXNJdGFsaWNcIjpmYWxzZSxcIklzVW5kZXJsaW5lZFwiOmZhbHNlfSxcIkZvcmVncm91bmRcIjp7XCIkaWRcIjpcIjE4NlwiLFwiQ29sb3JcIjp7XCIkaWRcIjpcIjE4N1wiLFwiQVwiOjI1NSxcIlJcIjowLFwiR1wiOjAsXCJCXCI6MH19LFwiSG9yaXpvbnRhbEFsaWdubWVudFwiOjEsXCJJc1Zpc2libGVcIjp0cnVlfSxcIkRhdGVTdHlsZVwiOntcIiRpZFwiOlwiMTg4XCIsXCJGb250U2V0dGluZ3NcIjp7XCIkaWRcIjpcIjE4OVwiLFwiRm9udFNpemVcIjo5LFwiRm9udE5hbWVcIjpcIkNhbGlicmlcIixcIklzQm9sZFwiOmZhbHNlLFwiSXNJdGFsaWNcIjpmYWxzZSxcIklzVW5kZXJsaW5lZFwiOmZhbHNlfSxcIkZvcmVncm91bmRcIjp7XCIkaWRcIjpcIjE5MFwiLFwiQ29sb3JcIjp7XCIkaWRcIjpcIjE5MVwiLFwiQVwiOjI1NSxcIlJcIjo2OCxcIkdcIjo4NCxcIkJcIjoxMDZ9fSxcIkhvcml6b250YWxBbGlnbm1lbnRcIjowLFwiSXNWaXNpYmxlXCI6ZmFsc2V9LFwiRGF0ZUZvcm1hdFwiOntcIiRpZFwiOlwiMTk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E5M1wiLFwiRm9ybWF0XCI6MCxcIklzVmlzaWJsZVwiOmZhbHNlLFwiTGFzdEtub3duVmlzaWJpbGl0eVN0YXRlXCI6ZmFsc2V9fSxcIkRlZmF1bHRTd2ltbGFuZVRhc2tTdHlsZVwiOntcIiRpZFwiOlwiMTk0XCIsXCJTaGFwZVwiOjcsXCJTaGFwZVRoaWNrbmVzc1wiOjAsXCJEdXJhdGlvbkZvcm1hdFwiOjAsXCJQZXJjZW50YWdlQ29tcGxldGVUZXh0U3R5bGVcIjp7XCIkaWRcIjpcIjE5NVwiLFwiRm9udFNldHRpbmdzXCI6e1wiJGlkXCI6XCIxOTZcIixcIkZvbnRTaXplXCI6MTAsXCJGb250TmFtZVwiOlwiQ2FsaWJyaVwiLFwiSXNCb2xkXCI6dHJ1ZSxcIklzSXRhbGljXCI6ZmFsc2UsXCJJc1VuZGVybGluZWRcIjpmYWxzZX0sXCJGb3JlZ3JvdW5kXCI6e1wiJGlkXCI6XCIxOTdcIixcIkNvbG9yXCI6e1wiJGlkXCI6XCIxOThcIixcIkFcIjoyNTUsXCJSXCI6MTI3LFwiR1wiOjk2LFwiQlwiOjB9fSxcIkhvcml6b250YWxBbGlnbm1lbnRcIjowLFwiSXNWaXNpYmxlXCI6dHJ1ZX0sXCJQZXJjZW50YWdlQ29tcGxldGVIaWdobGlnaHRTdHlsZVwiOntcIiRpZFwiOlwiMTk5XCIsXCJCYWNrZ3JvdW5kXCI6e1wiJGlkXCI6XCIyMDBcIixcIkNvbG9yXCI6e1wiJGlkXCI6XCIyMDFcIixcIkFcIjo4OSxcIlJcIjowLFwiR1wiOjAsXCJCXCI6MH19fSxcIkR1cmF0aW9uU3R5bGVcIjp7XCIkaWRcIjpcIjIwMlwiLFwiRm9udFNldHRpbmdzXCI6e1wiJGlkXCI6XCIyMDNcIixcIkZvbnRTaXplXCI6MTAsXCJGb250TmFtZVwiOlwiQ2FsaWJyaVwiLFwiSXNCb2xkXCI6ZmFsc2UsXCJJc0l0YWxpY1wiOmZhbHNlLFwiSXNVbmRlcmxpbmVkXCI6ZmFsc2V9LFwiRm9yZWdyb3VuZFwiOntcIiRpZFwiOlwiMjA0XCIsXCJDb2xvclwiOntcIiRpZFwiOlwiMjA1XCIsXCJBXCI6MjU1LFwiUlwiOjIzNyxcIkdcIjoxMjUsXCJCXCI6NDl9fSxcIkhvcml6b250YWxBbGlnbm1lbnRcIjowLFwiSXNWaXNpYmxlXCI6ZmFsc2V9LFwiTWFyZ2luXCI6e1wiJGlkXCI6XCIyMDZcIixcIlRvcFwiOjAuMCxcIkxlZnRcIjowLjAsXCJSaWdodFwiOjAuMCxcIkJvdHRvbVwiOjAuMH0sXCJTdGFydERhdGVQb3NpdGlvblwiOjAsXCJFbmREYXRlUG9zaXRpb25cIjowLFwiVGl0bGVQb3NpdGlvblwiOjIsXCJEdXJhdGlvblBvc2l0aW9uXCI6MCxcIlBlcmNlbnRhZ2VDb21wbGV0ZWRQb3NpdGlvblwiOjQsXCJTcGFjaW5nXCI6MyxcIlNoYXBlU3R5bGVcIjp7XCIkaWRcIjpcIjIwN1wiLFwiTWFyZ2luXCI6e1wiJGlkXCI6XCIyMDhcIixcIlRvcFwiOjAuMCxcIkxlZnRcIjo0LjAsXCJSaWdodFwiOjQuMCxcIkJvdHRvbVwiOjAuMH0sXCJQYWRkaW5nXCI6e1wiJGlkXCI6XCIyMDlcIixcIlRvcFwiOjAuMCxcIkxlZnRcIjowLjAsXCJSaWdodFwiOjAuMCxcIkJvdHRvbVwiOjAuMH0sXCJCYWNrZ3JvdW5kXCI6e1wiJGlkXCI6XCIyMTBcIixcIkNvbG9yXCI6e1wiJGlkXCI6XCIyMTFcIixcIkFcIjoyNTUsXCJSXCI6MjU1LFwiR1wiOjE5MixcIkJcIjowfX0sXCJJc1Zpc2libGVcIjp0cnVlLFwiV2lkdGhcIjowLjAsXCJIZWlnaHRcIjoxMy40MjY2NjY2NjY2NjY2NzcsXCJCb3JkZXJTdHlsZVwiOntcIiRpZFwiOlwiMjEyXCIsXCJMaW5lU3R5bGVcIjp7XCIkaWRcIjpcIjIxM1wiLFwiTGluZUNvbG9yXCI6e1wiJGlkXCI6XCIyMTRcIixcIkNvbG9yXCI6e1wiJGlkXCI6XCIyMTVcIixcIkFcIjoyNTUsXCJSXCI6MjM0LFwiR1wiOjIyLFwiQlwiOjMwfX0sXCJMaW5lV2VpZ2h0XCI6Mi4wLFwiTGluZVR5cGVcIjowfSxcIklzVmlzaWJsZVwiOmZhbHNlfX0sXCJUaXRsZVN0eWxlXCI6e1wiJGlkXCI6XCIyMTZcIixcIkZvbnRTZXR0aW5nc1wiOntcIiRpZFwiOlwiMjE3XCIsXCJGb250U2l6ZVwiOjksXCJGb250TmFtZVwiOlwiQ2FsaWJyaVwiLFwiSXNCb2xkXCI6dHJ1ZSxcIklzSXRhbGljXCI6ZmFsc2UsXCJJc1VuZGVybGluZWRcIjpmYWxzZX0sXCJGb3JlZ3JvdW5kXCI6e1wiJGlkXCI6XCIyMThcIixcIkNvbG9yXCI6e1wiJGlkXCI6XCIyMTlcIixcIkFcIjoyNTUsXCJSXCI6MCxcIkdcIjowLFwiQlwiOjB9fSxcIkhvcml6b250YWxBbGlnbm1lbnRcIjoxLFwiSXNWaXNpYmxlXCI6dHJ1ZX0sXCJEYXRlU3R5bGVcIjp7XCIkaWRcIjpcIjIyMFwiLFwiRm9udFNldHRpbmdzXCI6e1wiJGlkXCI6XCIyMjFcIixcIkZvbnRTaXplXCI6MTAsXCJGb250TmFtZVwiOlwiQ2FsaWJyaVwiLFwiSXNCb2xkXCI6ZmFsc2UsXCJJc0l0YWxpY1wiOmZhbHNlLFwiSXNVbmRlcmxpbmVkXCI6ZmFsc2V9LFwiRm9yZWdyb3VuZFwiOntcIiRpZFwiOlwiMjIyXCIsXCJDb2xvclwiOntcIiRpZFwiOlwiMjIzXCIsXCJBXCI6MjU1LFwiUlwiOjY4LFwiR1wiOjg0LFwiQlwiOjEwNn19LFwiSG9yaXpvbnRhbEFsaWdubWVudFwiOjIsXCJJc1Zpc2libGVcIjpmYWxzZX0sXCJEYXRlRm9ybWF0XCI6e1wiJGlkXCI6XCIyMj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I1XCIsXCJGb3JtYXRcIjowLFwiSXNWaXNpYmxlXCI6ZmFsc2UsXCJMYXN0S25vd25WaXNpYmlsaXR5U3RhdGVcIjpmYWxzZX19LFwiRGVmYXVsdFN3aW1sYW5lTW90U3R5bGVcIjp7XCIkaWRcIjpcIjIyNlwiLFwiU2hhcGVcIjoxNCxcIlNoYXBlU2l6ZVwiOjEsXCJEZXRhaWxzU3BhY2luZ1wiOjAuMCxcIlBhZGRpbmdcIjp7XCIkaWRcIjpcIjIyN1wiLFwiVG9wXCI6Ny4wLFwiTGVmdFwiOjMuMCxcIlJpZ2h0XCI6MC4wLFwiQm90dG9tXCI6Mi4wfSxcIlBvc2l0aW9uT25UYXNrXCI6MyxcIlNoYXBlU3R5bGVcIjp7XCIkaWRcIjpcIjIyOFwiLFwiTWFyZ2luXCI6e1wiJGlkXCI6XCIyMjlcIixcIlRvcFwiOjAuMCxcIkxlZnRcIjowLjAsXCJSaWdodFwiOjAuMCxcIkJvdHRvbVwiOjAuMH0sXCJQYWRkaW5nXCI6e1wiJGlkXCI6XCIyMzBcIixcIlRvcFwiOjAuMCxcIkxlZnRcIjowLjAsXCJSaWdodFwiOjAuMCxcIkJvdHRvbVwiOjAuMH0sXCJCYWNrZ3JvdW5kXCI6e1wiJGlkXCI6XCIyMzFcIixcIkNvbG9yXCI6e1wiJGlkXCI6XCIyMzJcIixcIkFcIjoyNTUsXCJSXCI6MTI3LFwiR1wiOjk2LFwiQlwiOjB9fSxcIklzVmlzaWJsZVwiOnRydWUsXCJXaWR0aFwiOjE4LjAsXCJIZWlnaHRcIjoyMC4wLFwiQm9yZGVyU3R5bGVcIjp7XCIkaWRcIjpcIjIzM1wiLFwiTGluZVN0eWxlXCI6e1wiJGlkXCI6XCIyMzRcIixcIkxpbmVDb2xvclwiOntcIiRpZFwiOlwiMjM1XCIsXCJDb2xvclwiOntcIiRpZFwiOlwiMjM2XCIsXCJBXCI6MjU1LFwiUlwiOjIzNCxcIkdcIjoyMixcIkJcIjozMH19LFwiTGluZVdlaWdodFwiOjAuMCxcIkxpbmVUeXBlXCI6MH0sXCJJc1Zpc2libGVcIjpmYWxzZX19LFwiVGl0bGVTdHlsZVwiOntcIiRpZFwiOlwiMjM3XCIsXCJGb250U2V0dGluZ3NcIjp7XCIkaWRcIjpcIjIzOFwiLFwiRm9udFNpemVcIjo5LFwiRm9udE5hbWVcIjpcIkNhbGlicmlcIixcIklzQm9sZFwiOnRydWUsXCJJc0l0YWxpY1wiOmZhbHNlLFwiSXNVbmRlcmxpbmVkXCI6ZmFsc2V9LFwiRm9yZWdyb3VuZFwiOntcIiRpZFwiOlwiMjM5XCIsXCJDb2xvclwiOntcIiRpZFwiOlwiMjQwXCIsXCJBXCI6MjU1LFwiUlwiOjAsXCJHXCI6MCxcIkJcIjowfX0sXCJIb3Jpem9udGFsQWxpZ25tZW50XCI6MSxcIklzVmlzaWJsZVwiOmZhbHNlfSxcIkRhdGVTdHlsZVwiOntcIiRpZFwiOlwiMjQxXCIsXCJGb250U2V0dGluZ3NcIjp7XCIkaWRcIjpcIjI0MlwiLFwiRm9udFNpemVcIjo5LFwiRm9udE5hbWVcIjpcIkNhbGlicmlcIixcIklzQm9sZFwiOmZhbHNlLFwiSXNJdGFsaWNcIjpmYWxzZSxcIklzVW5kZXJsaW5lZFwiOmZhbHNlfSxcIkZvcmVncm91bmRcIjp7XCIkaWRcIjpcIjI0M1wiLFwiQ29sb3JcIjp7XCIkaWRcIjpcIjI0NFwiLFwiQVwiOjI1NSxcIlJcIjo2OCxcIkdcIjo4NCxcIkJcIjoxMDZ9fSxcIkhvcml6b250YWxBbGlnbm1lbnRcIjoxLFwiSXNWaXNpYmxlXCI6ZmFsc2V9LFwiRGF0ZUZvcm1hdFwiOntcIiRpZFwiOlwiMjQ1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0NlwiLFwiRm9ybWF0XCI6MCxcIklzVmlzaWJsZVwiOmZhbHNlLFwiTGFzdEtub3duVmlzaWJpbGl0eVN0YXRlXCI6ZmFsc2V9fX0sXCJfYWRkaXRpb25hbFN3aW1sYW5lVjJTdHlsZXNcIjpbe1wiJGlkXCI6XCIyNDdcIixcIlN0eWxlSWRcIjpcImEyNDUxOTMzLWEzNDYtNDMxYy04NDUxLTNiYTgwMTkxNzBkYlwiLFwiTmFtZVwiOlwiU3dpbWxhbmUgU3R5bGUgMlwiLFwiSGVhZGVyU3R5bGVcIjp7XCIkaWRcIjpcIjI0OFwiLFwiVGV4dFN0eWxlXCI6e1wiJGlkXCI6XCIyNDlcIixcIkZvbnRTZXR0aW5nc1wiOntcIiRpZFwiOlwiMjUwXCIsXCJGb250U2l6ZVwiOjEyLFwiRm9udE5hbWVcIjpcIkNhbGlicmlcIixcIklzQm9sZFwiOnRydWUsXCJJc0l0YWxpY1wiOmZhbHNlLFwiSXNVbmRlcmxpbmVkXCI6ZmFsc2V9LFwiRm9yZWdyb3VuZFwiOntcIiRpZFwiOlwiMjUxXCIsXCJDb2xvclwiOntcIiRpZFwiOlwiMjUyXCIsXCJBXCI6MjU1LFwiUlwiOjI1NSxcIkdcIjoyNTUsXCJCXCI6MjU1fX0sXCJIb3Jpem9udGFsQWxpZ25tZW50XCI6MCxcIklzVmlzaWJsZVwiOmZhbHNlfSxcIlJlY3RhbmdsZVN0eWxlXCI6e1wiJGlkXCI6XCIyNTNcIixcIk1hcmdpblwiOntcIiRpZFwiOlwiMjU0XCIsXCJUb3BcIjowLjAsXCJMZWZ0XCI6MC4wLFwiUmlnaHRcIjowLjAsXCJCb3R0b21cIjowLjB9LFwiUGFkZGluZ1wiOntcIiRpZFwiOlwiMjU1XCIsXCJUb3BcIjowLjAsXCJMZWZ0XCI6MC4wLFwiUmlnaHRcIjowLjAsXCJCb3R0b21cIjowLjB9LFwiQmFja2dyb3VuZFwiOntcIiRpZFwiOlwiMjU2XCIsXCJDb2xvclwiOntcIiRpZFwiOlwiMjU3XCIsXCJBXCI6MjU1LFwiUlwiOjIzNyxcIkdcIjoxMjUsXCJCXCI6NDl9fSxcIklzVmlzaWJsZVwiOmZhbHNlLFwiV2lkdGhcIjowLjAsXCJIZWlnaHRcIjowLjAsXCJCb3JkZXJTdHlsZVwiOntcIiRpZFwiOlwiMjU4XCIsXCJMaW5lU3R5bGVcIjp7XCIkaWRcIjpcIjI1OVwiLFwiTGluZUNvbG9yXCI6e1wiJGlkXCI6XCIyNjBcIixcIkNvbG9yXCI6e1wiJGlkXCI6XCIyNjFcIixcIkFcIjoyNTUsXCJSXCI6MjEsXCJHXCI6MzcsXCJCXCI6NjZ9fSxcIkxpbmVXZWlnaHRcIjowLjAsXCJMaW5lVHlwZVwiOjB9LFwiSXNWaXNpYmxlXCI6ZmFsc2V9fX0sXCJCYWNrZ3JvdW5kU3R5bGVcIjp7XCIkaWRcIjpcIjI2MlwiLFwiTWFyZ2luXCI6e1wiJGlkXCI6XCIyNjNcIixcIlRvcFwiOjAuMCxcIkxlZnRcIjowLjAsXCJSaWdodFwiOjAuMCxcIkJvdHRvbVwiOjAuMH0sXCJQYWRkaW5nXCI6e1wiJGlkXCI6XCIyNjRcIixcIlRvcFwiOjAuMCxcIkxlZnRcIjowLjAsXCJSaWdodFwiOjAuMCxcIkJvdHRvbVwiOjAuMH0sXCJCYWNrZ3JvdW5kXCI6e1wiJGlkXCI6XCIyNjVcIixcIkNvbG9yXCI6e1wiJGlkXCI6XCIyNjZcIixcIkFcIjozOCxcIlJcIjoyMzcsXCJHXCI6MTI1LFwiQlwiOjQ5fX0sXCJJc1Zpc2libGVcIjp0cnVlLFwiV2lkdGhcIjowLjAsXCJIZWlnaHRcIjowLjAsXCJCb3JkZXJTdHlsZVwiOntcIiRpZFwiOlwiMjY3XCIsXCJMaW5lU3R5bGVcIjp7XCIkaWRcIjpcIjI2OFwiLFwiTGluZUNvbG9yXCI6e1wiJGlkXCI6XCIyNjlcIixcIkNvbG9yXCI6e1wiJGlkXCI6XCIyNzBcIixcIkFcIjoyNTUsXCJSXCI6MjM0LFwiR1wiOjIyLFwiQlwiOjMwfX0sXCJMaW5lV2VpZ2h0XCI6MC4wLFwiTGluZVR5cGVcIjowfSxcIklzVmlzaWJsZVwiOmZhbHNlfX0sXCJJc0Fib3ZlVGltZWJhbmRcIjpmYWxzZSxcIlNwYWNpbmdcIjoyLFwiRGVmYXVsdFN3aW1sYW5lQWN0aXZpdHlTdHlsZVwiOntcIiRpZFwiOlwiMjcxXCIsXCJIZWFkZXJTdHlsZVwiOntcIiRpZFwiOlwiMjcyXCIsXCJUZXh0U3R5bGVcIjp7XCIkaWRcIjpcIjI3M1wiLFwiRm9udFNldHRpbmdzXCI6e1wiJGlkXCI6XCIyNzRcIixcIkZvbnRTaXplXCI6MTIsXCJGb250TmFtZVwiOlwiQ2FsaWJyaVwiLFwiSXNCb2xkXCI6ZmFsc2UsXCJJc0l0YWxpY1wiOmZhbHNlLFwiSXNVbmRlcmxpbmVkXCI6ZmFsc2V9LFwiRm9yZWdyb3VuZFwiOntcIiRpZFwiOlwiMjc1XCIsXCJDb2xvclwiOntcIiRpZFwiOlwiMjc2XCIsXCJBXCI6MjU1LFwiUlwiOjAsXCJHXCI6MCxcIkJcIjowfX0sXCJIb3Jpem9udGFsQWxpZ25tZW50XCI6MCxcIklzVmlzaWJsZVwiOmZhbHNlfSxcIlJlY3RhbmdsZVN0eWxlXCI6e1wiJGlkXCI6XCIyNzdcIixcIk1hcmdpblwiOntcIiRpZFwiOlwiMjc4XCIsXCJUb3BcIjowLjAsXCJMZWZ0XCI6MC4wLFwiUmlnaHRcIjowLjAsXCJCb3R0b21cIjowLjB9LFwiUGFkZGluZ1wiOntcIiRpZFwiOlwiMjc5XCIsXCJUb3BcIjowLjAsXCJMZWZ0XCI6MC4wLFwiUmlnaHRcIjowLjAsXCJCb3R0b21cIjowLjB9LFwiQmFja2dyb3VuZFwiOntcIiRpZFwiOlwiMjgwXCIsXCJDb2xvclwiOntcIiRpZFwiOlwiMjgxXCIsXCJBXCI6NjMsXCJSXCI6MjM3LFwiR1wiOjEyNSxcIkJcIjo0OX19LFwiSXNWaXNpYmxlXCI6ZmFsc2UsXCJXaWR0aFwiOjAuMCxcIkhlaWdodFwiOjAuMCxcIkJvcmRlclN0eWxlXCI6e1wiJGlkXCI6XCIyODJcIixcIkxpbmVTdHlsZVwiOntcIiRpZFwiOlwiMjgzXCIsXCJMaW5lQ29sb3JcIjp7XCIkaWRcIjpcIjI4NFwiLFwiQ29sb3JcIjp7XCIkaWRcIjpcIjI4NVwiLFwiQVwiOjI1NSxcIlJcIjoyNTUsXCJHXCI6MCxcIkJcIjowfX0sXCJMaW5lV2VpZ2h0XCI6MC4wLFwiTGluZVR5cGVcIjowfSxcIklzVmlzaWJsZVwiOmZhbHNlfX19LFwiQmFja2dyb3VuZFN0eWxlXCI6e1wiJGlkXCI6XCIyODZcIixcIk1hcmdpblwiOntcIiRpZFwiOlwiMjg3XCIsXCJUb3BcIjowLjAsXCJMZWZ0XCI6MC4wLFwiUmlnaHRcIjowLjAsXCJCb3R0b21cIjowLjB9LFwiUGFkZGluZ1wiOntcIiRpZFwiOlwiMjg4XCIsXCJUb3BcIjowLjAsXCJMZWZ0XCI6MC4wLFwiUmlnaHRcIjowLjAsXCJCb3R0b21cIjowLjB9LFwiQmFja2dyb3VuZFwiOntcIiRpZFwiOlwiMjg5XCIsXCJDb2xvclwiOntcIiRpZFwiOlwiMjkwXCIsXCJBXCI6MzgsXCJSXCI6MjM3LFwiR1wiOjEyNSxcIkJcIjo0OX19LFwiSXNWaXNpYmxlXCI6dHJ1ZSxcIldpZHRoXCI6MC4wLFwiSGVpZ2h0XCI6MC4wLFwiQm9yZGVyU3R5bGVcIjp7XCIkaWRcIjpcIjI5MVwiLFwiTGluZVN0eWxlXCI6e1wiJGlkXCI6XCIyOTJcIixcIkxpbmVDb2xvclwiOntcIiRpZFwiOlwiMjkzXCIsXCJDb2xvclwiOntcIiRpZFwiOlwiMjk0XCIsXCJBXCI6MjU1LFwiUlwiOjIzNCxcIkdcIjoyMixcIkJcIjozMH19LFwiTGluZVdlaWdodFwiOjAuMCxcIkxpbmVUeXBlXCI6MH0sXCJJc1Zpc2libGVcIjpmYWxzZX19fSxcIkRlZmF1bHRTd2ltbGFuZU1pbGVzdG9uZVN0eWxlXCI6e1wiJGlkXCI6XCIyOTVcIixcIlRpdGxlUG9zaXRpb25cIjoyLFwiRGF0ZVBvc2l0aW9uXCI6MCxcIlNoYXBlVHlwZVwiOjAsXCJTaGFwZVNpemVcIjoxLFwiU3BhY2luZ1wiOjUsXCJTaGFwZVN0eWxlXCI6e1wiJGlkXCI6XCIyOTZcIixcIk1hcmdpblwiOntcIiRpZFwiOlwiMjk3XCIsXCJUb3BcIjowLjAsXCJMZWZ0XCI6MC4wLFwiUmlnaHRcIjowLjAsXCJCb3R0b21cIjowLjB9LFwiUGFkZGluZ1wiOntcIiRpZFwiOlwiMjk4XCIsXCJUb3BcIjowLjAsXCJMZWZ0XCI6MC4wLFwiUmlnaHRcIjowLjAsXCJCb3R0b21cIjowLjB9LFwiQmFja2dyb3VuZFwiOntcIiRpZFwiOlwiMjk5XCIsXCJDb2xvclwiOntcIiRpZFwiOlwiMzAwXCIsXCJBXCI6MjU1LFwiUlwiOjIzNyxcIkdcIjoxMjUsXCJCXCI6NDl9fSxcIklzVmlzaWJsZVwiOnRydWUsXCJXaWR0aFwiOjE4LjAsXCJIZWlnaHRcIjoyMC4wLFwiQm9yZGVyU3R5bGVcIjp7XCIkaWRcIjpcIjMwMVwiLFwiTGluZVN0eWxlXCI6e1wiJGlkXCI6XCIzMDJcIixcIkxpbmVDb2xvclwiOntcIiRpZFwiOlwiMzAzXCIsXCJDb2xvclwiOntcIiRpZFwiOlwiMzA0XCIsXCJBXCI6MjU1LFwiUlwiOjIzNCxcIkdcIjoyMixcIkJcIjozMH19LFwiTGluZVdlaWdodFwiOjIuMCxcIkxpbmVUeXBlXCI6MH0sXCJJc1Zpc2libGVcIjpmYWxzZX19LFwiVGl0bGVTdHlsZVwiOntcIiRpZFwiOlwiMzA1XCIsXCJGb250U2V0dGluZ3NcIjp7XCIkaWRcIjpcIjMwNlwiLFwiRm9udFNpemVcIjo5LFwiRm9udE5hbWVcIjpcIkNhbGlicmlcIixcIklzQm9sZFwiOnRydWUsXCJJc0l0YWxpY1wiOmZhbHNlLFwiSXNVbmRlcmxpbmVkXCI6ZmFsc2V9LFwiRm9yZWdyb3VuZFwiOntcIiRpZFwiOlwiMzA3XCIsXCJDb2xvclwiOntcIiRpZFwiOlwiMzA4XCIsXCJBXCI6MjU1LFwiUlwiOjAsXCJHXCI6MCxcIkJcIjowfX0sXCJIb3Jpem9udGFsQWxpZ25tZW50XCI6MSxcIklzVmlzaWJsZVwiOnRydWV9LFwiRGF0ZVN0eWxlXCI6e1wiJGlkXCI6XCIzMDlcIixcIkZvbnRTZXR0aW5nc1wiOntcIiRpZFwiOlwiMzEwXCIsXCJGb250U2l6ZVwiOjksXCJGb250TmFtZVwiOlwiQ2FsaWJyaVwiLFwiSXNCb2xkXCI6ZmFsc2UsXCJJc0l0YWxpY1wiOmZhbHNlLFwiSXNVbmRlcmxpbmVkXCI6ZmFsc2V9LFwiRm9yZWdyb3VuZFwiOntcIiRpZFwiOlwiMzExXCIsXCJDb2xvclwiOntcIiRpZFwiOlwiMzEyXCIsXCJBXCI6MjU1LFwiUlwiOjY4LFwiR1wiOjg0LFwiQlwiOjEwNn19LFwiSG9yaXpvbnRhbEFsaWdubWVudFwiOjAsXCJJc1Zpc2libGVcIjpmYWxzZX0sXCJEYXRlRm9ybWF0XCI6e1wiJGlkXCI6XCIzMTN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E0XCIsXCJGb3JtYXRcIjowLFwiSXNWaXNpYmxlXCI6ZmFsc2UsXCJMYXN0S25vd25WaXNpYmlsaXR5U3RhdGVcIjpmYWxzZX19LFwiRGVmYXVsdFN3aW1sYW5lVGFza1N0eWxlXCI6e1wiJGlkXCI6XCIzMTVcIixcIlNoYXBlXCI6NyxcIlNoYXBlVGhpY2tuZXNzXCI6MCxcIkR1cmF0aW9uRm9ybWF0XCI6MCxcIlBlcmNlbnRhZ2VDb21wbGV0ZVRleHRTdHlsZVwiOntcIiRpZFwiOlwiMzE2XCIsXCJGb250U2V0dGluZ3NcIjp7XCIkaWRcIjpcIjMxN1wiLFwiRm9udFNpemVcIjoxMCxcIkZvbnROYW1lXCI6XCJDYWxpYnJpXCIsXCJJc0JvbGRcIjpmYWxzZSxcIklzSXRhbGljXCI6ZmFsc2UsXCJJc1VuZGVybGluZWRcIjpmYWxzZX0sXCJGb3JlZ3JvdW5kXCI6e1wiJGlkXCI6XCIzMThcIixcIkNvbG9yXCI6e1wiJGlkXCI6XCIzMTlcIixcIkFcIjoyNTUsXCJSXCI6MjM4LFwiR1wiOjIzNixcIkJcIjoyMjV9fSxcIkhvcml6b250YWxBbGlnbm1lbnRcIjowLFwiSXNWaXNpYmxlXCI6dHJ1ZX0sXCJQZXJjZW50YWdlQ29tcGxldGVIaWdobGlnaHRTdHlsZVwiOntcIiRpZFwiOlwiMzIwXCIsXCJCYWNrZ3JvdW5kXCI6e1wiJGlkXCI6XCIzMjFcIixcIkNvbG9yXCI6e1wiJGlkXCI6XCIzMjJcIixcIkFcIjo4OSxcIlJcIjowLFwiR1wiOjAsXCJCXCI6MH19fSxcIkR1cmF0aW9uU3R5bGVcIjp7XCIkaWRcIjpcIjMyM1wiLFwiRm9udFNldHRpbmdzXCI6e1wiJGlkXCI6XCIzMjRcIixcIkZvbnRTaXplXCI6MTAsXCJGb250TmFtZVwiOlwiQ2FsaWJyaVwiLFwiSXNCb2xkXCI6ZmFsc2UsXCJJc0l0YWxpY1wiOmZhbHNlLFwiSXNVbmRlcmxpbmVkXCI6ZmFsc2V9LFwiRm9yZWdyb3VuZFwiOntcIiRpZFwiOlwiMzI1XCIsXCJDb2xvclwiOntcIiRpZFwiOlwiMzI2XCIsXCJBXCI6MjU1LFwiUlwiOjIzNyxcIkdcIjoxMjUsXCJCXCI6NDl9fSxcIkhvcml6b250YWxBbGlnbm1lbnRcIjowLFwiSXNWaXNpYmxlXCI6ZmFsc2V9LFwiTWFyZ2luXCI6e1wiJGlkXCI6XCIzMjdcIixcIlRvcFwiOjAuMCxcIkxlZnRcIjowLjAsXCJSaWdodFwiOjAuMCxcIkJvdHRvbVwiOjAuMH0sXCJTdGFydERhdGVQb3NpdGlvblwiOjAsXCJFbmREYXRlUG9zaXRpb25cIjowLFwiVGl0bGVQb3NpdGlvblwiOjIsXCJEdXJhdGlvblBvc2l0aW9uXCI6MCxcIlBlcmNlbnRhZ2VDb21wbGV0ZWRQb3NpdGlvblwiOjIsXCJTcGFjaW5nXCI6MyxcIlNoYXBlU3R5bGVcIjp7XCIkaWRcIjpcIjMyOFwiLFwiTWFyZ2luXCI6e1wiJGlkXCI6XCIzMjlcIixcIlRvcFwiOjAuMCxcIkxlZnRcIjo0LjAsXCJSaWdodFwiOjQuMCxcIkJvdHRvbVwiOjAuMH0sXCJQYWRkaW5nXCI6e1wiJGlkXCI6XCIzMzBcIixcIlRvcFwiOjAuMCxcIkxlZnRcIjowLjAsXCJSaWdodFwiOjAuMCxcIkJvdHRvbVwiOjAuMH0sXCJCYWNrZ3JvdW5kXCI6e1wiJGlkXCI6XCIzMzFcIixcIkNvbG9yXCI6e1wiJGlkXCI6XCIzMzJcIixcIkFcIjoyNTUsXCJSXCI6MjM3LFwiR1wiOjEyNSxcIkJcIjo0OX19LFwiSXNWaXNpYmxlXCI6dHJ1ZSxcIldpZHRoXCI6MC4wLFwiSGVpZ2h0XCI6MTMuNDI2NjY2NjY2NjY2Njc3LFwiQm9yZGVyU3R5bGVcIjp7XCIkaWRcIjpcIjMzM1wiLFwiTGluZVN0eWxlXCI6e1wiJGlkXCI6XCIzMzRcIixcIkxpbmVDb2xvclwiOntcIiRpZFwiOlwiMzM1XCIsXCJDb2xvclwiOntcIiRpZFwiOlwiMzM2XCIsXCJBXCI6MjU1LFwiUlwiOjIzNCxcIkdcIjoyMixcIkJcIjozMH19LFwiTGluZVdlaWdodFwiOjIuMCxcIkxpbmVUeXBlXCI6MH0sXCJJc1Zpc2libGVcIjpmYWxzZX19LFwiVGl0bGVTdHlsZVwiOntcIiRpZFwiOlwiMzM3XCIsXCJGb250U2V0dGluZ3NcIjp7XCIkaWRcIjpcIjMzOFwiLFwiRm9udFNpemVcIjo5LFwiRm9udE5hbWVcIjpcIkNhbGlicmlcIixcIklzQm9sZFwiOnRydWUsXCJJc0l0YWxpY1wiOmZhbHNlLFwiSXNVbmRlcmxpbmVkXCI6ZmFsc2V9LFwiRm9yZWdyb3VuZFwiOntcIiRpZFwiOlwiMzM5XCIsXCJDb2xvclwiOntcIiRpZFwiOlwiMzQwXCIsXCJBXCI6MjU1LFwiUlwiOjI1NSxcIkdcIjoyNTUsXCJCXCI6MjU1fX0sXCJIb3Jpem9udGFsQWxpZ25tZW50XCI6MSxcIklzVmlzaWJsZVwiOnRydWV9LFwiRGF0ZVN0eWxlXCI6e1wiJGlkXCI6XCIzNDFcIixcIkZvbnRTZXR0aW5nc1wiOntcIiRpZFwiOlwiMzQyXCIsXCJGb250U2l6ZVwiOjEwLFwiRm9udE5hbWVcIjpcIkNhbGlicmlcIixcIklzQm9sZFwiOmZhbHNlLFwiSXNJdGFsaWNcIjpmYWxzZSxcIklzVW5kZXJsaW5lZFwiOmZhbHNlfSxcIkZvcmVncm91bmRcIjp7XCIkaWRcIjpcIjM0M1wiLFwiQ29sb3JcIjp7XCIkaWRcIjpcIjM0NFwiLFwiQVwiOjI1NSxcIlJcIjo2OCxcIkdcIjo4NCxcIkJcIjoxMDZ9fSxcIkhvcml6b250YWxBbGlnbm1lbnRcIjowLFwiSXNWaXNpYmxlXCI6ZmFsc2V9LFwiRGF0ZUZvcm1hdFwiOntcIiRpZFwiOlwiMzQ1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M0NlwiLFwiRm9ybWF0XCI6MCxcIklzVmlzaWJsZVwiOmZhbHNlLFwiTGFzdEtub3duVmlzaWJpbGl0eVN0YXRlXCI6ZmFsc2V9fSxcIkRlZmF1bHRTd2ltbGFuZU1vdFN0eWxlXCI6e1wiJGlkXCI6XCIzNDdcIixcIlNoYXBlXCI6MTQsXCJTaGFwZVNpemVcIjoxLFwiRGV0YWlsc1NwYWNpbmdcIjowLjAsXCJQYWRkaW5nXCI6e1wiJGlkXCI6XCIzNDhcIixcIlRvcFwiOjcuMCxcIkxlZnRcIjozLjAsXCJSaWdodFwiOjAuMCxcIkJvdHRvbVwiOjIuMH0sXCJQb3NpdGlvbk9uVGFza1wiOjMsXCJTaGFwZVN0eWxlXCI6e1wiJGlkXCI6XCIzNDlcIixcIk1hcmdpblwiOntcIiRpZFwiOlwiMzUwXCIsXCJUb3BcIjowLjAsXCJMZWZ0XCI6MC4wLFwiUmlnaHRcIjowLjAsXCJCb3R0b21cIjowLjB9LFwiUGFkZGluZ1wiOntcIiRpZFwiOlwiMzUxXCIsXCJUb3BcIjowLjAsXCJMZWZ0XCI6MC4wLFwiUmlnaHRcIjowLjAsXCJCb3R0b21cIjowLjB9LFwiQmFja2dyb3VuZFwiOntcIiRpZFwiOlwiMzUyXCIsXCJDb2xvclwiOntcIiRpZFwiOlwiMzUzXCIsXCJBXCI6MjU1LFwiUlwiOjEzMixcIkdcIjo2MCxcIkJcIjoxMn19LFwiSXNWaXNpYmxlXCI6dHJ1ZSxcIldpZHRoXCI6MTguMCxcIkhlaWdodFwiOjIwLjAsXCJCb3JkZXJTdHlsZVwiOntcIiRpZFwiOlwiMzU0XCIsXCJMaW5lU3R5bGVcIjp7XCIkaWRcIjpcIjM1NVwiLFwiTGluZUNvbG9yXCI6e1wiJGlkXCI6XCIzNTZcIixcIkNvbG9yXCI6e1wiJGlkXCI6XCIzNTdcIixcIkFcIjoyNTUsXCJSXCI6MjM0LFwiR1wiOjIyLFwiQlwiOjMwfX0sXCJMaW5lV2VpZ2h0XCI6MC4wLFwiTGluZVR5cGVcIjowfSxcIklzVmlzaWJsZVwiOmZhbHNlfX0sXCJUaXRsZVN0eWxlXCI6e1wiJGlkXCI6XCIzNThcIixcIkZvbnRTZXR0aW5nc1wiOntcIiRpZFwiOlwiMzU5XCIsXCJGb250U2l6ZVwiOjksXCJGb250TmFtZVwiOlwiQ2FsaWJyaVwiLFwiSXNCb2xkXCI6dHJ1ZSxcIklzSXRhbGljXCI6ZmFsc2UsXCJJc1VuZGVybGluZWRcIjpmYWxzZX0sXCJGb3JlZ3JvdW5kXCI6e1wiJGlkXCI6XCIzNjBcIixcIkNvbG9yXCI6e1wiJGlkXCI6XCIzNjFcIixcIkFcIjoyNTUsXCJSXCI6MCxcIkdcIjowLFwiQlwiOjB9fSxcIkhvcml6b250YWxBbGlnbm1lbnRcIjoxLFwiSXNWaXNpYmxlXCI6dHJ1ZX0sXCJEYXRlU3R5bGVcIjp7XCIkaWRcIjpcIjM2MlwiLFwiRm9udFNldHRpbmdzXCI6e1wiJGlkXCI6XCIzNjNcIixcIkZvbnRTaXplXCI6OSxcIkZvbnROYW1lXCI6XCJDYWxpYnJpXCIsXCJJc0JvbGRcIjpmYWxzZSxcIklzSXRhbGljXCI6ZmFsc2UsXCJJc1VuZGVybGluZWRcIjpmYWxzZX0sXCJGb3JlZ3JvdW5kXCI6e1wiJGlkXCI6XCIzNjRcIixcIkNvbG9yXCI6e1wiJGlkXCI6XCIzNjVcIixcIkFcIjoyNTUsXCJSXCI6NjgsXCJHXCI6ODQsXCJCXCI6MTA2fX0sXCJIb3Jpem9udGFsQWxpZ25tZW50XCI6MSxcIklzVmlzaWJsZVwiOmZhbHNlfSxcIkRhdGVGb3JtYXRcIjp7XCIkaWRcIjpcIjM2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zNjdcIixcIkZvcm1hdFwiOjAsXCJJc1Zpc2libGVcIjpmYWxzZSxcIkxhc3RLbm93blZpc2liaWxpdHlTdGF0ZVwiOmZhbHNlfX19LHtcIiRpZFwiOlwiMzY4XCIsXCJTdHlsZUlkXCI6XCJmMzM0ZWVmOC1jZTk3LTRjNzctOGEwOS1hZDgyNDMxOTUxZTBcIixcIk5hbWVcIjpcIlN3aW1sYW5lIFN0eWxlIDNcIixcIkhlYWRlclN0eWxlXCI6e1wiJGlkXCI6XCIzNjlcIixcIlRleHRTdHlsZVwiOntcIiRpZFwiOlwiMzcwXCIsXCJGb250U2V0dGluZ3NcIjp7XCIkaWRcIjpcIjM3MVwiLFwiRm9udFNpemVcIjoxMixcIkZvbnROYW1lXCI6XCJDYWxpYnJpXCIsXCJJc0JvbGRcIjp0cnVlLFwiSXNJdGFsaWNcIjpmYWxzZSxcIklzVW5kZXJsaW5lZFwiOmZhbHNlfSxcIkZvcmVncm91bmRcIjp7XCIkaWRcIjpcIjM3MlwiLFwiQ29sb3JcIjp7XCIkaWRcIjpcIjM3M1wiLFwiQVwiOjI1NSxcIlJcIjoyNTUsXCJHXCI6MjU1LFwiQlwiOjI1NX19LFwiSG9yaXpvbnRhbEFsaWdubWVudFwiOjAsXCJJc1Zpc2libGVcIjpmYWxzZX0sXCJSZWN0YW5nbGVTdHlsZVwiOntcIiRpZFwiOlwiMzc0XCIsXCJNYXJnaW5cIjp7XCIkaWRcIjpcIjM3NVwiLFwiVG9wXCI6MC4wLFwiTGVmdFwiOjAuMCxcIlJpZ2h0XCI6MC4wLFwiQm90dG9tXCI6MC4wfSxcIlBhZGRpbmdcIjp7XCIkaWRcIjpcIjM3NlwiLFwiVG9wXCI6MC4wLFwiTGVmdFwiOjAuMCxcIlJpZ2h0XCI6MC4wLFwiQm90dG9tXCI6MC4wfSxcIkJhY2tncm91bmRcIjp7XCIkaWRcIjpcIjM3N1wiLFwiQ29sb3JcIjp7XCIkaWRcIjpcIjM3OFwiLFwiQVwiOjI1NSxcIlJcIjoxMTIsXCJHXCI6MTczLFwiQlwiOjcxfX0sXCJJc1Zpc2libGVcIjpmYWxzZSxcIldpZHRoXCI6MC4wLFwiSGVpZ2h0XCI6MC4wLFwiQm9yZGVyU3R5bGVcIjp7XCIkaWRcIjpcIjM3OVwiLFwiTGluZVN0eWxlXCI6e1wiJGlkXCI6XCIzODBcIixcIkxpbmVDb2xvclwiOntcIiRpZFwiOlwiMzgxXCIsXCJDb2xvclwiOntcIiRpZFwiOlwiMzgyXCIsXCJBXCI6MjU1LFwiUlwiOjU1LFwiR1wiOjU1LFwiQlwiOjU1fX0sXCJMaW5lV2VpZ2h0XCI6MC4wLFwiTGluZVR5cGVcIjowfSxcIklzVmlzaWJsZVwiOmZhbHNlfX19LFwiQmFja2dyb3VuZFN0eWxlXCI6e1wiJGlkXCI6XCIzODNcIixcIk1hcmdpblwiOntcIiRpZFwiOlwiMzg0XCIsXCJUb3BcIjowLjAsXCJMZWZ0XCI6MC4wLFwiUmlnaHRcIjowLjAsXCJCb3R0b21cIjowLjB9LFwiUGFkZGluZ1wiOntcIiRpZFwiOlwiMzg1XCIsXCJUb3BcIjowLjAsXCJMZWZ0XCI6MC4wLFwiUmlnaHRcIjowLjAsXCJCb3R0b21cIjowLjB9LFwiQmFja2dyb3VuZFwiOntcIiRpZFwiOlwiMzg2XCIsXCJDb2xvclwiOntcIiRpZFwiOlwiMzg3XCIsXCJBXCI6MzgsXCJSXCI6MTEyLFwiR1wiOjE3MyxcIkJcIjo3MX19LFwiSXNWaXNpYmxlXCI6dHJ1ZSxcIldpZHRoXCI6MC4wLFwiSGVpZ2h0XCI6MC4wLFwiQm9yZGVyU3R5bGVcIjp7XCIkaWRcIjpcIjM4OFwiLFwiTGluZVN0eWxlXCI6e1wiJGlkXCI6XCIzODlcIixcIkxpbmVDb2xvclwiOntcIiRpZFwiOlwiMzkwXCIsXCJDb2xvclwiOntcIiRpZFwiOlwiMzkxXCIsXCJBXCI6MjU1LFwiUlwiOjIzNCxcIkdcIjoyMixcIkJcIjozMH19LFwiTGluZVdlaWdodFwiOjAuMCxcIkxpbmVUeXBlXCI6MH0sXCJJc1Zpc2libGVcIjpmYWxzZX19LFwiSXNBYm92ZVRpbWViYW5kXCI6ZmFsc2UsXCJTcGFjaW5nXCI6MixcIkRlZmF1bHRTd2ltbGFuZUFjdGl2aXR5U3R5bGVcIjp7XCIkaWRcIjpcIjM5MlwiLFwiSGVhZGVyU3R5bGVcIjp7XCIkaWRcIjpcIjM5M1wiLFwiVGV4dFN0eWxlXCI6e1wiJGlkXCI6XCIzOTRcIixcIkZvbnRTZXR0aW5nc1wiOntcIiRpZFwiOlwiMzk1XCIsXCJGb250U2l6ZVwiOjEyLFwiRm9udE5hbWVcIjpcIkNhbGlicmlcIixcIklzQm9sZFwiOmZhbHNlLFwiSXNJdGFsaWNcIjpmYWxzZSxcIklzVW5kZXJsaW5lZFwiOmZhbHNlfSxcIkZvcmVncm91bmRcIjp7XCIkaWRcIjpcIjM5NlwiLFwiQ29sb3JcIjp7XCIkaWRcIjpcIjM5N1wiLFwiQVwiOjI1NSxcIlJcIjowLFwiR1wiOjAsXCJCXCI6MH19LFwiSG9yaXpvbnRhbEFsaWdubWVudFwiOjAsXCJJc1Zpc2libGVcIjpmYWxzZX0sXCJSZWN0YW5nbGVTdHlsZVwiOntcIiRpZFwiOlwiMzk4XCIsXCJNYXJnaW5cIjp7XCIkaWRcIjpcIjM5OVwiLFwiVG9wXCI6MC4wLFwiTGVmdFwiOjAuMCxcIlJpZ2h0XCI6MC4wLFwiQm90dG9tXCI6MC4wfSxcIlBhZGRpbmdcIjp7XCIkaWRcIjpcIjQwMFwiLFwiVG9wXCI6MC4wLFwiTGVmdFwiOjAuMCxcIlJpZ2h0XCI6MC4wLFwiQm90dG9tXCI6MC4wfSxcIkJhY2tncm91bmRcIjp7XCIkaWRcIjpcIjQwMVwiLFwiQ29sb3JcIjp7XCIkaWRcIjpcIjQwMlwiLFwiQVwiOjYzLFwiUlwiOjExMixcIkdcIjoxNzMsXCJCXCI6NzF9fSxcIklzVmlzaWJsZVwiOmZhbHNlLFwiV2lkdGhcIjowLjAsXCJIZWlnaHRcIjowLjAsXCJCb3JkZXJTdHlsZVwiOntcIiRpZFwiOlwiNDAzXCIsXCJMaW5lU3R5bGVcIjp7XCIkaWRcIjpcIjQwNFwiLFwiTGluZUNvbG9yXCI6e1wiJGlkXCI6XCI0MDVcIixcIkNvbG9yXCI6e1wiJGlkXCI6XCI0MDZcIixcIkFcIjoyNTUsXCJSXCI6MjU1LFwiR1wiOjAsXCJCXCI6MH19LFwiTGluZVdlaWdodFwiOjAuMCxcIkxpbmVUeXBlXCI6MH0sXCJJc1Zpc2libGVcIjpmYWxzZX19fSxcIkJhY2tncm91bmRTdHlsZVwiOntcIiRpZFwiOlwiNDA3XCIsXCJNYXJnaW5cIjp7XCIkaWRcIjpcIjQwOFwiLFwiVG9wXCI6MC4wLFwiTGVmdFwiOjAuMCxcIlJpZ2h0XCI6MC4wLFwiQm90dG9tXCI6MC4wfSxcIlBhZGRpbmdcIjp7XCIkaWRcIjpcIjQwOVwiLFwiVG9wXCI6MC4wLFwiTGVmdFwiOjAuMCxcIlJpZ2h0XCI6MC4wLFwiQm90dG9tXCI6MC4wfSxcIkJhY2tncm91bmRcIjp7XCIkaWRcIjpcIjQxMFwiLFwiQ29sb3JcIjp7XCIkaWRcIjpcIjQxMVwiLFwiQVwiOjM4LFwiUlwiOjExMixcIkdcIjoxNzMsXCJCXCI6NzF9fSxcIklzVmlzaWJsZVwiOnRydWUsXCJXaWR0aFwiOjAuMCxcIkhlaWdodFwiOjAuMCxcIkJvcmRlclN0eWxlXCI6e1wiJGlkXCI6XCI0MTJcIixcIkxpbmVTdHlsZVwiOntcIiRpZFwiOlwiNDEzXCIsXCJMaW5lQ29sb3JcIjp7XCIkaWRcIjpcIjQxNFwiLFwiQ29sb3JcIjp7XCIkaWRcIjpcIjQxNVwiLFwiQVwiOjI1NSxcIlJcIjoyMzQsXCJHXCI6MjIsXCJCXCI6MzB9fSxcIkxpbmVXZWlnaHRcIjowLjAsXCJMaW5lVHlwZVwiOjB9LFwiSXNWaXNpYmxlXCI6ZmFsc2V9fX0sXCJEZWZhdWx0U3dpbWxhbmVNaWxlc3RvbmVTdHlsZVwiOntcIiRpZFwiOlwiNDE2XCIsXCJUaXRsZVBvc2l0aW9uXCI6MixcIkRhdGVQb3NpdGlvblwiOjAsXCJTaGFwZVR5cGVcIjowLFwiU2hhcGVTaXplXCI6MSxcIlNwYWNpbmdcIjo1LFwiU2hhcGVTdHlsZVwiOntcIiRpZFwiOlwiNDE3XCIsXCJNYXJnaW5cIjp7XCIkaWRcIjpcIjQxOFwiLFwiVG9wXCI6MC4wLFwiTGVmdFwiOjAuMCxcIlJpZ2h0XCI6MC4wLFwiQm90dG9tXCI6MC4wfSxcIlBhZGRpbmdcIjp7XCIkaWRcIjpcIjQxOVwiLFwiVG9wXCI6MC4wLFwiTGVmdFwiOjAuMCxcIlJpZ2h0XCI6MC4wLFwiQm90dG9tXCI6MC4wfSxcIkJhY2tncm91bmRcIjp7XCIkaWRcIjpcIjQyMFwiLFwiQ29sb3JcIjp7XCIkaWRcIjpcIjQyMVwiLFwiQVwiOjI1NSxcIlJcIjoxMTIsXCJHXCI6MTczLFwiQlwiOjcxfX0sXCJJc1Zpc2libGVcIjp0cnVlLFwiV2lkdGhcIjoxOC4wLFwiSGVpZ2h0XCI6MjAuMCxcIkJvcmRlclN0eWxlXCI6e1wiJGlkXCI6XCI0MjJcIixcIkxpbmVTdHlsZVwiOntcIiRpZFwiOlwiNDIzXCIsXCJMaW5lQ29sb3JcIjp7XCIkaWRcIjpcIjQyNFwiLFwiQ29sb3JcIjp7XCIkaWRcIjpcIjQyNVwiLFwiQVwiOjI1NSxcIlJcIjoyMzQsXCJHXCI6MjIsXCJCXCI6MzB9fSxcIkxpbmVXZWlnaHRcIjoyLjAsXCJMaW5lVHlwZVwiOjB9LFwiSXNWaXNpYmxlXCI6ZmFsc2V9fSxcIlRpdGxlU3R5bGVcIjp7XCIkaWRcIjpcIjQyNlwiLFwiRm9udFNldHRpbmdzXCI6e1wiJGlkXCI6XCI0MjdcIixcIkZvbnRTaXplXCI6OSxcIkZvbnROYW1lXCI6XCJDYWxpYnJpXCIsXCJJc0JvbGRcIjp0cnVlLFwiSXNJdGFsaWNcIjpmYWxzZSxcIklzVW5kZXJsaW5lZFwiOmZhbHNlfSxcIkZvcmVncm91bmRcIjp7XCIkaWRcIjpcIjQyOFwiLFwiQ29sb3JcIjp7XCIkaWRcIjpcIjQyOVwiLFwiQVwiOjI1NSxcIlJcIjowLFwiR1wiOjAsXCJCXCI6MH19LFwiSG9yaXpvbnRhbEFsaWdubWVudFwiOjEsXCJJc1Zpc2libGVcIjp0cnVlfSxcIkRhdGVTdHlsZVwiOntcIiRpZFwiOlwiNDMwXCIsXCJGb250U2V0dGluZ3NcIjp7XCIkaWRcIjpcIjQzMVwiLFwiRm9udFNpemVcIjo5LFwiRm9udE5hbWVcIjpcIkNhbGlicmlcIixcIklzQm9sZFwiOmZhbHNlLFwiSXNJdGFsaWNcIjpmYWxzZSxcIklzVW5kZXJsaW5lZFwiOmZhbHNlfSxcIkZvcmVncm91bmRcIjp7XCIkaWRcIjpcIjQzMlwiLFwiQ29sb3JcIjp7XCIkaWRcIjpcIjQzM1wiLFwiQVwiOjI1NSxcIlJcIjo2OCxcIkdcIjo4NCxcIkJcIjoxMDZ9fSxcIkhvcml6b250YWxBbGlnbm1lbnRcIjowLFwiSXNWaXNpYmxlXCI6ZmFsc2V9LFwiRGF0ZUZvcm1hdFwiOntcIiRpZFwiOlwiNDM0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QzNVwiLFwiRm9ybWF0XCI6MCxcIklzVmlzaWJsZVwiOmZhbHNlLFwiTGFzdEtub3duVmlzaWJpbGl0eVN0YXRlXCI6ZmFsc2V9fSxcIkRlZmF1bHRTd2ltbGFuZVRhc2tTdHlsZVwiOntcIiRpZFwiOlwiNDM2XCIsXCJTaGFwZVwiOjcsXCJTaGFwZVRoaWNrbmVzc1wiOjEsXCJEdXJhdGlvbkZvcm1hdFwiOjUsXCJQZXJjZW50YWdlQ29tcGxldGVUZXh0U3R5bGVcIjp7XCIkaWRcIjpcIjQzN1wiLFwiRm9udFNldHRpbmdzXCI6e1wiJGlkXCI6XCI0MzhcIixcIkZvbnRTaXplXCI6MTAsXCJGb250TmFtZVwiOlwiQ2FsaWJyaVwiLFwiSXNCb2xkXCI6dHJ1ZSxcIklzSXRhbGljXCI6ZmFsc2UsXCJJc1VuZGVybGluZWRcIjpmYWxzZX0sXCJGb3JlZ3JvdW5kXCI6e1wiJGlkXCI6XCI0MzlcIixcIkNvbG9yXCI6e1wiJGlkXCI6XCI0NDBcIixcIkFcIjoyNTUsXCJSXCI6NTYsXCJHXCI6ODcsXCJCXCI6MzV9fSxcIkhvcml6b250YWxBbGlnbm1lbnRcIjoyLFwiSXNWaXNpYmxlXCI6dHJ1ZX0sXCJQZXJjZW50YWdlQ29tcGxldGVIaWdobGlnaHRTdHlsZVwiOntcIiRpZFwiOlwiNDQxXCIsXCJCYWNrZ3JvdW5kXCI6e1wiJGlkXCI6XCI0NDJcIixcIkNvbG9yXCI6e1wiJGlkXCI6XCI0NDNcIixcIkFcIjo4OSxcIlJcIjowLFwiR1wiOjAsXCJCXCI6MH19fSxcIkR1cmF0aW9uU3R5bGVcIjp7XCIkaWRcIjpcIjQ0NFwiLFwiRm9udFNldHRpbmdzXCI6e1wiJGlkXCI6XCI0NDVcIixcIkZvbnRTaXplXCI6MTAsXCJGb250TmFtZVwiOlwiQ2FsaWJyaVwiLFwiSXNCb2xkXCI6dHJ1ZSxcIklzSXRhbGljXCI6ZmFsc2UsXCJJc1VuZGVybGluZWRcIjpmYWxzZX0sXCJGb3JlZ3JvdW5kXCI6e1wiJGlkXCI6XCI0NDZcIixcIkNvbG9yXCI6e1wiJGlkXCI6XCI0NDdcIixcIkFcIjoyNTUsXCJSXCI6NTYsXCJHXCI6ODcsXCJCXCI6MzV9fSxcIkhvcml6b250YWxBbGlnbm1lbnRcIjowLFwiSXNWaXNpYmxlXCI6dHJ1ZX0sXCJNYXJnaW5cIjp7XCIkaWRcIjpcIjQ0OFwiLFwiVG9wXCI6MC4wLFwiTGVmdFwiOjAuMCxcIlJpZ2h0XCI6MC4wLFwiQm90dG9tXCI6MC4wfSxcIlN0YXJ0RGF0ZVBvc2l0aW9uXCI6MCxcIkVuZERhdGVQb3NpdGlvblwiOjAsXCJUaXRsZVBvc2l0aW9uXCI6MSxcIkR1cmF0aW9uUG9zaXRpb25cIjowLFwiUGVyY2VudGFnZUNvbXBsZXRlZFBvc2l0aW9uXCI6MyxcIlNwYWNpbmdcIjozLFwiU2hhcGVTdHlsZVwiOntcIiRpZFwiOlwiNDQ5XCIsXCJNYXJnaW5cIjp7XCIkaWRcIjpcIjQ1MFwiLFwiVG9wXCI6MC4wLFwiTGVmdFwiOjQuMCxcIlJpZ2h0XCI6NC4wLFwiQm90dG9tXCI6MC4wfSxcIlBhZGRpbmdcIjp7XCIkaWRcIjpcIjQ1MVwiLFwiVG9wXCI6MC4wLFwiTGVmdFwiOjAuMCxcIlJpZ2h0XCI6MC4wLFwiQm90dG9tXCI6MC4wfSxcIkJhY2tncm91bmRcIjp7XCIkaWRcIjpcIjQ1MlwiLFwiQ29sb3JcIjp7XCIkaWRcIjpcIjQ1M1wiLFwiQVwiOjI1NSxcIlJcIjoxMTIsXCJHXCI6MTczLFwiQlwiOjcxfX0sXCJJc1Zpc2libGVcIjp0cnVlLFwiV2lkdGhcIjowLjAsXCJIZWlnaHRcIjoxNi4wLFwiQm9yZGVyU3R5bGVcIjp7XCIkaWRcIjpcIjQ1NFwiLFwiTGluZVN0eWxlXCI6e1wiJGlkXCI6XCI0NTVcIixcIkxpbmVDb2xvclwiOntcIiRpZFwiOlwiNDU2XCIsXCJDb2xvclwiOntcIiRpZFwiOlwiNDU3XCIsXCJBXCI6MjU1LFwiUlwiOjIzNCxcIkdcIjoyMixcIkJcIjozMH19LFwiTGluZVdlaWdodFwiOjIuMCxcIkxpbmVUeXBlXCI6MH0sXCJJc1Zpc2libGVcIjpmYWxzZX19LFwiVGl0bGVTdHlsZVwiOntcIiRpZFwiOlwiNDU4XCIsXCJGb250U2V0dGluZ3NcIjp7XCIkaWRcIjpcIjQ1OVwiLFwiRm9udFNpemVcIjo5LFwiRm9udE5hbWVcIjpcIkNhbGlicmlcIixcIklzQm9sZFwiOnRydWUsXCJJc0l0YWxpY1wiOmZhbHNlLFwiSXNVbmRlcmxpbmVkXCI6ZmFsc2V9LFwiRm9yZWdyb3VuZFwiOntcIiRpZFwiOlwiNDYwXCIsXCJDb2xvclwiOntcIiRpZFwiOlwiNDYxXCIsXCJBXCI6MjU1LFwiUlwiOjAsXCJHXCI6MCxcIkJcIjowfX0sXCJIb3Jpem9udGFsQWxpZ25tZW50XCI6MCxcIklzVmlzaWJsZVwiOnRydWV9LFwiRGF0ZVN0eWxlXCI6e1wiJGlkXCI6XCI0NjJcIixcIkZvbnRTZXR0aW5nc1wiOntcIiRpZFwiOlwiNDYzXCIsXCJGb250U2l6ZVwiOjEwLFwiRm9udE5hbWVcIjpcIkNhbGlicmlcIixcIklzQm9sZFwiOmZhbHNlLFwiSXNJdGFsaWNcIjpmYWxzZSxcIklzVW5kZXJsaW5lZFwiOmZhbHNlfSxcIkZvcmVncm91bmRcIjp7XCIkaWRcIjpcIjQ2NFwiLFwiQ29sb3JcIjp7XCIkaWRcIjpcIjQ2NVwiLFwiQVwiOjI1NSxcIlJcIjo2OCxcIkdcIjo4NCxcIkJcIjoxMDZ9fSxcIkhvcml6b250YWxBbGlnbm1lbnRcIjowLFwiSXNWaXNpYmxlXCI6ZmFsc2V9LFwiRGF0ZUZvcm1hdFwiOntcIiRpZFwiOlwiNDY2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Q2N1wiLFwiRm9ybWF0XCI6MCxcIklzVmlzaWJsZVwiOmZhbHNlLFwiTGFzdEtub3duVmlzaWJpbGl0eVN0YXRlXCI6ZmFsc2V9fSxcIkRlZmF1bHRTd2ltbGFuZU1vdFN0eWxlXCI6e1wiJGlkXCI6XCI0NjhcIixcIlNoYXBlXCI6MCxcIlNoYXBlU2l6ZVwiOjEsXCJEZXRhaWxzU3BhY2luZ1wiOjAuMCxcIlBhZGRpbmdcIjp7XCIkaWRcIjpcIjQ2OVwiLFwiVG9wXCI6NS4wLFwiTGVmdFwiOjMuMCxcIlJpZ2h0XCI6MC4wLFwiQm90dG9tXCI6Mi4wfSxcIlBvc2l0aW9uT25UYXNrXCI6MSxcIlNoYXBlU3R5bGVcIjp7XCIkaWRcIjpcIjQ3MFwiLFwiTWFyZ2luXCI6e1wiJGlkXCI6XCI0NzFcIixcIlRvcFwiOjAuMCxcIkxlZnRcIjowLjAsXCJSaWdodFwiOjAuMCxcIkJvdHRvbVwiOjAuMH0sXCJQYWRkaW5nXCI6e1wiJGlkXCI6XCI0NzJcIixcIlRvcFwiOjAuMCxcIkxlZnRcIjowLjAsXCJSaWdodFwiOjAuMCxcIkJvdHRvbVwiOjAuMH0sXCJCYWNrZ3JvdW5kXCI6e1wiJGlkXCI6XCI0NzNcIixcIkNvbG9yXCI6e1wiJGlkXCI6XCI0NzRcIixcIkFcIjoyNTUsXCJSXCI6MTEyLFwiR1wiOjE3MyxcIkJcIjo3MX19LFwiSXNWaXNpYmxlXCI6dHJ1ZSxcIldpZHRoXCI6MTguMCxcIkhlaWdodFwiOjIwLjAsXCJCb3JkZXJTdHlsZVwiOntcIiRpZFwiOlwiNDc1XCIsXCJMaW5lU3R5bGVcIjp7XCIkaWRcIjpcIjQ3NlwiLFwiTGluZUNvbG9yXCI6e1wiJGlkXCI6XCI0NzdcIixcIkNvbG9yXCI6e1wiJGlkXCI6XCI0NzhcIixcIkFcIjoyNTUsXCJSXCI6MjM0LFwiR1wiOjIyLFwiQlwiOjMwfX0sXCJMaW5lV2VpZ2h0XCI6MC4wLFwiTGluZVR5cGVcIjowfSxcIklzVmlzaWJsZVwiOmZhbHNlfX0sXCJUaXRsZVN0eWxlXCI6e1wiJGlkXCI6XCI0NzlcIixcIkZvbnRTZXR0aW5nc1wiOntcIiRpZFwiOlwiNDgwXCIsXCJGb250U2l6ZVwiOjksXCJGb250TmFtZVwiOlwiQ2FsaWJyaVwiLFwiSXNCb2xkXCI6dHJ1ZSxcIklzSXRhbGljXCI6ZmFsc2UsXCJJc1VuZGVybGluZWRcIjpmYWxzZX0sXCJGb3JlZ3JvdW5kXCI6e1wiJGlkXCI6XCI0ODFcIixcIkNvbG9yXCI6e1wiJGlkXCI6XCI0ODJcIixcIkFcIjoyNTUsXCJSXCI6MCxcIkdcIjowLFwiQlwiOjB9fSxcIkhvcml6b250YWxBbGlnbm1lbnRcIjoxLFwiSXNWaXNpYmxlXCI6dHJ1ZX0sXCJEYXRlU3R5bGVcIjp7XCIkaWRcIjpcIjQ4M1wiLFwiRm9udFNldHRpbmdzXCI6e1wiJGlkXCI6XCI0ODRcIixcIkZvbnRTaXplXCI6OSxcIkZvbnROYW1lXCI6XCJDYWxpYnJpXCIsXCJJc0JvbGRcIjpmYWxzZSxcIklzSXRhbGljXCI6ZmFsc2UsXCJJc1VuZGVybGluZWRcIjpmYWxzZX0sXCJGb3JlZ3JvdW5kXCI6e1wiJGlkXCI6XCI0ODVcIixcIkNvbG9yXCI6e1wiJGlkXCI6XCI0ODZcIixcIkFcIjoyNTUsXCJSXCI6NjgsXCJHXCI6ODQsXCJCXCI6MTA2fX0sXCJIb3Jpem9udGFsQWxpZ25tZW50XCI6MCxcIklzVmlzaWJsZVwiOmZhbHNlfSxcIkRhdGVGb3JtYXRcIjp7XCIkaWRcIjpcIjQ4N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ODhcIixcIkZvcm1hdFwiOjAsXCJJc1Zpc2libGVcIjpmYWxzZSxcIkxhc3RLbm93blZpc2liaWxpdHlTdGF0ZVwiOmZhbHNlfX19LHtcIiRpZFwiOlwiNDg5XCIsXCJTdHlsZUlkXCI6XCIzZTdhZmUyYS1mNTEyLTQ1MTgtYjU4Ni1lYjVhZDZlNDQyMzBcIixcIk5hbWVcIjpcIlN3aW1sYW5lIFN0eWxlIDRcIixcIkhlYWRlclN0eWxlXCI6e1wiJGlkXCI6XCI0OTBcIixcIlRleHRTdHlsZVwiOntcIiRpZFwiOlwiNDkxXCIsXCJGb250U2V0dGluZ3NcIjp7XCIkaWRcIjpcIjQ5MlwiLFwiRm9udFNpemVcIjoxMixcIkZvbnROYW1lXCI6XCJDYWxpYnJpXCIsXCJJc0JvbGRcIjp0cnVlLFwiSXNJdGFsaWNcIjpmYWxzZSxcIklzVW5kZXJsaW5lZFwiOmZhbHNlfSxcIkZvcmVncm91bmRcIjp7XCIkaWRcIjpcIjQ5M1wiLFwiQ29sb3JcIjp7XCIkaWRcIjpcIjQ5NFwiLFwiQVwiOjI1NSxcIlJcIjoyNTUsXCJHXCI6MjU1LFwiQlwiOjI1NX19LFwiSG9yaXpvbnRhbEFsaWdubWVudFwiOjAsXCJJc1Zpc2libGVcIjpmYWxzZX0sXCJSZWN0YW5nbGVTdHlsZVwiOntcIiRpZFwiOlwiNDk1XCIsXCJNYXJnaW5cIjp7XCIkaWRcIjpcIjQ5NlwiLFwiVG9wXCI6MC4wLFwiTGVmdFwiOjAuMCxcIlJpZ2h0XCI6MC4wLFwiQm90dG9tXCI6MC4wfSxcIlBhZGRpbmdcIjp7XCIkaWRcIjpcIjQ5N1wiLFwiVG9wXCI6MC4wLFwiTGVmdFwiOjAuMCxcIlJpZ2h0XCI6MC4wLFwiQm90dG9tXCI6MC4wfSxcIkJhY2tncm91bmRcIjp7XCIkaWRcIjpcIjQ5OFwiLFwiQ29sb3JcIjp7XCIkaWRcIjpcIjQ5OVwiLFwiQVwiOjI1NSxcIlJcIjo2OCxcIkdcIjoxMTQsXCJCXCI6MTk2fX0sXCJJc1Zpc2libGVcIjpmYWxzZSxcIldpZHRoXCI6MC4wLFwiSGVpZ2h0XCI6MC4wLFwiQm9yZGVyU3R5bGVcIjp7XCIkaWRcIjpcIjUwMFwiLFwiTGluZVN0eWxlXCI6e1wiJGlkXCI6XCI1MDFcIixcIkxpbmVDb2xvclwiOntcIiRpZFwiOlwiNTAyXCIsXCJDb2xvclwiOntcIiRpZFwiOlwiNTAzXCIsXCJBXCI6MjU1LFwiUlwiOjg4LFwiR1wiOjM5LFwiQlwiOjd9fSxcIkxpbmVXZWlnaHRcIjowLjAsXCJMaW5lVHlwZVwiOjB9LFwiSXNWaXNpYmxlXCI6ZmFsc2V9fX0sXCJCYWNrZ3JvdW5kU3R5bGVcIjp7XCIkaWRcIjpcIjUwNFwiLFwiTWFyZ2luXCI6e1wiJGlkXCI6XCI1MDVcIixcIlRvcFwiOjAuMCxcIkxlZnRcIjowLjAsXCJSaWdodFwiOjAuMCxcIkJvdHRvbVwiOjAuMH0sXCJQYWRkaW5nXCI6e1wiJGlkXCI6XCI1MDZcIixcIlRvcFwiOjAuMCxcIkxlZnRcIjowLjAsXCJSaWdodFwiOjAuMCxcIkJvdHRvbVwiOjAuMH0sXCJCYWNrZ3JvdW5kXCI6e1wiJGlkXCI6XCI1MDdcIixcIkNvbG9yXCI6e1wiJGlkXCI6XCI1MDhcIixcIkFcIjozOCxcIlJcIjo2OCxcIkdcIjoxMTQsXCJCXCI6MTk2fX0sXCJJc1Zpc2libGVcIjp0cnVlLFwiV2lkdGhcIjowLjAsXCJIZWlnaHRcIjowLjAsXCJCb3JkZXJTdHlsZVwiOntcIiRpZFwiOlwiNTA5XCIsXCJMaW5lU3R5bGVcIjp7XCIkaWRcIjpcIjUxMFwiLFwiTGluZUNvbG9yXCI6e1wiJGlkXCI6XCI1MTFcIixcIkNvbG9yXCI6e1wiJGlkXCI6XCI1MTJcIixcIkFcIjoyNTUsXCJSXCI6MjM0LFwiR1wiOjIyLFwiQlwiOjMwfX0sXCJMaW5lV2VpZ2h0XCI6MC4wLFwiTGluZVR5cGVcIjowfSxcIklzVmlzaWJsZVwiOmZhbHNlfX0sXCJJc0Fib3ZlVGltZWJhbmRcIjpmYWxzZSxcIlNwYWNpbmdcIjoyLFwiRGVmYXVsdFN3aW1sYW5lQWN0aXZpdHlTdHlsZVwiOntcIiRpZFwiOlwiNTEzXCIsXCJIZWFkZXJTdHlsZVwiOntcIiRpZFwiOlwiNTE0XCIsXCJUZXh0U3R5bGVcIjp7XCIkaWRcIjpcIjUxNVwiLFwiRm9udFNldHRpbmdzXCI6e1wiJGlkXCI6XCI1MTZcIixcIkZvbnRTaXplXCI6MTIsXCJGb250TmFtZVwiOlwiQ2FsaWJyaVwiLFwiSXNCb2xkXCI6ZmFsc2UsXCJJc0l0YWxpY1wiOmZhbHNlLFwiSXNVbmRlcmxpbmVkXCI6ZmFsc2V9LFwiRm9yZWdyb3VuZFwiOntcIiRpZFwiOlwiNTE3XCIsXCJDb2xvclwiOntcIiRpZFwiOlwiNTE4XCIsXCJBXCI6MjU1LFwiUlwiOjAsXCJHXCI6MCxcIkJcIjowfX0sXCJIb3Jpem9udGFsQWxpZ25tZW50XCI6MCxcIklzVmlzaWJsZVwiOmZhbHNlfSxcIlJlY3RhbmdsZVN0eWxlXCI6e1wiJGlkXCI6XCI1MTlcIixcIk1hcmdpblwiOntcIiRpZFwiOlwiNTIwXCIsXCJUb3BcIjowLjAsXCJMZWZ0XCI6MC4wLFwiUmlnaHRcIjowLjAsXCJCb3R0b21cIjowLjB9LFwiUGFkZGluZ1wiOntcIiRpZFwiOlwiNTIxXCIsXCJUb3BcIjowLjAsXCJMZWZ0XCI6MC4wLFwiUmlnaHRcIjowLjAsXCJCb3R0b21cIjowLjB9LFwiQmFja2dyb3VuZFwiOntcIiRpZFwiOlwiNTIyXCIsXCJDb2xvclwiOntcIiRpZFwiOlwiNTIzXCIsXCJBXCI6NjMsXCJSXCI6NjgsXCJHXCI6MTE0LFwiQlwiOjE5Nn19LFwiSXNWaXNpYmxlXCI6ZmFsc2UsXCJXaWR0aFwiOjAuMCxcIkhlaWdodFwiOjAuMCxcIkJvcmRlclN0eWxlXCI6e1wiJGlkXCI6XCI1MjRcIixcIkxpbmVTdHlsZVwiOntcIiRpZFwiOlwiNTI1XCIsXCJMaW5lQ29sb3JcIjp7XCIkaWRcIjpcIjUyNlwiLFwiQ29sb3JcIjp7XCIkaWRcIjpcIjUyN1wiLFwiQVwiOjI1NSxcIlJcIjoyNTUsXCJHXCI6MCxcIkJcIjowfX0sXCJMaW5lV2VpZ2h0XCI6MC4wLFwiTGluZVR5cGVcIjowfSxcIklzVmlzaWJsZVwiOmZhbHNlfX19LFwiQmFja2dyb3VuZFN0eWxlXCI6e1wiJGlkXCI6XCI1MjhcIixcIk1hcmdpblwiOntcIiRpZFwiOlwiNTI5XCIsXCJUb3BcIjowLjAsXCJMZWZ0XCI6MC4wLFwiUmlnaHRcIjowLjAsXCJCb3R0b21cIjowLjB9LFwiUGFkZGluZ1wiOntcIiRpZFwiOlwiNTMwXCIsXCJUb3BcIjowLjAsXCJMZWZ0XCI6MC4wLFwiUmlnaHRcIjowLjAsXCJCb3R0b21cIjowLjB9LFwiQmFja2dyb3VuZFwiOntcIiRpZFwiOlwiNTMxXCIsXCJDb2xvclwiOntcIiRpZFwiOlwiNTMyXCIsXCJBXCI6MzgsXCJSXCI6NjgsXCJHXCI6MTE0LFwiQlwiOjE5Nn19LFwiSXNWaXNpYmxlXCI6dHJ1ZSxcIldpZHRoXCI6MC4wLFwiSGVpZ2h0XCI6MC4wLFwiQm9yZGVyU3R5bGVcIjp7XCIkaWRcIjpcIjUzM1wiLFwiTGluZVN0eWxlXCI6e1wiJGlkXCI6XCI1MzRcIixcIkxpbmVDb2xvclwiOntcIiRpZFwiOlwiNTM1XCIsXCJDb2xvclwiOntcIiRpZFwiOlwiNTM2XCIsXCJBXCI6MjU1LFwiUlwiOjIzNCxcIkdcIjoyMixcIkJcIjozMH19LFwiTGluZVdlaWdodFwiOjAuMCxcIkxpbmVUeXBlXCI6MH0sXCJJc1Zpc2libGVcIjpmYWxzZX19fSxcIkRlZmF1bHRTd2ltbGFuZU1pbGVzdG9uZVN0eWxlXCI6e1wiJGlkXCI6XCI1MzdcIixcIlRpdGxlUG9zaXRpb25cIjowLFwiRGF0ZVBvc2l0aW9uXCI6MCxcIlNoYXBlVHlwZVwiOjYsXCJTaGFwZVNpemVcIjoxLFwiU3BhY2luZ1wiOjUsXCJTaGFwZVN0eWxlXCI6e1wiJGlkXCI6XCI1MzhcIixcIk1hcmdpblwiOntcIiRpZFwiOlwiNTM5XCIsXCJUb3BcIjowLjAsXCJMZWZ0XCI6MC4wLFwiUmlnaHRcIjowLjAsXCJCb3R0b21cIjowLjB9LFwiUGFkZGluZ1wiOntcIiRpZFwiOlwiNTQwXCIsXCJUb3BcIjowLjAsXCJMZWZ0XCI6MC4wLFwiUmlnaHRcIjowLjAsXCJCb3R0b21cIjowLjB9LFwiQmFja2dyb3VuZFwiOntcIiRpZFwiOlwiNTQxXCIsXCJDb2xvclwiOntcIiRpZFwiOlwiNTQyXCIsXCJBXCI6MjU1LFwiUlwiOjY4LFwiR1wiOjExNCxcIkJcIjoxOTZ9fSxcIklzVmlzaWJsZVwiOnRydWUsXCJXaWR0aFwiOjE4LjAsXCJIZWlnaHRcIjoyMC4wLFwiQm9yZGVyU3R5bGVcIjp7XCIkaWRcIjpcIjU0M1wiLFwiTGluZVN0eWxlXCI6e1wiJGlkXCI6XCI1NDRcIixcIkxpbmVDb2xvclwiOntcIiRpZFwiOlwiNTQ1XCIsXCJDb2xvclwiOntcIiRpZFwiOlwiNTQ2XCIsXCJBXCI6MjU1LFwiUlwiOjIzNCxcIkdcIjoyMixcIkJcIjozMH19LFwiTGluZVdlaWdodFwiOjIuMCxcIkxpbmVUeXBlXCI6MH0sXCJJc1Zpc2libGVcIjpmYWxzZX19LFwiVGl0bGVTdHlsZVwiOntcIiRpZFwiOlwiNTQ3XCIsXCJGb250U2V0dGluZ3NcIjp7XCIkaWRcIjpcIjU0OFwiLFwiRm9udFNpemVcIjo5LFwiRm9udE5hbWVcIjpcIkNhbGlicmlcIixcIklzQm9sZFwiOnRydWUsXCJJc0l0YWxpY1wiOmZhbHNlLFwiSXNVbmRlcmxpbmVkXCI6ZmFsc2V9LFwiRm9yZWdyb3VuZFwiOntcIiRpZFwiOlwiNTQ5XCIsXCJDb2xvclwiOntcIiRpZFwiOlwiNTUwXCIsXCJBXCI6MjU1LFwiUlwiOjAsXCJHXCI6MCxcIkJcIjowfX0sXCJIb3Jpem9udGFsQWxpZ25tZW50XCI6MixcIklzVmlzaWJsZVwiOnRydWV9LFwiRGF0ZVN0eWxlXCI6e1wiJGlkXCI6XCI1NTFcIixcIkZvbnRTZXR0aW5nc1wiOntcIiRpZFwiOlwiNTUyXCIsXCJGb250U2l6ZVwiOjksXCJGb250TmFtZVwiOlwiQ2FsaWJyaVwiLFwiSXNCb2xkXCI6ZmFsc2UsXCJJc0l0YWxpY1wiOmZhbHNlLFwiSXNVbmRlcmxpbmVkXCI6ZmFsc2V9LFwiRm9yZWdyb3VuZFwiOntcIiRpZFwiOlwiNTUzXCIsXCJDb2xvclwiOntcIiRpZFwiOlwiNTU0XCIsXCJBXCI6MjU1LFwiUlwiOjY4LFwiR1wiOjg0LFwiQlwiOjEwNn19LFwiSG9yaXpvbnRhbEFsaWdubWVudFwiOjIsXCJJc1Zpc2libGVcIjpmYWxzZX0sXCJEYXRlRm9ybWF0XCI6e1wiJGlkXCI6XCI1NT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TU2XCIsXCJGb3JtYXRcIjowLFwiSXNWaXNpYmxlXCI6ZmFsc2UsXCJMYXN0S25vd25WaXNpYmlsaXR5U3RhdGVcIjpmYWxzZX19LFwiRGVmYXVsdFN3aW1sYW5lVGFza1N0eWxlXCI6e1wiJGlkXCI6XCI1NTdcIixcIlNoYXBlXCI6NyxcIlNoYXBlVGhpY2tuZXNzXCI6MCxcIkR1cmF0aW9uRm9ybWF0XCI6NSxcIlBlcmNlbnRhZ2VDb21wbGV0ZVRleHRTdHlsZVwiOntcIiRpZFwiOlwiNTU4XCIsXCJGb250U2V0dGluZ3NcIjp7XCIkaWRcIjpcIjU1OVwiLFwiRm9udFNpemVcIjoxMCxcIkZvbnROYW1lXCI6XCJDYWxpYnJpXCIsXCJJc0JvbGRcIjpmYWxzZSxcIklzSXRhbGljXCI6ZmFsc2UsXCJJc1VuZGVybGluZWRcIjpmYWxzZX0sXCJGb3JlZ3JvdW5kXCI6e1wiJGlkXCI6XCI1NjBcIixcIkNvbG9yXCI6e1wiJGlkXCI6XCI1NjFcIixcIkFcIjoyNTUsXCJSXCI6MjM4LFwiR1wiOjIzNixcIkJcIjoyMjV9fSxcIkhvcml6b250YWxBbGlnbm1lbnRcIjoxLFwiSXNWaXNpYmxlXCI6ZmFsc2V9LFwiUGVyY2VudGFnZUNvbXBsZXRlSGlnaGxpZ2h0U3R5bGVcIjp7XCIkaWRcIjpcIjU2MlwiLFwiQmFja2dyb3VuZFwiOntcIiRpZFwiOlwiNTYzXCIsXCJDb2xvclwiOntcIiRpZFwiOlwiNTY0XCIsXCJBXCI6ODksXCJSXCI6MCxcIkdcIjowLFwiQlwiOjB9fX0sXCJEdXJhdGlvblN0eWxlXCI6e1wiJGlkXCI6XCI1NjVcIixcIkZvbnRTZXR0aW5nc1wiOntcIiRpZFwiOlwiNTY2XCIsXCJGb250U2l6ZVwiOjEwLFwiRm9udE5hbWVcIjpcIkNhbGlicmlcIixcIklzQm9sZFwiOmZhbHNlLFwiSXNJdGFsaWNcIjpmYWxzZSxcIklzVW5kZXJsaW5lZFwiOmZhbHNlfSxcIkZvcmVncm91bmRcIjp7XCIkaWRcIjpcIjU2N1wiLFwiQ29sb3JcIjp7XCIkaWRcIjpcIjU2OFwiLFwiQVwiOjI1NSxcIlJcIjoyMzcsXCJHXCI6MTI1LFwiQlwiOjQ5fX0sXCJIb3Jpem9udGFsQWxpZ25tZW50XCI6MCxcIklzVmlzaWJsZVwiOmZhbHNlfSxcIk1hcmdpblwiOntcIiRpZFwiOlwiNTY5XCIsXCJUb3BcIjowLjAsXCJMZWZ0XCI6MC4wLFwiUmlnaHRcIjowLjAsXCJCb3R0b21cIjowLjB9LFwiU3RhcnREYXRlUG9zaXRpb25cIjo0LFwiRW5kRGF0ZVBvc2l0aW9uXCI6NCxcIlRpdGxlUG9zaXRpb25cIjozLFwiRHVyYXRpb25Qb3NpdGlvblwiOjAsXCJQZXJjZW50YWdlQ29tcGxldGVkUG9zaXRpb25cIjowLFwiU3BhY2luZ1wiOjMsXCJTaGFwZVN0eWxlXCI6e1wiJGlkXCI6XCI1NzBcIixcIk1hcmdpblwiOntcIiRpZFwiOlwiNTcxXCIsXCJUb3BcIjowLjAsXCJMZWZ0XCI6NC4wLFwiUmlnaHRcIjo0LjAsXCJCb3R0b21cIjowLjB9LFwiUGFkZGluZ1wiOntcIiRpZFwiOlwiNTcyXCIsXCJUb3BcIjowLjAsXCJMZWZ0XCI6MC4wLFwiUmlnaHRcIjowLjAsXCJCb3R0b21cIjowLjB9LFwiQmFja2dyb3VuZFwiOntcIiRpZFwiOlwiNTczXCIsXCJDb2xvclwiOntcIiRpZFwiOlwiNTc0XCIsXCJBXCI6MjU1LFwiUlwiOjY4LFwiR1wiOjExNCxcIkJcIjoxOTZ9fSxcIklzVmlzaWJsZVwiOnRydWUsXCJXaWR0aFwiOjAuMCxcIkhlaWdodFwiOjEwLjAsXCJCb3JkZXJTdHlsZVwiOntcIiRpZFwiOlwiNTc1XCIsXCJMaW5lU3R5bGVcIjp7XCIkaWRcIjpcIjU3NlwiLFwiTGluZUNvbG9yXCI6e1wiJGlkXCI6XCI1NzdcIixcIkNvbG9yXCI6e1wiJGlkXCI6XCI1NzhcIixcIkFcIjoyNTUsXCJSXCI6MjM0LFwiR1wiOjIyLFwiQlwiOjMwfX0sXCJMaW5lV2VpZ2h0XCI6Mi4wLFwiTGluZVR5cGVcIjowfSxcIklzVmlzaWJsZVwiOmZhbHNlfX0sXCJUaXRsZVN0eWxlXCI6e1wiJGlkXCI6XCI1NzlcIixcIkZvbnRTZXR0aW5nc1wiOntcIiRpZFwiOlwiNTgwXCIsXCJGb250U2l6ZVwiOjksXCJGb250TmFtZVwiOlwiQ2FsaWJyaVwiLFwiSXNCb2xkXCI6dHJ1ZSxcIklzSXRhbGljXCI6ZmFsc2UsXCJJc1VuZGVybGluZWRcIjpmYWxzZX0sXCJGb3JlZ3JvdW5kXCI6e1wiJGlkXCI6XCI1ODFcIixcIkNvbG9yXCI6e1wiJGlkXCI6XCI1ODJcIixcIkFcIjoyNTUsXCJSXCI6MCxcIkdcIjowLFwiQlwiOjB9fSxcIkhvcml6b250YWxBbGlnbm1lbnRcIjoyLFwiSXNWaXNpYmxlXCI6dHJ1ZX0sXCJEYXRlU3R5bGVcIjp7XCIkaWRcIjpcIjU4M1wiLFwiRm9udFNldHRpbmdzXCI6e1wiJGlkXCI6XCI1ODRcIixcIkZvbnRTaXplXCI6MTAsXCJGb250TmFtZVwiOlwiQ2FsaWJyaVwiLFwiSXNCb2xkXCI6ZmFsc2UsXCJJc0l0YWxpY1wiOmZhbHNlLFwiSXNVbmRlcmxpbmVkXCI6ZmFsc2V9LFwiRm9yZWdyb3VuZFwiOntcIiRpZFwiOlwiNTg1XCIsXCJDb2xvclwiOntcIiRpZFwiOlwiNTg2XCIsXCJBXCI6MjU1LFwiUlwiOjY4LFwiR1wiOjg0LFwiQlwiOjEwNn19LFwiSG9yaXpvbnRhbEFsaWdubWVudFwiOjAsXCJJc1Zpc2libGVcIjp0cnVlfSxcIkRhdGVGb3JtYXRcIjp7XCIkaWRcIjpcIjU4N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ODhcIixcIkZvcm1hdFwiOjAsXCJJc1Zpc2libGVcIjpmYWxzZSxcIkxhc3RLbm93blZpc2liaWxpdHlTdGF0ZVwiOmZhbHNlfX0sXCJEZWZhdWx0U3dpbWxhbmVNb3RTdHlsZVwiOntcIiRpZFwiOlwiNTg5XCIsXCJTaGFwZVwiOjAsXCJTaGFwZVNpemVcIjoxLFwiRGV0YWlsc1NwYWNpbmdcIjowLjAsXCJQYWRkaW5nXCI6e1wiJGlkXCI6XCI1OTBcIixcIlRvcFwiOjUuMCxcIkxlZnRcIjozLjAsXCJSaWdodFwiOjAuMCxcIkJvdHRvbVwiOjIuMH0sXCJQb3NpdGlvbk9uVGFza1wiOjEsXCJTaGFwZVN0eWxlXCI6e1wiJGlkXCI6XCI1OTFcIixcIk1hcmdpblwiOntcIiRpZFwiOlwiNTkyXCIsXCJUb3BcIjowLjAsXCJMZWZ0XCI6MC4wLFwiUmlnaHRcIjowLjAsXCJCb3R0b21cIjowLjB9LFwiUGFkZGluZ1wiOntcIiRpZFwiOlwiNTkzXCIsXCJUb3BcIjowLjAsXCJMZWZ0XCI6MC4wLFwiUmlnaHRcIjowLjAsXCJCb3R0b21cIjowLjB9LFwiQmFja2dyb3VuZFwiOntcIiRpZFwiOlwiNTk0XCIsXCJDb2xvclwiOntcIiRpZFwiOlwiNTk1XCIsXCJBXCI6MjU1LFwiUlwiOjY4LFwiR1wiOjExNCxcIkJcIjoxOTZ9fSxcIklzVmlzaWJsZVwiOnRydWUsXCJXaWR0aFwiOjE4LjAsXCJIZWlnaHRcIjoyMC4wLFwiQm9yZGVyU3R5bGVcIjp7XCIkaWRcIjpcIjU5NlwiLFwiTGluZVN0eWxlXCI6e1wiJGlkXCI6XCI1OTdcIixcIkxpbmVDb2xvclwiOntcIiRpZFwiOlwiNTk4XCIsXCJDb2xvclwiOntcIiRpZFwiOlwiNTk5XCIsXCJBXCI6MjU1LFwiUlwiOjIzNCxcIkdcIjoyMixcIkJcIjozMH19LFwiTGluZVdlaWdodFwiOjAuMCxcIkxpbmVUeXBlXCI6MH0sXCJJc1Zpc2libGVcIjpmYWxzZX19LFwiVGl0bGVTdHlsZVwiOntcIiRpZFwiOlwiNjAwXCIsXCJGb250U2V0dGluZ3NcIjp7XCIkaWRcIjpcIjYwMVwiLFwiRm9udFNpemVcIjo5LFwiRm9udE5hbWVcIjpcIkNhbGlicmlcIixcIklzQm9sZFwiOnRydWUsXCJJc0l0YWxpY1wiOmZhbHNlLFwiSXNVbmRlcmxpbmVkXCI6ZmFsc2V9LFwiRm9yZWdyb3VuZFwiOntcIiRpZFwiOlwiNjAyXCIsXCJDb2xvclwiOntcIiRpZFwiOlwiNjAzXCIsXCJBXCI6MjU1LFwiUlwiOjAsXCJHXCI6MCxcIkJcIjowfX0sXCJIb3Jpem9udGFsQWxpZ25tZW50XCI6MSxcIklzVmlzaWJsZVwiOnRydWV9LFwiRGF0ZVN0eWxlXCI6e1wiJGlkXCI6XCI2MDRcIixcIkZvbnRTZXR0aW5nc1wiOntcIiRpZFwiOlwiNjA1XCIsXCJGb250U2l6ZVwiOjksXCJGb250TmFtZVwiOlwiQ2FsaWJyaVwiLFwiSXNCb2xkXCI6ZmFsc2UsXCJJc0l0YWxpY1wiOmZhbHNlLFwiSXNVbmRlcmxpbmVkXCI6ZmFsc2V9LFwiRm9yZWdyb3VuZFwiOntcIiRpZFwiOlwiNjA2XCIsXCJDb2xvclwiOntcIiRpZFwiOlwiNjA3XCIsXCJBXCI6MjU1LFwiUlwiOjY4LFwiR1wiOjg0LFwiQlwiOjEwNn19LFwiSG9yaXpvbnRhbEFsaWdubWVudFwiOjAsXCJJc1Zpc2libGVcIjpmYWxzZX0sXCJEYXRlRm9ybWF0XCI6e1wiJGlkXCI6XCI2MDh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jA5XCIsXCJGb3JtYXRcIjowLFwiSXNWaXNpYmxlXCI6ZmFsc2UsXCJMYXN0S25vd25WaXNpYmlsaXR5U3RhdGVcIjpmYWxzZX19fV0sXCJHcmlkbGluZVBhbmVsU3R5bGVcIjp7XCIkaWRcIjpcIjYxMFwiLFwiR3JpZGxpbmVTdHlsZVwiOntcIiRpZFwiOlwiNjExXCIsXCJMaW5lQ29sb3JcIjp7XCIkaWRcIjpcIjYxMlwiLFwiQ29sb3JcIjp7XCIkaWRcIjpcIjYxM1wiLFwiQVwiOjM4LFwiUlwiOjExNSxcIkdcIjoxMTUsXCJCXCI6MTE1fX0sXCJMaW5lV2VpZ2h0XCI6MS4wLFwiTGluZVR5cGVcIjowfSxcIklzVmlzaWJsZVwiOnRydWV9LFwiQWN0aXZpdHlMaW5lUGFuZWxTdHlsZVwiOntcIiRpZFwiOlwiNjE0XCIsXCJBY3Rpdml0eUxpbmVTdHlsZVwiOntcIiRpZFwiOlwiNjE1XCIsXCJMaW5lQ29sb3JcIjp7XCIkaWRcIjpcIjYxNlwiLFwiQ29sb3JcIjp7XCIkaWRcIjpcIjYxN1wiLFwiQVwiOjM4LFwiUlwiOjY4LFwiR1wiOjExNCxcIkJcIjoxOTZ9fSxcIkxpbmVXZWlnaHRcIjoxLjAsXCJMaW5lVHlwZVwiOjB9LFwiSXNWaXNpYmxlXCI6dHJ1ZX0sXCJEZWZhdWx0RGVwZW5kZW5jeVN0eWxlXCI6e1wiJGlkXCI6XCI2MThcIixcIkxpbmVTdHlsZVwiOntcIiRpZFwiOlwiNjE5XCIsXCJMaW5lQ29sb3JcIjp7XCIkaWRcIjpcIjYyMFwiLFwiQ29sb3JcIjp7XCIkaWRcIjpcIjYyMVwiLFwiQVwiOjI1NSxcIlJcIjowLFwiR1wiOjAsXCJCXCI6MH19LFwiTGluZVdlaWdodFwiOjEuMCxcIkxpbmVUeXBlXCI6MH0sXCJFbmRBcnJvd2hlYWRMaW5lU3R5bGVcIjp7XCIkaWRcIjpcIjYyMlwiLFwiS2luZFwiOjEsXCJXaWR0aFwiOjEsXCJMZW5ndGhcIjowfSxcIkJyaW5nVG9Gcm9udFwiOnRydWUsXCJSYWRpdXNcIjowLjB9LFwiQ3JpdGljYWxQYXRoU3R5bGVcIjp7XCIkaWRcIjpcIjYyM1wiLFwiQ3JpdGljYWxQYXRoU3R5bGVPcHRpb25zXCI6MTUsXCJMaW5lU3R5bGVcIjp7XCIkaWRcIjpcIjYyNFwiLFwiTGluZUNvbG9yXCI6e1wiJGlkXCI6XCI2MjVcIixcIkNvbG9yXCI6e1wiJGlkXCI6XCI2MjZcIixcIkFcIjoyNTUsXCJSXCI6MjIyLFwiR1wiOjUwLFwiQlwiOjUwfX0sXCJMaW5lV2VpZ2h0XCI6MS4wLFwiTGluZVR5cGVcIjowfSxcIlRpdGxlRm9yZWdyb3VuZFwiOntcIiRpZFwiOlwiNjI3XCIsXCJDb2xvclwiOntcIiRpZFwiOlwiNjI4XCIsXCJBXCI6MjU1LFwiUlwiOjE3NixcIkdcIjoxOSxcIkJcIjoyNX19LFwiU2hhcGVzQmFja2dyb3VuZFwiOntcIiRpZFwiOlwiNjI5XCIsXCJDb2xvclwiOntcIiRpZFwiOlwiNjMwXCIsXCJBXCI6MjU1LFwiUlwiOjI1MyxcIkdcIjoyMDMsXCJCXCI6MjA4fX0sXCJTaGFwZXNCb3JkZXJTdHlsZVwiOntcIiRpZFwiOlwiNjMxXCIsXCJMaW5lQ29sb3JcIjp7XCIkaWRcIjpcIjYzMlwiLFwiQ29sb3JcIjp7XCIkaWRcIjpcIjYzM1wiLFwiQVwiOjI1NSxcIlJcIjoyMjIsXCJHXCI6NTAsXCJCXCI6NTB9fSxcIkxpbmVXZWlnaHRcIjoyLjAsXCJMaW5lVHlwZVwiOjB9fSxcIlBhbmVsc1NwYWNpbmdEZWZpbml0aW9uXCI6e1wiJGlkXCI6XCI2MzRcIixcIlNwYWNpbmdBYm92ZVRpbWViYW5kXCI6NSxcIlNwYWNpbmdCZWxvd1RpbWViYW5kXCI6NSxcIlNwYWNpbmdBYm92ZUJldHdlZW5Td2ltbGFuZXNBbmRUYXNrc1wiOjUsXCJTcGFjaW5nQmVsb3dCZXR3ZWVuU3dpbWxhbmVzQW5kVGFza3NcIjo1fSxcIl9zZWxlY3RlZFRoZW1lUHJlc2V0Q29sb3JzXCI6e1wiJGlkXCI6XCI2MzVcIixcIlRleHRMaWdodFwiOntcIiRpZFwiOlwiNjM2XCIsXCJBXCI6MjU1LFwiUlwiOjI1NSxcIkdcIjoyNTUsXCJCXCI6MjU1fSxcIlRleHREYXJrXCI6e1wiJGlkXCI6XCI2MzdcIixcIkFcIjoyNTUsXCJSXCI6MCxcIkdcIjowLFwiQlwiOjB9LFwiQWNjZW50MVwiOntcIiRpZFwiOlwiNjM4XCIsXCJBXCI6MjU1LFwiUlwiOjI1NSxcIkdcIjoyNTUsXCJCXCI6MjU1fSxcIkFjY2VudDJcIjp7XCIkaWRcIjpcIjYzOVwiLFwiQVwiOjI1NSxcIlJcIjo2NCxcIkdcIjo2NCxcIkJcIjo2NH0sXCJBY2NlbnQzXCI6e1wiJGlkXCI6XCI2NDBcIixcIkFcIjoyNTUsXCJSXCI6MjU1LFwiR1wiOjE5MixcIkJcIjowfSxcIkFjY2VudDRcIjp7XCIkaWRcIjpcIjY0MVwiLFwiQVwiOjI1NSxcIlJcIjoyMzcsXCJHXCI6MTI1LFwiQlwiOjQ5fSxcIkFjY2VudDVcIjp7XCIkaWRcIjpcIjY0MlwiLFwiQVwiOjI1NSxcIlJcIjoxMTIsXCJHXCI6MTczLFwiQlwiOjcxfSxcIkFjY2VudDZcIjp7XCIkaWRcIjpcIjY0M1wiLFwiQVwiOjI1NSxcIlJcIjo2OCxcIkdcIjoxMTQsXCJCXCI6MTk2fSxcIkFjY2VudDdcIjp7XCIkaWRcIjpcIjY0NFwiLFwiQVwiOjI1NSxcIlJcIjoxNjAsXCJHXCI6NDMsXCJCXCI6MTQ3fSxcIkFjY2VudDhcIjp7XCIkaWRcIjpcIjY0NVwiLFwiQVwiOjI1NSxcIlJcIjo3OCxcIkdcIjoxNjcsXCJCXCI6NDZ9fSxcIl9jdXN0b21QcmVzZXRDb2xvcnNcIjp7XCIkaWRcIjpcIjY0NlwifX19IiwiUmVjZW50Q29sb3JzQ29sbGVjdGlvbiI6IltcIiNGRkZGQzAwMFwiLFwiI0ZGNDQ3MkM0XCIsXCIjRkZFRDdEMzFcIixcIiNGRjM4NTcyM1wiLFwiI0ZGQjIwRTEyXCIsXCIjRkY3MEFENDdcIixcIiNGRjg0M0MwQ1wiLFwiI0ZGN0Y2MDAwXCJdIn0sIlNldHRpbmdzIjp7IiRpZCI6IjMzMTIiLCJJbXBhT3B0aW9ucyI6eyIkaWQiOiIzMzEzIiwiTGVmdFRvUmlnaHQiOmZhbHNlLCJQYXlsb2FkT3B0aW9ucyI6Mn0sIlVzZUNvbXByZXNzaW9uIjpmYWxzZSwiQ29tcHJlc2lvblBlcmNlbnRhZ2UiOjUwLjAsIkluYWN0aXZlSW50ZXJ2YWxXaWR0aFRocmVzaG9sZCI6MzAuMCwiSW5hY3RpdmVJbnRlcnZhbFdpZHRoIjoxLjAsIlNwbGl0VGFza3MiOmZhbHNlLCJVc2VDbHVzdGVyIjpmYWxzZSwiRXBzaWxvbiI6NS4wLCJNaW5Qb2ludHNUb0Zvcm1BQ2x1c3RlciI6MiwiR2VuZXJhdGVJbnZpc2libGVTaGFwZXMiOmZhbHNlLCJTbWFydFRpbWVsaW5lVGFza1BlcmNlbnRhZ2VGaXQiOmZhbHNlfSwiSXNOZXciOmZhbHNlLCJJbXBvcnRUeXBlIjowLCJGaWxlUGF0aCI6bnVsbCwiVGltZUNvbmZpZ3VyYXRpb24iOnsiJGlkIjoiMzMxNCIsIlVzZVRpbWUiOmZhbHNlLCJXb3JrRGF5U3RhcnQiOiIwMDowMDowMCIsIldvcmtEYXlFbmQiOiIyMzo1OTowMCJ9LCJMYXN0VXNlZFRlbXBsYXRlSWQiOiI3MDliMzU0OS00OWEwLTRlNTgtYmE1Ny1mZGI5MTg5M2I2NDgiLCJMYXN0VXNlZFRoZW1lRGV0YWlscyI6eyIkaWQiOiIzMzE1IiwiSWQiOiIwMDU3MzkxZS1iMzllLTRkZmUtOGQyNi1hOThiNmQzOTEzMDIiLCJUaXRsZSI6IlVudGl0bGVkIHRoZW1lIiwiQ2F0ZWdvcnkiOjJ9LCJGaXJzdFdlZWtPZlllYXIiOjAsIlBsYWNlTWlsZXN0b25lQXRUaGVCZWdpbm5pbmdPZlRoZURheSI6ZmFsc2UsIkRlcGVuZGVuY3lTY2hlZHVsaW5nU2V0dGluZ3MiOnsiJGlkIjoiMzMxNiIsIkRlcGVuZGVuY2llc1NjaGVkdWxpbmdNb2RlU2V0dGluZyI6IkZsZXhpYmxlIiwiRGVwZW5kZW5jaWVzUHJldmlvdXNTY2hlZHVsaW5nTW9kZSI6IkZsZXhpYmxlIiwiT25CcmVha2luZ0ZsZXhpYmxlU2NoZWR1bGluZ01vZGVTZXR0aW5nIjoiQXNrRXZlcnl0aW1lIiwiT25CcmVha2luZ1N0cmljdFNjaGVkdWxpbmdNb2RlU2V0dGluZyI6IkFza0V2ZXJ5dGltZSJ9LCJEZXBlbmRlbmN5TW9kdWxlRW5hYmxlZCI6ZmFsc2UsIlBsYW5uZWRNb2R1bGVFbmFibGVkIjpmYWxzZSwiT2xkRml4ZWRJbnRlcnZhbHNSZW5kZXJpbmdTdHJhdGVneVVzZWRCZWZvcmUiOmZhbHNlLCJEZXBlbmRlbmNpZXMiOnsiX2RlcGVuZGVuY2llcyI6W119fQ=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SCALEFORMAT" val="MMM"/>
  <p:tag name="OTLTIMEBANDSHAPETYPE" val="RectangleTimeband"/>
  <p:tag name="OTLTIMEBANDSHAPEHEIGHT" val="14.3999996185303"/>
  <p:tag name="OTLTIMEBANDSHAPEPADDINGLEFT" val="0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5"/>
  <p:tag name="OTLLEFTENDCAPSMARGINLEFT" val="25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5"/>
  <p:tag name="OTLTIMEBANDSPACINGBELOW" val="5"/>
  <p:tag name="OTLTIMEBANDSCALETYPE" val="Years"/>
  <p:tag name="OTLTIMEBANDDEPENABLED" val="False"/>
  <p:tag name="OTLTIMEBANDENDDATE" val="2027-04-30T23:59:00.0000000"/>
  <p:tag name="OTLTIMEBANDSPACINGABOVEFORSWLANDTASKS" val="4"/>
  <p:tag name="OTLTIMEBANDSPACINGBELOWFORSWLANDTASKS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SCALETYPE" val="Months"/>
  <p:tag name="OTLTIMEBANDSCALEFORMAT" val="MMM"/>
  <p:tag name="OTLTIMEBANDSHAPETYPE" val="RectangleTimeband"/>
  <p:tag name="OTLTIMEBANDSHAPEHEIGHT" val="14.3999996185303"/>
  <p:tag name="OTLTIMEBANDSHAPEPADDINGLEFT" val="0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5"/>
  <p:tag name="OTLLEFTENDCAPSMARGINLEFT" val="25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5"/>
  <p:tag name="OTLTIMEBANDSPACINGBELOW" val="5"/>
  <p:tag name="OTLTIMEBANDDEPENABLED" val="False"/>
  <p:tag name="OTLTIMEBANDENDDATE" val="2027-04-30T23:59:00.0000000"/>
  <p:tag name="OTLTIMEBANDSPACINGABOVEFORSWLANDTASKS" val="4"/>
  <p:tag name="OTLTIMEBANDSPACINGBELOWFORSWLANDTASKS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SCALETYPE" val="Days"/>
  <p:tag name="OTLTIMEBANDSHAPETYPE" val="RectangleTimeband"/>
  <p:tag name="OTLTIMEBANDSHAPEHEIGHT" val="14.3999996185303"/>
  <p:tag name="OTLTIMEBANDSHAPEPADDINGLEFT" val="0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5"/>
  <p:tag name="OTLLEFTENDCAPSMARGINLEFT" val="25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5"/>
  <p:tag name="OTLTIMEBANDSPACINGBELOW" val="5"/>
  <p:tag name="OTLTIMEBANDDEPENABLED" val="False"/>
  <p:tag name="OTLTIMEBANDENDDATE" val="2027-04-30T23:59:00.0000000"/>
  <p:tag name="OTLTIMEBANDSPACINGABOVEFORSWLANDTASKS" val="4"/>
  <p:tag name="OTLTIMEBANDSPACINGBELOWFORSWLANDTASKS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100"/>
  <p:tag name="OTLDURATIONFORMAT" val="day"/>
  <p:tag name="OTLSHAPETHICKNESSTYPE" val="Thin"/>
  <p:tag name="OTLSPACING" val="4"/>
  <p:tag name="OTLSTARTDATE" val="2026-01-07T00:00:00.0000000Z"/>
  <p:tag name="OTLENDDATE" val="2026-01-07T11:59:00.0000000Z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100"/>
  <p:tag name="OTLDURATIONFORMAT" val="day"/>
  <p:tag name="OTLSHAPETHICKNESSTYPE" val="Thin"/>
  <p:tag name="OTLSPACING" val="4"/>
  <p:tag name="OTLSTARTDATE" val="2026-01-14T00:00:00.0000000Z"/>
  <p:tag name="OTLENDDATE" val="2026-01-21T11:59:00.0000000Z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HAPETHICKNESSTYPE" val="Thin"/>
  <p:tag name="OTLSPACING" val="4"/>
  <p:tag name="OTLSTARTDATE" val="2026-02-04T00:00:00.0000000Z"/>
  <p:tag name="OTLENDDATE" val="2026-02-11T11:59:00.0000000Z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75"/>
  <p:tag name="OTLDURATIONFORMAT" val="wk"/>
  <p:tag name="OTLSHAPETHICKNESSTYPE" val="Custom"/>
  <p:tag name="OTLENDDATE" val="2026-06-30T11:59:00.0000000Z"/>
  <p:tag name="OTLSPACING" val="4"/>
  <p:tag name="OTLSTARTDATE" val="2026-05-01T00:00:00.0000000Z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HAPETHICKNESSTYPE" val="Custom"/>
  <p:tag name="OTLSPACING" val="4"/>
  <p:tag name="OTLSTARTDATE" val="2026-07-01T00:00:00.0000000Z"/>
  <p:tag name="OTLENDDATE" val="2026-07-16T11:59:00.0000000Z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HAPETHICKNESSTYPE" val="Custom"/>
  <p:tag name="OTLSPACING" val="4"/>
  <p:tag name="OTLSTARTDATE" val="2026-07-19T00:00:00.0000000Z"/>
  <p:tag name="OTLENDDATE" val="2026-07-30T11:59:00.0000000Z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HAPETHICKNESSTYPE" val="Custom"/>
  <p:tag name="OTLSPACING" val="4"/>
  <p:tag name="OTLSTARTDATE" val="2026-05-01T00:00:00.0000000Z"/>
  <p:tag name="OTLENDDATE" val="2026-09-30T11:59:00.0000000Z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8-01T11:59:00.0000000Z"/>
  <p:tag name="OTLDURATIONFORMAT" val="wk"/>
  <p:tag name="OTLSPACING" val="4"/>
  <p:tag name="OTLSHAPETHICKNESSTYPE" val="Custom"/>
  <p:tag name="OTLENDDATE" val="2026-08-30T11:59:00.0000000Z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HAPETHICKNESSTYPE" val="Regular"/>
  <p:tag name="OTLSPACING" val="4"/>
  <p:tag name="OTLSTARTDATE" val="2026-08-01T11:59:00.0000000"/>
  <p:tag name="OTLENDDATE" val="2026-12-31T11:59:00.0000000Z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HAPETHICKNESSTYPE" val="Thin"/>
  <p:tag name="OTLSPACING" val="4"/>
  <p:tag name="OTLSTARTDATE" val="2026-09-01T00:00:00.0000000Z"/>
  <p:tag name="OTLENDDATE" val="2027-03-31T23:59:00.0000000Z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HAPETHICKNESSTYPE" val="Thin"/>
  <p:tag name="OTLSPACING" val="4"/>
  <p:tag name="OTLSTARTDATE" val="2026-09-01T00:00:00.0000000Z"/>
  <p:tag name="OTLENDDATE" val="2027-03-31T23:59:00.0000000Z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TARTDATE" val="2027-02-01T23:59:00.0000000Z"/>
  <p:tag name="OTLENDDATE" val="2027-03-31T23:59:00.0000000"/>
  <p:tag name="OTLSPACING" val="3"/>
  <p:tag name="OTLSHAPETHICKNESSTYPE" val="Regula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2-11T00:00:00.0000000Z"/>
  <p:tag name="OTLENDDATE" val="2026-04-30T11:59:00.0000000Z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PACING" val="3"/>
  <p:tag name="OTLSHAPETHICKNESSTYPE" val="Thin"/>
  <p:tag name="OTLSTARTDATE" val="2026-04-26T23:59:00.0000000Z"/>
  <p:tag name="OTLENDDATE" val="2026-05-10T23:59:00.0000000Z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5-24T23:59:00.0000000Z"/>
  <p:tag name="OTLENDDATE" val="2026-06-14T23:59:00.0000000Z"/>
  <p:tag name="OTLDURATIONFORMAT" val="wk"/>
  <p:tag name="OTLSPACING" val="3"/>
  <p:tag name="OTLSHAPETHICKNESSTYPE" val="Thin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6-14T23:59:00.0000000Z"/>
  <p:tag name="OTLENDDATE" val="2026-06-21T23:59:00.0000000Z"/>
  <p:tag name="OTLDURATIONFORMAT" val="wk"/>
  <p:tag name="OTLSPACING" val="3"/>
  <p:tag name="OTLSHAPETHICKNESSTYPE" val="Custo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4-30T00:00:00.0000000Z"/>
  <p:tag name="OTLENDDATE" val="2026-05-07T11:59:00.0000000Z"/>
  <p:tag name="OTLDURATIONFORMAT" val="day"/>
  <p:tag name="OTLSPACING" val="3"/>
  <p:tag name="OTLSHAPETHICKNESSTYPE" val="Thin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2-15T00:00:00.0000000Z"/>
  <p:tag name="OTLENDDATE" val="2026-02-18T11:59:00.0000000Z"/>
  <p:tag name="OTLDURATIONFORMAT" val="day"/>
  <p:tag name="OTLSPACING" val="3"/>
  <p:tag name="OTLSHAPETHICKNESSTYPE" val="Thin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ELAPSEDSTYLE" val="Thin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4"/>
  <p:tag name="OTLPOSITIONONTASK" val="None"/>
  <p:tag name="OTLRELATEDTASKID" val="00000000-0000-0000-0000-000000000000"/>
  <p:tag name="OTLMTITLE" val="Strat Of Subscriprsion"/>
  <p:tag name="OTLDATE" val="2027-04-30T23:59:00.000000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4"/>
  <p:tag name="OTLMTITLE" val="Cut Over "/>
  <p:tag name="OTLPOSITIONONTASK" val="None"/>
  <p:tag name="OTLRELATEDTASKID" val="00000000-0000-0000-0000-000000000000"/>
  <p:tag name="OTLDATE" val="2027-04-30T23:59:00.000000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PO"/>
  <p:tag name="OTLDATE" val="2025-12-01T23:59:00.0000000"/>
  <p:tag name="OTLPOSITIONONTASK" val="None"/>
  <p:tag name="OTLRELATEDTASKID" val="00000000-0000-0000-0000-00000000000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EUC"/>
  <p:tag name="OTLDATE" val="2025-12-15T23:59:00.0000000"/>
  <p:tag name="OTLPOSITIONONTASK" val="None"/>
  <p:tag name="OTLRELATEDTASKID" val="00000000-0000-0000-0000-00000000000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Start Of Warranty"/>
  <p:tag name="OTLPOSITIONONTASK" val="None"/>
  <p:tag name="OTLRELATEDTASKID" val="00000000-0000-0000-0000-000000000000"/>
  <p:tag name="OTLDATE" val="2026-06-21T23:59:00.000000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Custom Release "/>
  <p:tag name="OTLDATE" val="2026-05-10T23:59:00.0000000"/>
  <p:tag name="OTLPOSITIONONTASK" val="None"/>
  <p:tag name="OTLRELATEDTASKID" val="00000000-0000-0000-0000-00000000000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PO "/>
  <p:tag name="OTLDATE" val="2026-01-07T23:59:00.0000000"/>
  <p:tag name="OTLPOSITIONONTASK" val="None"/>
  <p:tag name="OTLRELATEDTASKID" val="00000000-0000-0000-0000-00000000000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Abov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10sIl9taWxlc3RvbmVzIjpbeyIkaWQiOiI1IiwiSWQiOiJkY2RhZDQ0OC1kY2U1LTQ5MTktOTFmNS05ZWMwOTM5M2UwMzEiLCJJbmRleCI6MCwiR3JvdXBJZCI6bnVsbCwiVGl0bGUiOiJQTyAiLCJEYXRlVGltZSI6IjIwMjYtMDEtMDdUMjM6NTk6MDAiLCJQZXJjZW50YWdlQ29tcGxldGUiOjEwMC4wLCJOb3RlIjpudWxsLCJTdHlsZSI6eyIkaWQiOiI2IiwiVGl0bGVQb3NpdGlvbiI6IlJpZ2h0IiwiRGF0ZVBvc2l0aW9uIjoiTGVmdCIsIlNoYXBlVHlwZSI6OCwiU2hhcGVTaXplIjoxLCJTcGFjaW5nIjo1LCJTaGFwZVN0eWxlIjp7IiRpZCI6IjciLCJNYXJnaW4iOnsiJGlkIjoiOCIsIlRvcCI6MC4wLCJMZWZ0IjowLjAsIlJpZ2h0IjowLjAsIkJvdHRvbSI6MC4wfSwiUGFkZGluZyI6eyIkaWQiOiI5IiwiVG9wIjowLjAsIkxlZnQiOjAuMCwiUmlnaHQiOjAuMCwiQm90dG9tIjowLjB9LCJCYWNrZ3JvdW5kIjp7IiRpZCI6IjEwIiwiQ29sb3IiOnsiJGlkIjoiMTEiLCJBIjoyNTUsIlIiOjEzMiwiRyI6NjAsIkIiOjEyfX0sIklzVmlzaWJsZSI6dHJ1ZSwiV2lkdGgiOjE4LjAsIkhlaWdodCI6MjAuMCwiQm9yZGVyU3R5bGUiOnsiJGlkIjoiMTIiLCJMaW5lQ29sb3IiOnsiJGlkIjoiMTMiLCIkdHlwZSI6Ik5MUkUuQ29tbW9uLkRvbS5Tb2xpZENvbG9yQnJ1c2gsIE5MUkUuQ29tbW9uIiwiQ29sb3IiOnsiJGlkIjoiMTQiLCJBIjoyNTUsIlIiOjIzNCwiRyI6MjIsIkIiOjMwfX0sIkxpbmVXZWlnaHQiOjAuMCwiTGluZVR5cGUiOjAsIlBhcmVudFN0eWxlIjpudWxsfSwiUGFyZW50U3R5bGUiOm51bGx9LCJUaXRsZVN0eWxlIjp7IiRpZCI6IjE1IiwiRm9udFNldHRpbmdzIjp7IiRpZCI6IjE2IiwiRm9udFNpemUiOjksIkZvbnROYW1lIjoiQ2FsaWJyaSIsIklzQm9sZCI6dHJ1ZSwiSXNJdGFsaWMiOmZhbHNlLCJJc1VuZGVybGluZWQiOmZhbHNlLCJQYXJlbnRTdHlsZSI6bnVsbH0sIkF1dG9TaXplIjowLCJGb3JlZ3JvdW5kIjp7IiRpZCI6IjE3IiwiQ29sb3IiOnsiJGlkIjoiMTg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kiLCJUb3AiOjAuMCwiTGVmdCI6MC4wLCJSaWdodCI6MC4wLCJCb3R0b20iOjAuMH0sIlBhZGRpbmciOnsiJGlkIjoiMjAiLCJUb3AiOjAuMCwiTGVmdCI6MC4wLCJSaWdodCI6MC4wLCJCb3R0b20iOjAuMH0sIkJhY2tncm91bmQiOnsiJGlkIjoiMjEiLCJDb2xvciI6eyIkaWQiOiIyMiIsIkEiOjg5LCJSIjowLCJHIjowLCJCIjowfX0sIklzVmlzaWJsZSI6dHJ1ZSwiV2lkdGgiOjAuMCwiSGVpZ2h0IjowLjAsIkJvcmRlclN0eWxlIjp7IiRpZCI6IjIzIiwiTGluZUNvbG9yIjpudWxsLCJMaW5lV2VpZ2h0IjowLjAsIkxpbmVUeXBlIjowLCJQYXJlbnRTdHlsZSI6bnVsbH0sIlBhcmVudFN0eWxlIjpudWxsfSwiRGF0ZVN0eWxlIjp7IiRpZCI6IjI0IiwiRm9udFNldHRpbmdzIjp7IiRpZCI6IjI1IiwiRm9udFNpemUiOjksIkZvbnROYW1lIjoiQ2FsaWJyaSIsIklzQm9sZCI6ZmFsc2UsIklzSXRhbGljIjpmYWxzZSwiSXNVbmRlcmxpbmVkIjpmYWxzZSwiUGFyZW50U3R5bGUiOm51bGx9LCJBdXRvU2l6ZSI6MCwiRm9yZWdyb3VuZCI6eyIkaWQiOiIyNiIsIkNvbG9yIjp7IiRpZCI6IjI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OCIsIlRvcCI6MC4wLCJMZWZ0IjowLjAsIlJpZ2h0IjowLjAsIkJvdHRvbSI6MC4wfSwiUGFkZGluZyI6eyIkaWQiOiIyOSIsIlRvcCI6MC4wLCJMZWZ0IjowLjAsIlJpZ2h0IjowLjAsIkJvdHRvbSI6MC4wfSwiQmFja2dyb3VuZCI6eyIkaWQiOiIzMCIsIkNvbG9yIjp7IiRpZCI6IjMxIiwiQSI6ODksIlIiOjAsIkciOjAsIkIiOjB9fSwiSXNWaXNpYmxlIjpmYWxzZSwiV2lkdGgiOjAuMCwiSGVpZ2h0IjowLjAsIkJvcmRlclN0eWxlIjp7IiRpZCI6IjMyIiwiTGluZUNvbG9yIjpudWxsLCJMaW5lV2VpZ2h0IjowLjAsIkxpbmVUeXBlIjowLCJQYXJlbnRTdHlsZSI6bnVsbH0sIlBhcmVudFN0eWxlIjpudWxsfSwiRGF0ZUZvcm1hdCI6eyIkaWQiOiIz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CIsIkZvcm1hdCI6MCwiSXNWaXNpYmxlIjpmYWxzZSwiTGFzdEtub3duVmlzaWJpbGl0eVN0YXRlIjpmYWxzZX0sIklzVmlzaWJsZSI6dHJ1ZSwiUGFyZW50U3R5bGUiOm51bGx9LCJIeXBlcmxpbmsiOm51bGwsIkltcG9ydElkIjoiIn1dLCJJZCI6IjAwMDAwMDAwLTAwMDAtMDAwMC0wMDAwLTAwMDAwMDAwMDAwMCIsIklzU2luZ2xlSXRlbVJvdyI6dHJ1ZX0seyIkaWQiOiIzNSIsIl90YXNrcyI6W3siJGlkIjoiMzYiLCJfYXR0YWNoZWRNaWxlc3RvbmVzIjpbXSwiVGFza0RlZmluaXRpb24iOnsiJGlkIjoiMzciLCJHcm91cE5hbWUiOm51bGwsIlN0YXJ0RGF0ZSI6IjIwMjYtMDEtMDdUMDA6MDA6MDBaIiwiRW5kRGF0ZSI6IjIwMjYtMDEtMDdUMTE6NTk6MDBaIiwiUGVyY2VudGFnZUNvbXBsZXRlIjoxMDAuMCwiU3R5bGUiOnsiJGlkIjoiMzgiLCJTaGFwZSI6NywiU2hhcGVUaGlja25lc3MiOjAsIkR1cmF0aW9uRm9ybWF0IjowLCJJbmNsdWRlTm9uV29ya2luZ0RheXNJbkR1cmF0aW9uIjpmYWxzZSwiUGVyY2VudGFnZUNvbXBsZXRlU3R5bGUiOnsiJGlkIjoiMzkiLCJGb250U2V0dGluZ3MiOnsiJGlkIjoiNDAiLCJGb250U2l6ZSI6MTAsIkZvbnROYW1lIjoiQ2FsaWJyaSIsIklzQm9sZCI6dHJ1ZSwiSXNJdGFsaWMiOmZhbHNlLCJJc1VuZGVybGluZWQiOmZhbHNlLCJQYXJlbnRTdHlsZSI6bnVsbH0sIkF1dG9TaXplIjowLCJGb3JlZ3JvdW5kIjp7IiRpZCI6IjQxIiwiQ29sb3IiOnsiJGlkIjoiNDI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pZCI6IjQzIiwiVG9wIjowLjAsIkxlZnQiOjAuMCwiUmlnaHQiOjAuMCwiQm90dG9tIjowLjB9LCJQYWRkaW5nIjp7IiRpZCI6IjQ0IiwiVG9wIjowLjAsIkxlZnQiOjAuMCwiUmlnaHQiOjAuMCwiQm90dG9tIjowLjB9LCJCYWNrZ3JvdW5kIjp7IiRpZCI6IjQ1IiwiQ29sb3IiOnsiJGlkIjoiNDYiLCJBIjo4OSwiUiI6MCwiRyI6MCwiQiI6MH19LCJJc1Zpc2libGUiOnRydWUsIldpZHRoIjowLjAsIkhlaWdodCI6MC4wLCJCb3JkZXJTdHlsZSI6eyIkaWQiOiI0NyIsIkxpbmVDb2xvciI6bnVsbCwiTGluZVdlaWdodCI6MC4wLCJMaW5lVHlwZSI6MCwiUGFyZW50U3R5bGUiOm51bGx9LCJQYXJlbnRTdHlsZSI6bnVsbH0sIkR1cmF0aW9uU3R5bGUiOnsiJGlkIjoiNDgiLCJGb250U2V0dGluZ3MiOnsiJGlkIjoiNDkiLCJGb250U2l6ZSI6MTAsIkZvbnROYW1lIjoiQ2FsaWJyaSIsIklzQm9sZCI6ZmFsc2UsIklzSXRhbGljIjpmYWxzZSwiSXNVbmRlcmxpbmVkIjpmYWxzZSwiUGFyZW50U3R5bGUiOm51bGx9LCJBdXRvU2l6ZSI6MCwiRm9yZWdyb3VuZCI6eyIkaWQiOiI1MCIsIkNvbG9yIjp7IiRpZCI6IjU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TIiLCJUb3AiOjAuMCwiTGVmdCI6MC4wLCJSaWdodCI6MC4wLCJCb3R0b20iOjAuMH0sIlBhZGRpbmciOnsiJGlkIjoiNTMiLCJUb3AiOjAuMCwiTGVmdCI6MC4wLCJSaWdodCI6MC4wLCJCb3R0b20iOjAuMH0sIkJhY2tncm91bmQiOnsiJGlkIjoiNTQiLCJDb2xvciI6eyIkaWQiOiI1NSIsIkEiOjg5LCJSIjowLCJHIjowLCJCIjowfX0sIklzVmlzaWJsZSI6dHJ1ZSwiV2lkdGgiOjAuMCwiSGVpZ2h0IjowLjAsIkJvcmRlclN0eWxlIjp7IiRpZCI6IjU2IiwiTGluZUNvbG9yIjpudWxsLCJMaW5lV2VpZ2h0IjowLjAsIkxpbmVUeXBlIjowLCJQYXJlbnRTdHlsZSI6bnVsbH0sIlBhcmVudFN0eWxlIjpudWxsfSwiSG9yaXpvbnRhbENvbm5lY3RvclN0eWxlIjp7IiRpZCI6IjU3IiwiTGluZUNvbG9yIjp7IiRpZCI6IjU4IiwiJHR5cGUiOiJOTFJFLkNvbW1vbi5Eb20uU29saWRDb2xvckJydXNoLCBOTFJFLkNvbW1vbiIsIkNvbG9yIjp7IiRpZCI6IjU5IiwiQSI6MjU1LCJSIjoyMDQsIkciOjIwNCwiQiI6MjA0fX0sIkxpbmVXZWlnaHQiOjEuMCwiTGluZVR5cGUiOjAsIlBhcmVudFN0eWxlIjpudWxsfSwiVmVydGljYWxDb25uZWN0b3JTdHlsZSI6eyIkaWQiOiI2MCIsIkxpbmVDb2xvciI6eyIkaWQiOiI2MSIsIiR0eXBlIjoiTkxSRS5Db21tb24uRG9tLlNvbGlkQ29sb3JCcnVzaCwgTkxSRS5Db21tb24iLCJDb2xvciI6eyIkaWQiOiI2MiIsIkEiOjI1NSwiUiI6MjA0LCJHIjoyMDQsIkIiOjIwNH19LCJMaW5lV2VpZ2h0IjowLjAsIkxpbmVUeXBlIjowLCJQYXJlbnRTdHlsZSI6bnVsbH0sIk1hcmdpbiI6bnVsbCwiU3RhcnREYXRlUG9zaXRpb24iOjYsIkVuZERhdGVQb3NpdGlvbiI6NiwiRGF0ZUlzVmlzaWJsZSI6ZmFsc2UsIlRpdGxlUG9zaXRpb24iOjMsIkR1cmF0aW9uUG9zaXRpb24iOjYsIlBlcmNlbnRhZ2VDb21wbGV0ZWRQb3NpdGlvbiI6NiwiU3BhY2luZyI6NCwiSXNCZWxvd1RpbWViYW5kIjp0cnVlLCJQZXJjZW50YWdlQ29tcGxldGVTaGFwZU9wYWNpdHkiOjM1LCJCYXNlbGluZVN0eWxlIjp7IiRpZCI6IjYzIiwiU2hhcGVTdHlsZSI6eyIkaWQiOiI2NCIsIk1hcmdpbiI6eyIkaWQiOiI2NSIsIlRvcCI6MC4wLCJMZWZ0IjowLjAsIlJpZ2h0IjowLjAsIkJvdHRvbSI6MC4wfSwiUGFkZGluZyI6eyIkaWQiOiI2NiIsIlRvcCI6MC4wLCJMZWZ0IjowLjAsIlJpZ2h0IjowLjAsIkJvdHRvbSI6MC4wfSwiQmFja2dyb3VuZCI6eyIkaWQiOiI2NyIsIkNvbG9yIjp7IiRpZCI6IjY4IiwiQSI6MTUzLCJSIjowLCJHIjowLCJCIjowfX0sIklzVmlzaWJsZSI6dHJ1ZSwiV2lkdGgiOjAuMCwiSGVpZ2h0IjowLjAsIkJvcmRlclN0eWxlIjpudWxsLCJQYXJlbnRTdHlsZSI6bnVsbH0sIk1hcmdpbiI6eyIkaWQiOiI2OSIsIlRvcCI6MC4wLCJMZWZ0IjowLjAsIlJpZ2h0IjowLjAsIkJvdHRvbSI6MC4wfSwiUGFkZGluZyI6eyIkaWQiOiI3MCIsIlRvcCI6MC4wLCJMZWZ0IjowLjAsIlJpZ2h0IjowLjAsIkJvdHRvbSI6MC4wfSwiQmFja2dyb3VuZCI6bnVsbCwiSXNWaXNpYmxlIjp0cnVlLCJXaWR0aCI6MC4wLCJIZWlnaHQiOjAuMCwiQm9yZGVyU3R5bGUiOm51bGwsIlBhcmVudFN0eWxlIjpudWxsfSwiU2hhcGVTdHlsZSI6eyIkaWQiOiI3MSIsIk1hcmdpbiI6eyIkaWQiOiI3MiIsIlRvcCI6MC4wLCJMZWZ0Ijo0LjAsIlJpZ2h0Ijo0LjAsIkJvdHRvbSI6MC4wfSwiUGFkZGluZyI6eyIkaWQiOiI3MyIsIlRvcCI6MC4wLCJMZWZ0IjowLjAsIlJpZ2h0IjowLjAsIkJvdHRvbSI6MC4wfSwiQmFja2dyb3VuZCI6eyIkaWQiOiI3NCIsIkNvbG9yIjp7IiRpZCI6Ijc1IiwiQSI6MjU1LCJSIjoyNTUsIkciOjE5MiwiQiI6MH19LCJJc1Zpc2libGUiOnRydWUsIldpZHRoIjowLjAsIkhlaWdodCI6MTMuNDI2NjY2NjY2NjY2Njc3LCJCb3JkZXJTdHlsZSI6eyIkaWQiOiI3NiIsIkxpbmVDb2xvciI6eyIkaWQiOiI3NyIsIiR0eXBlIjoiTkxSRS5Db21tb24uRG9tLlNvbGlkQ29sb3JCcnVzaCwgTkxSRS5Db21tb24iLCJDb2xvciI6eyIkaWQiOiI3OCIsIkEiOjI1NSwiUiI6MjYsIkciOjE4LCJCIjo4OX19LCJMaW5lV2VpZ2h0IjowLjAsIkxpbmVUeXBlIjowLCJQYXJlbnRTdHlsZSI6bnVsbH0sIlBhcmVudFN0eWxlIjpudWxsfSwiVGl0bGVTdHlsZSI6eyIkaWQiOiI3OSIsIkZvbnRTZXR0aW5ncyI6eyIkaWQiOiI4MCIsIkZvbnRTaXplIjo5LCJGb250TmFtZSI6IkNhbGlicmkiLCJJc0JvbGQiOnRydWUsIklzSXRhbGljIjpmYWxzZSwiSXNVbmRlcmxpbmVkIjpmYWxzZSwiUGFyZW50U3R5bGUiOm51bGx9LCJBdXRvU2l6ZSI6MCwiRm9yZWdyb3VuZCI6eyIkaWQiOiI4MSIsIkNvbG9yIjp7IiRpZCI6Ijgy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gzIiwiVG9wIjowLjAsIkxlZnQiOjAuMCwiUmlnaHQiOjAuMCwiQm90dG9tIjowLjB9LCJQYWRkaW5nIjp7IiRpZCI6Ijg0IiwiVG9wIjowLjAsIkxlZnQiOjAuMCwiUmlnaHQiOjAuMCwiQm90dG9tIjowLjB9LCJCYWNrZ3JvdW5kIjp7IiRpZCI6Ijg1IiwiQ29sb3IiOnsiJGlkIjoiODYiLCJBIjowLCJSIjoyNTUsIkciOjI1NSwiQiI6MjU1fX0sIklzVmlzaWJsZSI6dHJ1ZSwiV2lkdGgiOjAuMCwiSGVpZ2h0IjowLjAsIkJvcmRlclN0eWxlIjp7IiRpZCI6Ijg3IiwiTGluZUNvbG9yIjpudWxsLCJMaW5lV2VpZ2h0IjowLjAsIkxpbmVUeXBlIjowLCJQYXJlbnRTdHlsZSI6bnVsbH0sIlBhcmVudFN0eWxlIjpudWxsfSwiRGF0ZVN0eWxlIjp7IiRpZCI6Ijg4IiwiRm9udFNldHRpbmdzIjp7IiRpZCI6Ijg5IiwiRm9udFNpemUiOjEwLCJGb250TmFtZSI6IkNhbGlicmkiLCJJc0JvbGQiOmZhbHNlLCJJc0l0YWxpYyI6ZmFsc2UsIklzVW5kZXJsaW5lZCI6ZmFsc2UsIlBhcmVudFN0eWxlIjpudWxsfSwiQXV0b1NpemUiOjAsIkZvcmVncm91bmQiOnsiJGlkIjoiOTAiLCJDb2xvciI6eyIkaWQiOiI5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OTIiLCJUb3AiOjAuMCwiTGVmdCI6MC4wLCJSaWdodCI6MC4wLCJCb3R0b20iOjAuMH0sIlBhZGRpbmciOnsiJGlkIjoiOTMiLCJUb3AiOjAuMCwiTGVmdCI6MC4wLCJSaWdodCI6MC4wLCJCb3R0b20iOjAuMH0sIkJhY2tncm91bmQiOnsiJGlkIjoiOTQiLCJDb2xvciI6eyIkaWQiOiI5NSIsIkEiOjg5LCJSIjowLCJHIjowLCJCIjowfX0sIklzVmlzaWJsZSI6dHJ1ZSwiV2lkdGgiOjAuMCwiSGVpZ2h0IjowLjAsIkJvcmRlclN0eWxlIjp7IiRpZCI6Ijk2IiwiTGluZUNvbG9yIjpudWxsLCJMaW5lV2VpZ2h0IjowLjAsIkxpbmVUeXBlIjowLCJQYXJlbnRTdHlsZSI6bnVsbH0sIlBhcmVudFN0eWxlIjpudWxsfSwiRGF0ZUZvcm1hdCI6eyIkaWQiOiI5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5OCIsIkZvcm1hdCI6MCwiSXNWaXNpYmxlIjpmYWxzZSwiTGFzdEtub3duVmlzaWJpbGl0eVN0YXRlIjpmYWxzZX0sIklzVmlzaWJsZSI6dHJ1ZSwiUGFyZW50U3R5bGUiOm51bGx9LCJJbmRleCI6MSwiU21hcnREdXJhdGlvbkFjdGl2YXRlZCI6ZmFsc2UsIkRhdGVGb3JtYXQiOnsiJHJlZiI6Ijk3In0sIldlZWtOdW1iZXJpbmciOnsiJGlkIjoiOTkiLCJGb3JtYXQiOjAsIklzVmlzaWJsZSI6ZmFsc2UsIkxhc3RLbm93blZpc2liaWxpdHlTdGF0ZSI6ZmFsc2V9LCJCYXNlbGluZURhdGEiOnsiJGlkIjoiMTAwIiwiU3RhcnREYXRlIjoiMjAyNi0wMS0wN1QwMDowMDowMCIsIkVuZERhdGUiOiIyMDI2LTAxLTA3VDExOjU5OjAwIn0sIklkIjoiYmYwYmFiNGUtOThmNS00NzYzLWE4MjUtNjhhNWQyMTlhNWM3IiwiSW1wb3J0SWQiOm51bGwsIlRpdGxlIjoiSW5pdGlhbCBCT00iLCJOb3RlIjpudWxsLCJIeXBlcmxpbmsiOnsiJGlkIjoiMTAxIiwiQWRkcmVzcyI6bnVsbCwiU3ViQWRkcmVzcyI6bnVsbH0sIklzQ2hhbmdlZCI6ZmFsc2UsIklzTmV3IjpmYWxzZX19XSwiX21pbGVzdG9uZXMiOltdLCJJZCI6IjAwMDAwMDAwLTAwMDAtMDAwMC0wMDAwLTAwMDAwMDAwMDAwMCIsIklzU2luZ2xlSXRlbVJvdyI6dHJ1ZX0seyIkaWQiOiIxMDIiLCJfdGFza3MiOlt7IiRpZCI6IjEwMyIsIl9hdHRhY2hlZE1pbGVzdG9uZXMiOltdLCJUYXNrRGVmaW5pdGlvbiI6eyIkaWQiOiIxMDQiLCJHcm91cE5hbWUiOm51bGwsIlN0YXJ0RGF0ZSI6IjIwMjYtMDEtMTRUMDA6MDA6MDBaIiwiRW5kRGF0ZSI6IjIwMjYtMDEtMjFUMTE6NTk6MDBaIiwiUGVyY2VudGFnZUNvbXBsZXRlIjoxMDAuMCwiU3R5bGUiOnsiJGlkIjoiMTA1IiwiU2hhcGUiOjcsIlNoYXBlVGhpY2tuZXNzIjowLCJEdXJhdGlvbkZvcm1hdCI6MCwiSW5jbHVkZU5vbldvcmtpbmdEYXlzSW5EdXJhdGlvbiI6ZmFsc2UsIlBlcmNlbnRhZ2VDb21wbGV0ZVN0eWxlIjp7IiRpZCI6IjEwNiIsIkZvbnRTZXR0aW5ncyI6eyIkaWQiOiIxMDciLCJGb250U2l6ZSI6MTAsIkZvbnROYW1lIjoiQ2FsaWJyaSIsIklzQm9sZCI6dHJ1ZSwiSXNJdGFsaWMiOmZhbHNlLCJJc1VuZGVybGluZWQiOmZhbHNlLCJQYXJlbnRTdHlsZSI6bnVsbH0sIkF1dG9TaXplIjowLCJGb3JlZ3JvdW5kIjp7IiRpZCI6IjEwOCIsIkNvbG9yIjp7IiRpZCI6IjEwOS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MTEwIiwiVG9wIjowLjAsIkxlZnQiOjAuMCwiUmlnaHQiOjAuMCwiQm90dG9tIjowLjB9LCJQYWRkaW5nIjp7IiRpZCI6IjExMSIsIlRvcCI6MC4wLCJMZWZ0IjowLjAsIlJpZ2h0IjowLjAsIkJvdHRvbSI6MC4wfSwiQmFja2dyb3VuZCI6eyIkaWQiOiIxMTIiLCJDb2xvciI6eyIkaWQiOiIxMTMiLCJBIjo4OSwiUiI6MCwiRyI6MCwiQiI6MH19LCJJc1Zpc2libGUiOnRydWUsIldpZHRoIjowLjAsIkhlaWdodCI6MC4wLCJCb3JkZXJTdHlsZSI6eyIkaWQiOiIxMTQiLCJMaW5lQ29sb3IiOm51bGwsIkxpbmVXZWlnaHQiOjAuMCwiTGluZVR5cGUiOjAsIlBhcmVudFN0eWxlIjpudWxsfSwiUGFyZW50U3R5bGUiOm51bGx9LCJEdXJhdGlvblN0eWxlIjp7IiRpZCI6IjExNSIsIkZvbnRTZXR0aW5ncyI6eyIkaWQiOiIxMTYiLCJGb250U2l6ZSI6MTAsIkZvbnROYW1lIjoiQ2FsaWJyaSIsIklzQm9sZCI6ZmFsc2UsIklzSXRhbGljIjpmYWxzZSwiSXNVbmRlcmxpbmVkIjpmYWxzZSwiUGFyZW50U3R5bGUiOm51bGx9LCJBdXRvU2l6ZSI6MCwiRm9yZWdyb3VuZCI6eyIkaWQiOiIxMTciLCJDb2xvciI6eyIkaWQiOiIxMTg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TkiLCJUb3AiOjAuMCwiTGVmdCI6MC4wLCJSaWdodCI6MC4wLCJCb3R0b20iOjAuMH0sIlBhZGRpbmciOnsiJGlkIjoiMTIwIiwiVG9wIjowLjAsIkxlZnQiOjAuMCwiUmlnaHQiOjAuMCwiQm90dG9tIjowLjB9LCJCYWNrZ3JvdW5kIjp7IiRpZCI6IjEyMSIsIkNvbG9yIjp7IiRpZCI6IjEyMiIsIkEiOjg5LCJSIjowLCJHIjowLCJCIjowfX0sIklzVmlzaWJsZSI6dHJ1ZSwiV2lkdGgiOjAuMCwiSGVpZ2h0IjowLjAsIkJvcmRlclN0eWxlIjp7IiRpZCI6IjEyMyIsIkxpbmVDb2xvciI6bnVsbCwiTGluZVdlaWdodCI6MC4wLCJMaW5lVHlwZSI6MCwiUGFyZW50U3R5bGUiOm51bGx9LCJQYXJlbnRTdHlsZSI6bnVsbH0sIkhvcml6b250YWxDb25uZWN0b3JTdHlsZSI6eyIkaWQiOiIxMjQiLCJMaW5lQ29sb3IiOnsiJGlkIjoiMTI1IiwiJHR5cGUiOiJOTFJFLkNvbW1vbi5Eb20uU29saWRDb2xvckJydXNoLCBOTFJFLkNvbW1vbiIsIkNvbG9yIjp7IiRpZCI6IjEyNiIsIkEiOjI1NSwiUiI6MjA0LCJHIjoyMDQsIkIiOjIwNH19LCJMaW5lV2VpZ2h0IjoxLjAsIkxpbmVUeXBlIjowLCJQYXJlbnRTdHlsZSI6bnVsbH0sIlZlcnRpY2FsQ29ubmVjdG9yU3R5bGUiOnsiJGlkIjoiMTI3IiwiTGluZUNvbG9yIjp7IiRpZCI6IjEyOCIsIiR0eXBlIjoiTkxSRS5Db21tb24uRG9tLlNvbGlkQ29sb3JCcnVzaCwgTkxSRS5Db21tb24iLCJDb2xvciI6eyIkaWQiOiIxMjkiLCJBIjoyNTUsIlIiOjIwNCwiRyI6MjA0LCJCIjoyMDR9fSwiTGluZVdlaWdodCI6MC4wLCJMaW5lVHlwZSI6MCwiUGFyZW50U3R5bGUiOm51bGx9LCJNYXJnaW4iOm51bGwsIlN0YXJ0RGF0ZVBvc2l0aW9uIjo2LCJFbmREYXRlUG9zaXRpb24iOjYsIkRhdGVJc1Zpc2libGUiOmZhbHNlLCJUaXRsZVBvc2l0aW9uIjozLCJEdXJhdGlvblBvc2l0aW9uIjo2LCJQZXJjZW50YWdlQ29tcGxldGVkUG9zaXRpb24iOjYsIlNwYWNpbmciOjQsIklzQmVsb3dUaW1lYmFuZCI6dHJ1ZSwiUGVyY2VudGFnZUNvbXBsZXRlU2hhcGVPcGFjaXR5IjozNSwiQmFzZWxpbmVTdHlsZSI6eyIkaWQiOiIxMzAiLCJTaGFwZVN0eWxlIjp7IiRpZCI6IjEzMSIsIk1hcmdpbiI6eyIkaWQiOiIxMzIiLCJUb3AiOjAuMCwiTGVmdCI6MC4wLCJSaWdodCI6MC4wLCJCb3R0b20iOjAuMH0sIlBhZGRpbmciOnsiJGlkIjoiMTMzIiwiVG9wIjowLjAsIkxlZnQiOjAuMCwiUmlnaHQiOjAuMCwiQm90dG9tIjowLjB9LCJCYWNrZ3JvdW5kIjp7IiRpZCI6IjEzNCIsIkNvbG9yIjp7IiRpZCI6IjEzNSIsIkEiOjE1MywiUiI6MCwiRyI6MCwiQiI6MH19LCJJc1Zpc2libGUiOnRydWUsIldpZHRoIjowLjAsIkhlaWdodCI6MC4wLCJCb3JkZXJTdHlsZSI6bnVsbCwiUGFyZW50U3R5bGUiOm51bGx9LCJNYXJnaW4iOnsiJGlkIjoiMTM2IiwiVG9wIjowLjAsIkxlZnQiOjAuMCwiUmlnaHQiOjAuMCwiQm90dG9tIjowLjB9LCJQYWRkaW5nIjp7IiRpZCI6IjEzNyIsIlRvcCI6MC4wLCJMZWZ0IjowLjAsIlJpZ2h0IjowLjAsIkJvdHRvbSI6MC4wfSwiQmFja2dyb3VuZCI6bnVsbCwiSXNWaXNpYmxlIjp0cnVlLCJXaWR0aCI6MC4wLCJIZWlnaHQiOjAuMCwiQm9yZGVyU3R5bGUiOm51bGwsIlBhcmVudFN0eWxlIjpudWxsfSwiU2hhcGVTdHlsZSI6eyIkaWQiOiIxMzgiLCJNYXJnaW4iOnsiJGlkIjoiMTM5IiwiVG9wIjowLjAsIkxlZnQiOjQuMCwiUmlnaHQiOjQuMCwiQm90dG9tIjowLjB9LCJQYWRkaW5nIjp7IiRpZCI6IjE0MCIsIlRvcCI6MC4wLCJMZWZ0IjowLjAsIlJpZ2h0IjowLjAsIkJvdHRvbSI6MC4wfSwiQmFja2dyb3VuZCI6eyIkaWQiOiIxNDEiLCJDb2xvciI6eyIkaWQiOiIxNDIiLCJBIjoyNTUsIlIiOjI1NSwiRyI6MTkyLCJCIjowfX0sIklzVmlzaWJsZSI6dHJ1ZSwiV2lkdGgiOjAuMCwiSGVpZ2h0IjoxMy40MjY2NjY2NjY2NjY2NzcsIkJvcmRlclN0eWxlIjp7IiRpZCI6IjE0MyIsIkxpbmVDb2xvciI6eyIkaWQiOiIxNDQiLCIkdHlwZSI6Ik5MUkUuQ29tbW9uLkRvbS5Tb2xpZENvbG9yQnJ1c2gsIE5MUkUuQ29tbW9uIiwiQ29sb3IiOnsiJGlkIjoiMTQ1IiwiQSI6MjU1LCJSIjoyNiwiRyI6MTgsIkIiOjg5fX0sIkxpbmVXZWlnaHQiOjAuMCwiTGluZVR5cGUiOjAsIlBhcmVudFN0eWxlIjpudWxsfSwiUGFyZW50U3R5bGUiOm51bGx9LCJUaXRsZVN0eWxlIjp7IiRpZCI6IjE0NiIsIkZvbnRTZXR0aW5ncyI6eyIkaWQiOiIxNDciLCJGb250U2l6ZSI6OSwiRm9udE5hbWUiOiJDYWxpYnJpIiwiSXNCb2xkIjp0cnVlLCJJc0l0YWxpYyI6ZmFsc2UsIklzVW5kZXJsaW5lZCI6ZmFsc2UsIlBhcmVudFN0eWxlIjpudWxsfSwiQXV0b1NpemUiOjAsIkZvcmVncm91bmQiOnsiJGlkIjoiMTQ4IiwiQ29sb3IiOnsiJGlkIjoiMTQ5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E1MCIsIlRvcCI6MC4wLCJMZWZ0IjowLjAsIlJpZ2h0IjowLjAsIkJvdHRvbSI6MC4wfSwiUGFkZGluZyI6eyIkaWQiOiIxNTEiLCJUb3AiOjAuMCwiTGVmdCI6MC4wLCJSaWdodCI6MC4wLCJCb3R0b20iOjAuMH0sIkJhY2tncm91bmQiOnsiJGlkIjoiMTUyIiwiQ29sb3IiOnsiJGlkIjoiMTUzIiwiQSI6MCwiUiI6MjU1LCJHIjoyNTUsIkIiOjI1NX19LCJJc1Zpc2libGUiOnRydWUsIldpZHRoIjowLjAsIkhlaWdodCI6MC4wLCJCb3JkZXJTdHlsZSI6eyIkaWQiOiIxNTQiLCJMaW5lQ29sb3IiOm51bGwsIkxpbmVXZWlnaHQiOjAuMCwiTGluZVR5cGUiOjAsIlBhcmVudFN0eWxlIjpudWxsfSwiUGFyZW50U3R5bGUiOm51bGx9LCJEYXRlU3R5bGUiOnsiJGlkIjoiMTU1IiwiRm9udFNldHRpbmdzIjp7IiRpZCI6IjE1NiIsIkZvbnRTaXplIjoxMCwiRm9udE5hbWUiOiJDYWxpYnJpIiwiSXNCb2xkIjpmYWxzZSwiSXNJdGFsaWMiOmZhbHNlLCJJc1VuZGVybGluZWQiOmZhbHNlLCJQYXJlbnRTdHlsZSI6bnVsbH0sIkF1dG9TaXplIjowLCJGb3JlZ3JvdW5kIjp7IiRpZCI6IjE1NyIsIkNvbG9yIjp7IiRpZCI6IjE1O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U5IiwiVG9wIjowLjAsIkxlZnQiOjAuMCwiUmlnaHQiOjAuMCwiQm90dG9tIjowLjB9LCJQYWRkaW5nIjp7IiRpZCI6IjE2MCIsIlRvcCI6MC4wLCJMZWZ0IjowLjAsIlJpZ2h0IjowLjAsIkJvdHRvbSI6MC4wfSwiQmFja2dyb3VuZCI6eyIkaWQiOiIxNjEiLCJDb2xvciI6eyIkaWQiOiIxNjIiLCJBIjo4OSwiUiI6MCwiRyI6MCwiQiI6MH19LCJJc1Zpc2libGUiOnRydWUsIldpZHRoIjowLjAsIkhlaWdodCI6MC4wLCJCb3JkZXJTdHlsZSI6eyIkaWQiOiIxNjMiLCJMaW5lQ29sb3IiOm51bGwsIkxpbmVXZWlnaHQiOjAuMCwiTGluZVR5cGUiOjAsIlBhcmVudFN0eWxlIjpudWxsfSwiUGFyZW50U3R5bGUiOm51bGx9LCJEYXRlRm9ybWF0Ijp7IiRpZCI6IjE2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UiLCJGb3JtYXQiOjAsIklzVmlzaWJsZSI6ZmFsc2UsIkxhc3RLbm93blZpc2liaWxpdHlTdGF0ZSI6ZmFsc2V9LCJJc1Zpc2libGUiOnRydWUsIlBhcmVudFN0eWxlIjpudWxsfSwiSW5kZXgiOjIsIlNtYXJ0RHVyYXRpb25BY3RpdmF0ZWQiOmZhbHNlLCJEYXRlRm9ybWF0Ijp7IiRyZWYiOiIxNjQifSwiV2Vla051bWJlcmluZyI6eyIkaWQiOiIxNjYiLCJGb3JtYXQiOjAsIklzVmlzaWJsZSI6ZmFsc2UsIkxhc3RLbm93blZpc2liaWxpdHlTdGF0ZSI6ZmFsc2V9LCJCYXNlbGluZURhdGEiOnsiJGlkIjoiMTY3IiwiU3RhcnREYXRlIjoiMjAyNi0wMS0xNFQwMDowMDowMCIsIkVuZERhdGUiOiIyMDI2LTAxLTIxVDExOjU5OjAwIn0sIklkIjoiODQwZDE5MDYtY2IxMC00YjAxLWJkZTEtNWJiNzhlOGUzMjNiIiwiSW1wb3J0SWQiOm51bGwsIlRpdGxlIjoiU2l0ZSBTdXJ2ZXkgIiwiTm90ZSI6bnVsbCwiSHlwZXJsaW5rIjp7IiRpZCI6IjE2OCIsIkFkZHJlc3MiOm51bGwsIlN1YkFkZHJlc3MiOm51bGx9LCJJc0NoYW5nZWQiOmZhbHNlLCJJc05ldyI6ZmFsc2V9fSx7IiRpZCI6IjE2OSIsIl9hdHRhY2hlZE1pbGVzdG9uZXMiOltdLCJUYXNrRGVmaW5pdGlvbiI6eyIkaWQiOiIxNzAiLCJHcm91cE5hbWUiOm51bGwsIlN0YXJ0RGF0ZSI6IjIwMjYtMDItMDRUMDA6MDA6MDBaIiwiRW5kRGF0ZSI6IjIwMjYtMDItMTFUMTE6NTk6MDBaIiwiUGVyY2VudGFnZUNvbXBsZXRlIjpudWxsLCJTdHlsZSI6eyIkaWQiOiIxNzEiLCJTaGFwZSI6NywiU2hhcGVUaGlja25lc3MiOjAsIkR1cmF0aW9uRm9ybWF0IjowLCJJbmNsdWRlTm9uV29ya2luZ0RheXNJbkR1cmF0aW9uIjpmYWxzZSwiUGVyY2VudGFnZUNvbXBsZXRlU3R5bGUiOnsiJGlkIjoiMTcyIiwiRm9udFNldHRpbmdzIjp7IiRpZCI6IjE3MyIsIkZvbnRTaXplIjoxMCwiRm9udE5hbWUiOiJDYWxpYnJpIiwiSXNCb2xkIjp0cnVlLCJJc0l0YWxpYyI6ZmFsc2UsIklzVW5kZXJsaW5lZCI6ZmFsc2UsIlBhcmVudFN0eWxlIjpudWxsfSwiQXV0b1NpemUiOjAsIkZvcmVncm91bmQiOnsiJGlkIjoiMTc0IiwiQ29sb3IiOnsiJGlkIjoiMTc1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xNzYiLCJUb3AiOjAuMCwiTGVmdCI6MC4wLCJSaWdodCI6MC4wLCJCb3R0b20iOjAuMH0sIlBhZGRpbmciOnsiJGlkIjoiMTc3IiwiVG9wIjowLjAsIkxlZnQiOjAuMCwiUmlnaHQiOjAuMCwiQm90dG9tIjowLjB9LCJCYWNrZ3JvdW5kIjp7IiRpZCI6IjE3OCIsIkNvbG9yIjp7IiRpZCI6IjE3OSIsIkEiOjg5LCJSIjowLCJHIjowLCJCIjowfX0sIklzVmlzaWJsZSI6dHJ1ZSwiV2lkdGgiOjAuMCwiSGVpZ2h0IjowLjAsIkJvcmRlclN0eWxlIjp7IiRpZCI6IjE4MCIsIkxpbmVDb2xvciI6bnVsbCwiTGluZVdlaWdodCI6MC4wLCJMaW5lVHlwZSI6MCwiUGFyZW50U3R5bGUiOm51bGx9LCJQYXJlbnRTdHlsZSI6bnVsbH0sIkR1cmF0aW9uU3R5bGUiOnsiJGlkIjoiMTgxIiwiRm9udFNldHRpbmdzIjp7IiRpZCI6IjE4MiIsIkZvbnRTaXplIjoxMCwiRm9udE5hbWUiOiJDYWxpYnJpIiwiSXNCb2xkIjpmYWxzZSwiSXNJdGFsaWMiOmZhbHNlLCJJc1VuZGVybGluZWQiOmZhbHNlLCJQYXJlbnRTdHlsZSI6bnVsbH0sIkF1dG9TaXplIjowLCJGb3JlZ3JvdW5kIjp7IiRpZCI6IjE4MyIsIkNvbG9yIjp7IiRpZCI6IjE4N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4NSIsIlRvcCI6MC4wLCJMZWZ0IjowLjAsIlJpZ2h0IjowLjAsIkJvdHRvbSI6MC4wfSwiUGFkZGluZyI6eyIkaWQiOiIxODYiLCJUb3AiOjAuMCwiTGVmdCI6MC4wLCJSaWdodCI6MC4wLCJCb3R0b20iOjAuMH0sIkJhY2tncm91bmQiOnsiJGlkIjoiMTg3IiwiQ29sb3IiOnsiJGlkIjoiMTg4IiwiQSI6ODksIlIiOjAsIkciOjAsIkIiOjB9fSwiSXNWaXNpYmxlIjp0cnVlLCJXaWR0aCI6MC4wLCJIZWlnaHQiOjAuMCwiQm9yZGVyU3R5bGUiOnsiJGlkIjoiMTg5IiwiTGluZUNvbG9yIjpudWxsLCJMaW5lV2VpZ2h0IjowLjAsIkxpbmVUeXBlIjowLCJQYXJlbnRTdHlsZSI6bnVsbH0sIlBhcmVudFN0eWxlIjpudWxsfSwiSG9yaXpvbnRhbENvbm5lY3RvclN0eWxlIjp7IiRpZCI6IjE5MCIsIkxpbmVDb2xvciI6eyIkaWQiOiIxOTEiLCIkdHlwZSI6Ik5MUkUuQ29tbW9uLkRvbS5Tb2xpZENvbG9yQnJ1c2gsIE5MUkUuQ29tbW9uIiwiQ29sb3IiOnsiJGlkIjoiMTkyIiwiQSI6MjU1LCJSIjoyMDQsIkciOjIwNCwiQiI6MjA0fX0sIkxpbmVXZWlnaHQiOjEuMCwiTGluZVR5cGUiOjAsIlBhcmVudFN0eWxlIjpudWxsfSwiVmVydGljYWxDb25uZWN0b3JTdHlsZSI6eyIkaWQiOiIxOTMiLCJMaW5lQ29sb3IiOnsiJGlkIjoiMTk0IiwiJHR5cGUiOiJOTFJFLkNvbW1vbi5Eb20uU29saWRDb2xvckJydXNoLCBOTFJFLkNvbW1vbiIsIkNvbG9yIjp7IiRpZCI6IjE5NSIsIkEiOjI1NSwiUiI6MjA0LCJHIjoyMDQsIkIiOjIwNH19LCJMaW5lV2VpZ2h0IjowLjAsIkxpbmVUeXBlIjowLCJQYXJlbnRTdHlsZSI6bnVsbH0sIk1hcmdpbiI6bnVsbCwiU3RhcnREYXRlUG9zaXRpb24iOjYsIkVuZERhdGVQb3NpdGlvbiI6NiwiRGF0ZUlzVmlzaWJsZSI6ZmFsc2UsIlRpdGxlUG9zaXRpb24iOjMsIkR1cmF0aW9uUG9zaXRpb24iOjYsIlBlcmNlbnRhZ2VDb21wbGV0ZWRQb3NpdGlvbiI6NiwiU3BhY2luZyI6NCwiSXNCZWxvd1RpbWViYW5kIjp0cnVlLCJQZXJjZW50YWdlQ29tcGxldGVTaGFwZU9wYWNpdHkiOjM1LCJCYXNlbGluZVN0eWxlIjp7IiRpZCI6IjE5NiIsIlNoYXBlU3R5bGUiOnsiJGlkIjoiMTk3IiwiTWFyZ2luIjp7IiRpZCI6IjE5OCIsIlRvcCI6MC4wLCJMZWZ0IjowLjAsIlJpZ2h0IjowLjAsIkJvdHRvbSI6MC4wfSwiUGFkZGluZyI6eyIkaWQiOiIxOTkiLCJUb3AiOjAuMCwiTGVmdCI6MC4wLCJSaWdodCI6MC4wLCJCb3R0b20iOjAuMH0sIkJhY2tncm91bmQiOnsiJGlkIjoiMjAwIiwiQ29sb3IiOnsiJGlkIjoiMjAxIiwiQSI6MTUzLCJSIjowLCJHIjowLCJCIjowfX0sIklzVmlzaWJsZSI6dHJ1ZSwiV2lkdGgiOjAuMCwiSGVpZ2h0IjowLjAsIkJvcmRlclN0eWxlIjpudWxsLCJQYXJlbnRTdHlsZSI6bnVsbH0sIk1hcmdpbiI6eyIkaWQiOiIyMDIiLCJUb3AiOjAuMCwiTGVmdCI6MC4wLCJSaWdodCI6MC4wLCJCb3R0b20iOjAuMH0sIlBhZGRpbmciOnsiJGlkIjoiMjAzIiwiVG9wIjowLjAsIkxlZnQiOjAuMCwiUmlnaHQiOjAuMCwiQm90dG9tIjowLjB9LCJCYWNrZ3JvdW5kIjpudWxsLCJJc1Zpc2libGUiOnRydWUsIldpZHRoIjowLjAsIkhlaWdodCI6MC4wLCJCb3JkZXJTdHlsZSI6bnVsbCwiUGFyZW50U3R5bGUiOm51bGx9LCJTaGFwZVN0eWxlIjp7IiRpZCI6IjIwNCIsIk1hcmdpbiI6eyIkaWQiOiIyMDUiLCJUb3AiOjAuMCwiTGVmdCI6NC4wLCJSaWdodCI6NC4wLCJCb3R0b20iOjAuMH0sIlBhZGRpbmciOnsiJGlkIjoiMjA2IiwiVG9wIjowLjAsIkxlZnQiOjAuMCwiUmlnaHQiOjAuMCwiQm90dG9tIjowLjB9LCJCYWNrZ3JvdW5kIjp7IiRpZCI6IjIwNyIsIkNvbG9yIjp7IiRpZCI6IjIwOCIsIkEiOjI1NSwiUiI6MjU1LCJHIjoxOTIsIkIiOjB9fSwiSXNWaXNpYmxlIjp0cnVlLCJXaWR0aCI6MC4wLCJIZWlnaHQiOjEzLjQyNjY2NjY2NjY2NjY3NywiQm9yZGVyU3R5bGUiOnsiJGlkIjoiMjA5IiwiTGluZUNvbG9yIjp7IiRpZCI6IjIxMCIsIiR0eXBlIjoiTkxSRS5Db21tb24uRG9tLlNvbGlkQ29sb3JCcnVzaCwgTkxSRS5Db21tb24iLCJDb2xvciI6eyIkaWQiOiIyMTEiLCJBIjoyNTUsIlIiOjI2LCJHIjoxOCwiQiI6ODl9fSwiTGluZVdlaWdodCI6MC4wLCJMaW5lVHlwZSI6MCwiUGFyZW50U3R5bGUiOm51bGx9LCJQYXJlbnRTdHlsZSI6bnVsbH0sIlRpdGxlU3R5bGUiOnsiJGlkIjoiMjEyIiwiRm9udFNldHRpbmdzIjp7IiRpZCI6IjIxMyIsIkZvbnRTaXplIjo5LCJGb250TmFtZSI6IkNhbGlicmkiLCJJc0JvbGQiOnRydWUsIklzSXRhbGljIjpmYWxzZSwiSXNVbmRlcmxpbmVkIjpmYWxzZSwiUGFyZW50U3R5bGUiOm51bGx9LCJBdXRvU2l6ZSI6MCwiRm9yZWdyb3VuZCI6eyIkaWQiOiIyMTQiLCJDb2xvciI6eyIkaWQiOiIyMTUiLCJBIjoyNTUsIlIiOjAsIkciOjAsIkIiOjB9fSwiTWF4V2lkdGgiOjcyMC4wLCJNYXhIZWlnaHQiOiJJbmZpbml0eSIsIlNtYXJ0Rm9yZWdyb3VuZElzQWN0aXZlIjpmYWxzZSwiSG9yaXpvbnRhbEFsaWdubWVudCI6MSwiVmVydGljYWxBbGlnbm1lbnQiOjAsIlNtYXJ0Rm9yZWdyb3VuZCI6bnVsbCwiQmFja2dyb3VuZEZpbGxUeXBlIjowLCJNYXJnaW4iOnsiJGlkIjoiMjE2IiwiVG9wIjowLjAsIkxlZnQiOjAuMCwiUmlnaHQiOjAuMCwiQm90dG9tIjowLjB9LCJQYWRkaW5nIjp7IiRpZCI6IjIxNyIsIlRvcCI6MC4wLCJMZWZ0IjowLjAsIlJpZ2h0IjowLjAsIkJvdHRvbSI6MC4wfSwiQmFja2dyb3VuZCI6eyIkaWQiOiIyMTgiLCJDb2xvciI6eyIkaWQiOiIyMTkiLCJBIjowLCJSIjoyNTUsIkciOjI1NSwiQiI6MjU1fX0sIklzVmlzaWJsZSI6dHJ1ZSwiV2lkdGgiOjAuMCwiSGVpZ2h0IjowLjAsIkJvcmRlclN0eWxlIjp7IiRpZCI6IjIyMCIsIkxpbmVDb2xvciI6bnVsbCwiTGluZVdlaWdodCI6MC4wLCJMaW5lVHlwZSI6MCwiUGFyZW50U3R5bGUiOm51bGx9LCJQYXJlbnRTdHlsZSI6bnVsbH0sIkRhdGVTdHlsZSI6eyIkaWQiOiIyMjEiLCJGb250U2V0dGluZ3MiOnsiJGlkIjoiMjIyIiwiRm9udFNpemUiOjEwLCJGb250TmFtZSI6IkNhbGlicmkiLCJJc0JvbGQiOmZhbHNlLCJJc0l0YWxpYyI6ZmFsc2UsIklzVW5kZXJsaW5lZCI6ZmFsc2UsIlBhcmVudFN0eWxlIjpudWxsfSwiQXV0b1NpemUiOjAsIkZvcmVncm91bmQiOnsiJGlkIjoiMjIzIiwiQ29sb3IiOnsiJGlkIjoiMjI0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MjUiLCJUb3AiOjAuMCwiTGVmdCI6MC4wLCJSaWdodCI6MC4wLCJCb3R0b20iOjAuMH0sIlBhZGRpbmciOnsiJGlkIjoiMjI2IiwiVG9wIjowLjAsIkxlZnQiOjAuMCwiUmlnaHQiOjAuMCwiQm90dG9tIjowLjB9LCJCYWNrZ3JvdW5kIjp7IiRpZCI6IjIyNyIsIkNvbG9yIjp7IiRpZCI6IjIyOCIsIkEiOjg5LCJSIjowLCJHIjowLCJCIjowfX0sIklzVmlzaWJsZSI6dHJ1ZSwiV2lkdGgiOjAuMCwiSGVpZ2h0IjowLjAsIkJvcmRlclN0eWxlIjp7IiRpZCI6IjIyOSIsIkxpbmVDb2xvciI6bnVsbCwiTGluZVdlaWdodCI6MC4wLCJMaW5lVHlwZSI6MCwiUGFyZW50U3R5bGUiOm51bGx9LCJQYXJlbnRTdHlsZSI6bnVsbH0sIkRhdGVGb3JtYXQiOnsiJGlkIjoiMjM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zMSIsIkZvcm1hdCI6MCwiSXNWaXNpYmxlIjpmYWxzZSwiTGFzdEtub3duVmlzaWJpbGl0eVN0YXRlIjpmYWxzZX0sIklzVmlzaWJsZSI6dHJ1ZSwiUGFyZW50U3R5bGUiOm51bGx9LCJJbmRleCI6MywiU21hcnREdXJhdGlvbkFjdGl2YXRlZCI6ZmFsc2UsIkRhdGVGb3JtYXQiOnsiJHJlZiI6IjIzMCJ9LCJXZWVrTnVtYmVyaW5nIjp7IiRpZCI6IjIzMiIsIkZvcm1hdCI6MCwiSXNWaXNpYmxlIjpmYWxzZSwiTGFzdEtub3duVmlzaWJpbGl0eVN0YXRlIjpmYWxzZX0sIkJhc2VsaW5lRGF0YSI6eyIkaWQiOiIyMzMiLCJTdGFydERhdGUiOiIyMDI2LTAyLTA0VDAwOjAwOjAwIiwiRW5kRGF0ZSI6IjIwMjYtMDItMTFUMTE6NTk6MDAifSwiSWQiOiJlZWI4M2U1MC0zZmZlLTRhNzItYTIwMy1mZWRlODdmMjMwODEiLCJJbXBvcnRJZCI6bnVsbCwiVGl0bGUiOiJTY29waW5nICIsIk5vdGUiOm51bGwsIkh5cGVybGluayI6eyIkaWQiOiIyMzQiLCJBZGRyZXNzIjpudWxsLCJTdWJBZGRyZXNzIjpudWxsfSwiSXNDaGFuZ2VkIjpmYWxzZSwiSXNOZXciOmZhbHNlfX1dLCJfbWlsZXN0b25lcyI6W10sIklkIjoiMDQ5ODBiMmItYTIwNi00ZGUyLThmYjUtYTBjY2YyZTI3MzdiIiwiSXNTaW5nbGVJdGVtUm93IjpmYWxzZX0seyIkaWQiOiIyMzUiLCJfdGFza3MiOlt7IiRpZCI6IjIzNiIsIl9hdHRhY2hlZE1pbGVzdG9uZXMiOltdLCJUYXNrRGVmaW5pdGlvbiI6eyIkaWQiOiIyMzciLCJHcm91cE5hbWUiOm51bGwsIlN0YXJ0RGF0ZSI6IjIwMjYtMDItMTVUMDA6MDA6MDBaIiwiRW5kRGF0ZSI6IjIwMjYtMDItMThUMTE6NTk6MDBaIiwiUGVyY2VudGFnZUNvbXBsZXRlIjpudWxsLCJTdHlsZSI6eyIkaWQiOiIyMzgiLCJTaGFwZSI6NywiU2hhcGVUaGlja25lc3MiOjAsIkR1cmF0aW9uRm9ybWF0IjowLCJJbmNsdWRlTm9uV29ya2luZ0RheXNJbkR1cmF0aW9uIjpmYWxzZSwiUGVyY2VudGFnZUNvbXBsZXRlU3R5bGUiOnsiJGlkIjoiMjM5IiwiRm9udFNldHRpbmdzIjp7IiRpZCI6IjI0MCIsIkZvbnRTaXplIjoxMCwiRm9udE5hbWUiOiJDYWxpYnJpIiwiSXNCb2xkIjp0cnVlLCJJc0l0YWxpYyI6ZmFsc2UsIklzVW5kZXJsaW5lZCI6ZmFsc2UsIlBhcmVudFN0eWxlIjpudWxsfSwiQXV0b1NpemUiOjAsIkZvcmVncm91bmQiOnsiJGlkIjoiMjQxIiwiQ29sb3IiOnsiJGlkIjoiMjQyIiwiQSI6MjU1LCJSIjoxMjcsIkciOjk2LCJCIjowfX0sIk1heFdpZHRoIjoyMDAuMCwiTWF4SGVpZ2h0IjoiSW5maW5pdHkiLCJTbWFydEZvcmVncm91bmRJc0FjdGl2ZSI6ZmFsc2UsIkhvcml6b250YWxBbGlnbm1lbnQiOjAsIlZlcnRpY2FsQWxpZ25tZW50IjowLCJTbWFydEZvcmVncm91bmQiOm51bGwsIkJhY2tncm91bmRGaWxsVHlwZSI6MCwiTWFyZ2luIjp7IiRpZCI6IjI0MyIsIlRvcCI6MC4wLCJMZWZ0IjowLjAsIlJpZ2h0IjowLjAsIkJvdHRvbSI6MC4wfSwiUGFkZGluZyI6eyIkaWQiOiIyNDQiLCJUb3AiOjAuMCwiTGVmdCI6MC4wLCJSaWdodCI6MC4wLCJCb3R0b20iOjAuMH0sIkJhY2tncm91bmQiOnsiJGlkIjoiMjQ1IiwiQ29sb3IiOnsiJGlkIjoiMjQ2IiwiQSI6ODksIlIiOjAsIkciOjAsIkIiOjB9fSwiSXNWaXNpYmxlIjp0cnVlLCJXaWR0aCI6MC4wLCJIZWlnaHQiOjAuMCwiQm9yZGVyU3R5bGUiOnsiJGlkIjoiMjQ3IiwiTGluZUNvbG9yIjpudWxsLCJMaW5lV2VpZ2h0IjowLjAsIkxpbmVUeXBlIjowLCJQYXJlbnRTdHlsZSI6bnVsbH0sIlBhcmVudFN0eWxlIjpudWxsfSwiRHVyYXRpb25TdHlsZSI6eyIkaWQiOiIyNDgiLCJGb250U2V0dGluZ3MiOnsiJGlkIjoiMjQ5IiwiRm9udFNpemUiOjEwLCJGb250TmFtZSI6IkNhbGlicmkiLCJJc0JvbGQiOmZhbHNlLCJJc0l0YWxpYyI6ZmFsc2UsIklzVW5kZXJsaW5lZCI6ZmFsc2UsIlBhcmVudFN0eWxlIjpudWxsfSwiQXV0b1NpemUiOjAsIkZvcmVncm91bmQiOnsiJGlkIjoiMjUwIiwiQ29sb3IiOnsiJGlkIjoiMjU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UyIiwiVG9wIjowLjAsIkxlZnQiOjAuMCwiUmlnaHQiOjAuMCwiQm90dG9tIjowLjB9LCJQYWRkaW5nIjp7IiRpZCI6IjI1MyIsIlRvcCI6MC4wLCJMZWZ0IjowLjAsIlJpZ2h0IjowLjAsIkJvdHRvbSI6MC4wfSwiQmFja2dyb3VuZCI6eyIkaWQiOiIyNTQiLCJDb2xvciI6eyIkaWQiOiIyNTUiLCJBIjo4OSwiUiI6MCwiRyI6MCwiQiI6MH19LCJJc1Zpc2libGUiOnRydWUsIldpZHRoIjowLjAsIkhlaWdodCI6MC4wLCJCb3JkZXJTdHlsZSI6eyIkaWQiOiIyNTYiLCJMaW5lQ29sb3IiOm51bGwsIkxpbmVXZWlnaHQiOjAuMCwiTGluZVR5cGUiOjAsIlBhcmVudFN0eWxlIjpudWxsfSwiUGFyZW50U3R5bGUiOm51bGx9LCJIb3Jpem9udGFsQ29ubmVjdG9yU3R5bGUiOnsiJGlkIjoiMjU3IiwiTGluZUNvbG9yIjp7IiRpZCI6IjI1OCIsIiR0eXBlIjoiTkxSRS5Db21tb24uRG9tLlNvbGlkQ29sb3JCcnVzaCwgTkxSRS5Db21tb24iLCJDb2xvciI6eyIkaWQiOiIyNTkiLCJBIjoyNTUsIlIiOjIwNCwiRyI6MjA0LCJCIjoyMDR9fSwiTGluZVdlaWdodCI6MS4wLCJMaW5lVHlwZSI6MCwiUGFyZW50U3R5bGUiOm51bGx9LCJWZXJ0aWNhbENvbm5lY3RvclN0eWxlIjp7IiRpZCI6IjI2MCIsIkxpbmVDb2xvciI6eyIkaWQiOiIyNjEiLCIkdHlwZSI6Ik5MUkUuQ29tbW9uLkRvbS5Tb2xpZENvbG9yQnJ1c2gsIE5MUkUuQ29tbW9uIiwiQ29sb3IiOnsiJGlkIjoiMjYyIiwiQSI6MjU1LCJSIjoyMDQsIkciOjIwNCwiQiI6MjA0fX0sIkxpbmVXZWlnaHQiOjAuMCwiTGluZVR5cGUiOjAsIlBhcmVudFN0eWxlIjpudWxsfSwiTWFyZ2luIjpudWxsLCJTdGFydERhdGVQb3NpdGlvbiI6NiwiRW5kRGF0ZVBvc2l0aW9uIjo2LCJEYXRlSXNWaXNpYmxlIjpmYWxzZSwiVGl0bGVQb3NpdGlvbiI6MywiRHVyYXRpb25Qb3NpdGlvbiI6NiwiUGVyY2VudGFnZUNvbXBsZXRlZFBvc2l0aW9uIjo0LCJTcGFjaW5nIjozLCJJc0JlbG93VGltZWJhbmQiOnRydWUsIlBlcmNlbnRhZ2VDb21wbGV0ZVNoYXBlT3BhY2l0eSI6MzUsIkJhc2VsaW5lU3R5bGUiOnsiJGlkIjoiMjYzIiwiU2hhcGVTdHlsZSI6eyIkaWQiOiIyNjQiLCJNYXJnaW4iOnsiJGlkIjoiMjY1IiwiVG9wIjowLjAsIkxlZnQiOjAuMCwiUmlnaHQiOjAuMCwiQm90dG9tIjowLjB9LCJQYWRkaW5nIjp7IiRpZCI6IjI2NiIsIlRvcCI6MC4wLCJMZWZ0IjowLjAsIlJpZ2h0IjowLjAsIkJvdHRvbSI6MC4wfSwiQmFja2dyb3VuZCI6eyIkaWQiOiIyNjciLCJDb2xvciI6eyIkaWQiOiIyNjgiLCJBIjoxNTMsIlIiOjAsIkciOjAsIkIiOjB9fSwiSXNWaXNpYmxlIjp0cnVlLCJXaWR0aCI6MC4wLCJIZWlnaHQiOjAuMCwiQm9yZGVyU3R5bGUiOm51bGwsIlBhcmVudFN0eWxlIjpudWxsfSwiTWFyZ2luIjp7IiRpZCI6IjI2OSIsIlRvcCI6MC4wLCJMZWZ0IjowLjAsIlJpZ2h0IjowLjAsIkJvdHRvbSI6MC4wfSwiUGFkZGluZyI6eyIkaWQiOiIyNzAiLCJUb3AiOjAuMCwiTGVmdCI6MC4wLCJSaWdodCI6MC4wLCJCb3R0b20iOjAuMH0sIkJhY2tncm91bmQiOm51bGwsIklzVmlzaWJsZSI6dHJ1ZSwiV2lkdGgiOjAuMCwiSGVpZ2h0IjowLjAsIkJvcmRlclN0eWxlIjpudWxsLCJQYXJlbnRTdHlsZSI6bnVsbH0sIlNoYXBlU3R5bGUiOnsiJGlkIjoiMjcxIiwiTWFyZ2luIjp7IiRpZCI6IjI3MiIsIlRvcCI6MC4wLCJMZWZ0Ijo0LjAsIlJpZ2h0Ijo0LjAsIkJvdHRvbSI6MC4wfSwiUGFkZGluZyI6eyIkaWQiOiIyNzMiLCJUb3AiOjAuMCwiTGVmdCI6MC4wLCJSaWdodCI6MC4wLCJCb3R0b20iOjAuMH0sIkJhY2tncm91bmQiOnsiJGlkIjoiMjc0IiwiQ29sb3IiOnsiJGlkIjoiMjc1IiwiQSI6MjU1LCJSIjoyNTUsIkciOjE5MiwiQiI6MH19LCJJc1Zpc2libGUiOnRydWUsIldpZHRoIjowLjAsIkhlaWdodCI6MTMuNDI2NjY2NjY2NjY2Njc3LCJCb3JkZXJTdHlsZSI6eyIkaWQiOiIyNzYiLCJMaW5lQ29sb3IiOnsiJGlkIjoiMjc3IiwiJHR5cGUiOiJOTFJFLkNvbW1vbi5Eb20uU29saWRDb2xvckJydXNoLCBOTFJFLkNvbW1vbiIsIkNvbG9yIjp7IiRpZCI6IjI3OCIsIkEiOjI1NSwiUiI6MjM0LCJHIjoyMiwiQiI6MzB9fSwiTGluZVdlaWdodCI6MC4wLCJMaW5lVHlwZSI6MCwiUGFyZW50U3R5bGUiOm51bGx9LCJQYXJlbnRTdHlsZSI6bnVsbH0sIlRpdGxlU3R5bGUiOnsiJGlkIjoiMjc5IiwiRm9udFNldHRpbmdzIjp7IiRpZCI6IjI4MCIsIkZvbnRTaXplIjo5LCJGb250TmFtZSI6IkNhbGlicmkiLCJJc0JvbGQiOnRydWUsIklzSXRhbGljIjpmYWxzZSwiSXNVbmRlcmxpbmVkIjpmYWxzZSwiUGFyZW50U3R5bGUiOm51bGx9LCJBdXRvU2l6ZSI6MCwiRm9yZWdyb3VuZCI6eyIkaWQiOiIyODEiLCJDb2xvciI6eyIkaWQiOiIyODIiLCJBIjoyNTUsIlIiOjAsIkciOjAsIkIiOjB9fSwiTWF4V2lkdGgiOjcyMC4wLCJNYXhIZWlnaHQiOiJJbmZpbml0eSIsIlNtYXJ0Rm9yZWdyb3VuZElzQWN0aXZlIjpmYWxzZSwiSG9yaXpvbnRhbEFsaWdubWVudCI6MSwiVmVydGljYWxBbGlnbm1lbnQiOjAsIlNtYXJ0Rm9yZWdyb3VuZCI6bnVsbCwiQmFja2dyb3VuZEZpbGxUeXBlIjowLCJNYXJnaW4iOnsiJGlkIjoiMjgzIiwiVG9wIjowLjAsIkxlZnQiOjAuMCwiUmlnaHQiOjAuMCwiQm90dG9tIjowLjB9LCJQYWRkaW5nIjp7IiRpZCI6IjI4NCIsIlRvcCI6MC4wLCJMZWZ0IjowLjAsIlJpZ2h0IjowLjAsIkJvdHRvbSI6MC4wfSwiQmFja2dyb3VuZCI6eyIkaWQiOiIyODUiLCJDb2xvciI6eyIkaWQiOiIyODYiLCJBIjo4OSwiUiI6MCwiRyI6MCwiQiI6MH19LCJJc1Zpc2libGUiOnRydWUsIldpZHRoIjowLjAsIkhlaWdodCI6MC4wLCJCb3JkZXJTdHlsZSI6eyIkaWQiOiIyODciLCJMaW5lQ29sb3IiOm51bGwsIkxpbmVXZWlnaHQiOjAuMCwiTGluZVR5cGUiOjAsIlBhcmVudFN0eWxlIjpudWxsfSwiUGFyZW50U3R5bGUiOm51bGx9LCJEYXRlU3R5bGUiOnsiJGlkIjoiMjg4IiwiRm9udFNldHRpbmdzIjp7IiRpZCI6IjI4OSIsIkZvbnRTaXplIjoxMCwiRm9udE5hbWUiOiJDYWxpYnJpIiwiSXNCb2xkIjpmYWxzZSwiSXNJdGFsaWMiOmZhbHNlLCJJc1VuZGVybGluZWQiOmZhbHNlLCJQYXJlbnRTdHlsZSI6bnVsbH0sIkF1dG9TaXplIjowLCJGb3JlZ3JvdW5kIjp7IiRpZCI6IjI5MCIsIkNvbG9yIjp7IiRpZCI6IjI5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kyIiwiVG9wIjowLjAsIkxlZnQiOjAuMCwiUmlnaHQiOjAuMCwiQm90dG9tIjowLjB9LCJQYWRkaW5nIjp7IiRpZCI6IjI5MyIsIlRvcCI6MC4wLCJMZWZ0IjowLjAsIlJpZ2h0IjowLjAsIkJvdHRvbSI6MC4wfSwiQmFja2dyb3VuZCI6eyIkaWQiOiIyOTQiLCJDb2xvciI6eyIkaWQiOiIyOTUiLCJBIjo4OSwiUiI6MCwiRyI6MCwiQiI6MH19LCJJc1Zpc2libGUiOnRydWUsIldpZHRoIjowLjAsIkhlaWdodCI6MC4wLCJCb3JkZXJTdHlsZSI6eyIkaWQiOiIyOTYiLCJMaW5lQ29sb3IiOm51bGwsIkxpbmVXZWlnaHQiOjAuMCwiTGluZVR5cGUiOjAsIlBhcmVudFN0eWxlIjpudWxsfSwiUGFyZW50U3R5bGUiOm51bGx9LCJEYXRlRm9ybWF0Ijp7IiRpZCI6IjI5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TgiLCJGb3JtYXQiOjAsIklzVmlzaWJsZSI6ZmFsc2UsIkxhc3RLbm93blZpc2liaWxpdHlTdGF0ZSI6ZmFsc2V9LCJJc1Zpc2libGUiOnRydWUsIlBhcmVudFN0eWxlIjpudWxsfSwiSW5kZXgiOjQsIlNtYXJ0RHVyYXRpb25BY3RpdmF0ZWQiOmZhbHNlLCJEYXRlRm9ybWF0Ijp7IiRyZWYiOiIyOTcifSwiV2Vla051bWJlcmluZyI6eyIkaWQiOiIyOTkiLCJGb3JtYXQiOjAsIklzVmlzaWJsZSI6ZmFsc2UsIkxhc3RLbm93blZpc2liaWxpdHlTdGF0ZSI6ZmFsc2V9LCJCYXNlbGluZURhdGEiOnsiJGlkIjoiMzAwIiwiU3RhcnREYXRlIjoiMjAyNi0wMi0xNVQwMDowMDowMCIsIkVuZERhdGUiOiIyMDI2LTAyLTE4VDExOjU5OjAwIn0sIklkIjoiM2RlODgwYTAtNjhjOC00Nzc2LTg4YWItYTFiYWQ4Njc2MTQ2IiwiSW1wb3J0SWQiOm51bGwsIlRpdGxlIjoiVjIyICBFVSBEZW1vICYgVGFpbmluZyAiLCJOb3RlIjpudWxsLCJIeXBlcmxpbmsiOnsiJGlkIjoiMzAxIiwiQWRkcmVzcyI6bnVsbCwiU3ViQWRkcmVzcyI6bnVsbH0sIklzQ2hhbmdlZCI6ZmFsc2UsIklzTmV3IjpmYWxzZX19XSwiX21pbGVzdG9uZXMiOltdLCJJZCI6IjAwMDAwMDAwLTAwMDAtMDAwMC0wMDAwLTAwMDAwMDAwMDAwMCIsIklzU2luZ2xlSXRlbVJvdyI6dHJ1ZX0seyIkaWQiOiIzMDIiLCJfdGFza3MiOlt7IiRpZCI6IjMwMyIsIl9hdHRhY2hlZE1pbGVzdG9uZXMiOltdLCJUYXNrRGVmaW5pdGlvbiI6eyIkaWQiOiIzMDQiLCJHcm91cE5hbWUiOm51bGwsIlN0YXJ0RGF0ZSI6IjIwMjYtMDItMTFUMDA6MDA6MDBaIiwiRW5kRGF0ZSI6IjIwMjYtMDQtMzBUMTE6NTk6MDBaIiwiUGVyY2VudGFnZUNvbXBsZXRlIjpudWxsLCJTdHlsZSI6eyIkaWQiOiIzMDUiLCJTaGFwZSI6NywiU2hhcGVUaGlja25lc3MiOjAsIkR1cmF0aW9uRm9ybWF0IjowLCJJbmNsdWRlTm9uV29ya2luZ0RheXNJbkR1cmF0aW9uIjpmYWxzZSwiUGVyY2VudGFnZUNvbXBsZXRlU3R5bGUiOnsiJGlkIjoiMzA2IiwiRm9udFNldHRpbmdzIjp7IiRpZCI6IjMwNyIsIkZvbnRTaXplIjoxMCwiRm9udE5hbWUiOiJDYWxpYnJpIiwiSXNCb2xkIjp0cnVlLCJJc0l0YWxpYyI6ZmFsc2UsIklzVW5kZXJsaW5lZCI6ZmFsc2UsIlBhcmVudFN0eWxlIjpudWxsfSwiQXV0b1NpemUiOjAsIkZvcmVncm91bmQiOnsiJGlkIjoiMzA4IiwiQ29sb3IiOnsiJGlkIjoiMzA5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zMTAiLCJUb3AiOjAuMCwiTGVmdCI6MC4wLCJSaWdodCI6MC4wLCJCb3R0b20iOjAuMH0sIlBhZGRpbmciOnsiJGlkIjoiMzExIiwiVG9wIjowLjAsIkxlZnQiOjAuMCwiUmlnaHQiOjAuMCwiQm90dG9tIjowLjB9LCJCYWNrZ3JvdW5kIjp7IiRpZCI6IjMxMiIsIkNvbG9yIjp7IiRpZCI6IjMxMyIsIkEiOjg5LCJSIjowLCJHIjowLCJCIjowfX0sIklzVmlzaWJsZSI6dHJ1ZSwiV2lkdGgiOjAuMCwiSGVpZ2h0IjowLjAsIkJvcmRlclN0eWxlIjp7IiRpZCI6IjMxNCIsIkxpbmVDb2xvciI6bnVsbCwiTGluZVdlaWdodCI6MC4wLCJMaW5lVHlwZSI6MCwiUGFyZW50U3R5bGUiOm51bGx9LCJQYXJlbnRTdHlsZSI6bnVsbH0sIkR1cmF0aW9uU3R5bGUiOnsiJGlkIjoiMzE1IiwiRm9udFNldHRpbmdzIjp7IiRpZCI6IjMxNiIsIkZvbnRTaXplIjoxMCwiRm9udE5hbWUiOiJDYWxpYnJpIiwiSXNCb2xkIjpmYWxzZSwiSXNJdGFsaWMiOmZhbHNlLCJJc1VuZGVybGluZWQiOmZhbHNlLCJQYXJlbnRTdHlsZSI6bnVsbH0sIkF1dG9TaXplIjowLCJGb3JlZ3JvdW5kIjp7IiRpZCI6IjMxNyIsIkNvbG9yIjp7IiRpZCI6IjMxO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MxOSIsIlRvcCI6MC4wLCJMZWZ0IjowLjAsIlJpZ2h0IjowLjAsIkJvdHRvbSI6MC4wfSwiUGFkZGluZyI6eyIkaWQiOiIzMjAiLCJUb3AiOjAuMCwiTGVmdCI6MC4wLCJSaWdodCI6MC4wLCJCb3R0b20iOjAuMH0sIkJhY2tncm91bmQiOnsiJGlkIjoiMzIxIiwiQ29sb3IiOnsiJGlkIjoiMzIyIiwiQSI6ODksIlIiOjAsIkciOjAsIkIiOjB9fSwiSXNWaXNpYmxlIjp0cnVlLCJXaWR0aCI6MC4wLCJIZWlnaHQiOjAuMCwiQm9yZGVyU3R5bGUiOnsiJGlkIjoiMzIzIiwiTGluZUNvbG9yIjpudWxsLCJMaW5lV2VpZ2h0IjowLjAsIkxpbmVUeXBlIjowLCJQYXJlbnRTdHlsZSI6bnVsbH0sIlBhcmVudFN0eWxlIjpudWxsfSwiSG9yaXpvbnRhbENvbm5lY3RvclN0eWxlIjp7IiRpZCI6IjMyNCIsIkxpbmVDb2xvciI6eyIkaWQiOiIzMjUiLCIkdHlwZSI6Ik5MUkUuQ29tbW9uLkRvbS5Tb2xpZENvbG9yQnJ1c2gsIE5MUkUuQ29tbW9uIiwiQ29sb3IiOnsiJGlkIjoiMzI2IiwiQSI6MjU1LCJSIjoyMDQsIkciOjIwNCwiQiI6MjA0fX0sIkxpbmVXZWlnaHQiOjEuMCwiTGluZVR5cGUiOjAsIlBhcmVudFN0eWxlIjpudWxsfSwiVmVydGljYWxDb25uZWN0b3JTdHlsZSI6eyIkaWQiOiIzMjciLCJMaW5lQ29sb3IiOnsiJGlkIjoiMzI4IiwiJHR5cGUiOiJOTFJFLkNvbW1vbi5Eb20uU29saWRDb2xvckJydXNoLCBOTFJFLkNvbW1vbiIsIkNvbG9yIjp7IiRpZCI6IjMyOS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CYXNlbGluZVN0eWxlIjp7IiRpZCI6IjMzMCIsIlNoYXBlU3R5bGUiOnsiJGlkIjoiMzMxIiwiTWFyZ2luIjp7IiRpZCI6IjMzMiIsIlRvcCI6MC4wLCJMZWZ0IjowLjAsIlJpZ2h0IjowLjAsIkJvdHRvbSI6MC4wfSwiUGFkZGluZyI6eyIkaWQiOiIzMzMiLCJUb3AiOjAuMCwiTGVmdCI6MC4wLCJSaWdodCI6MC4wLCJCb3R0b20iOjAuMH0sIkJhY2tncm91bmQiOnsiJGlkIjoiMzM0IiwiQ29sb3IiOnsiJGlkIjoiMzM1IiwiQSI6MTUzLCJSIjowLCJHIjowLCJCIjowfX0sIklzVmlzaWJsZSI6dHJ1ZSwiV2lkdGgiOjAuMCwiSGVpZ2h0IjowLjAsIkJvcmRlclN0eWxlIjpudWxsLCJQYXJlbnRTdHlsZSI6bnVsbH0sIk1hcmdpbiI6eyIkaWQiOiIzMzYiLCJUb3AiOjAuMCwiTGVmdCI6MC4wLCJSaWdodCI6MC4wLCJCb3R0b20iOjAuMH0sIlBhZGRpbmciOnsiJGlkIjoiMzM3IiwiVG9wIjowLjAsIkxlZnQiOjAuMCwiUmlnaHQiOjAuMCwiQm90dG9tIjowLjB9LCJCYWNrZ3JvdW5kIjpudWxsLCJJc1Zpc2libGUiOnRydWUsIldpZHRoIjowLjAsIkhlaWdodCI6MC4wLCJCb3JkZXJTdHlsZSI6bnVsbCwiUGFyZW50U3R5bGUiOm51bGx9LCJTaGFwZVN0eWxlIjp7IiRpZCI6IjMzOCIsIk1hcmdpbiI6eyIkaWQiOiIzMzkiLCJUb3AiOjAuMCwiTGVmdCI6NC4wLCJSaWdodCI6NC4wLCJCb3R0b20iOjAuMH0sIlBhZGRpbmciOnsiJGlkIjoiMzQwIiwiVG9wIjowLjAsIkxlZnQiOjAuMCwiUmlnaHQiOjAuMCwiQm90dG9tIjowLjB9LCJCYWNrZ3JvdW5kIjp7IiRpZCI6IjM0MSIsIkNvbG9yIjp7IiRpZCI6IjM0MiIsIkEiOjI1NSwiUiI6MjU1LCJHIjoxOTIsIkIiOjB9fSwiSXNWaXNpYmxlIjp0cnVlLCJXaWR0aCI6MC4wLCJIZWlnaHQiOjEzLjQyNjY2NjY2NjY2NjY3NywiQm9yZGVyU3R5bGUiOnsiJGlkIjoiMzQzIiwiTGluZUNvbG9yIjp7IiRpZCI6IjM0NCIsIiR0eXBlIjoiTkxSRS5Db21tb24uRG9tLlNvbGlkQ29sb3JCcnVzaCwgTkxSRS5Db21tb24iLCJDb2xvciI6eyIkaWQiOiIzNDUiLCJBIjoyNTUsIlIiOjIzNCwiRyI6MjIsIkIiOjMwfX0sIkxpbmVXZWlnaHQiOjAuMCwiTGluZVR5cGUiOjAsIlBhcmVudFN0eWxlIjpudWxsfSwiUGFyZW50U3R5bGUiOm51bGx9LCJUaXRsZVN0eWxlIjp7IiRpZCI6IjM0NiIsIkZvbnRTZXR0aW5ncyI6eyIkaWQiOiIzNDciLCJGb250U2l6ZSI6OSwiRm9udE5hbWUiOiJDYWxpYnJpIiwiSXNCb2xkIjp0cnVlLCJJc0l0YWxpYyI6ZmFsc2UsIklzVW5kZXJsaW5lZCI6ZmFsc2UsIlBhcmVudFN0eWxlIjpudWxsfSwiQXV0b1NpemUiOjAsIkZvcmVncm91bmQiOnsiJGlkIjoiMzQ4IiwiQ29sb3IiOnsiJGlkIjoiMzQ5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M1MCIsIlRvcCI6MC4wLCJMZWZ0IjowLjAsIlJpZ2h0IjowLjAsIkJvdHRvbSI6MC4wfSwiUGFkZGluZyI6eyIkaWQiOiIzNTEiLCJUb3AiOjAuMCwiTGVmdCI6MC4wLCJSaWdodCI6MC4wLCJCb3R0b20iOjAuMH0sIkJhY2tncm91bmQiOnsiJGlkIjoiMzUyIiwiQ29sb3IiOnsiJGlkIjoiMzUzIiwiQSI6MCwiUiI6MjU1LCJHIjoyNTUsIkIiOjI1NX19LCJJc1Zpc2libGUiOnRydWUsIldpZHRoIjowLjAsIkhlaWdodCI6MC4wLCJCb3JkZXJTdHlsZSI6eyIkaWQiOiIzNTQiLCJMaW5lQ29sb3IiOm51bGwsIkxpbmVXZWlnaHQiOjAuMCwiTGluZVR5cGUiOjAsIlBhcmVudFN0eWxlIjpudWxsfSwiUGFyZW50U3R5bGUiOm51bGx9LCJEYXRlU3R5bGUiOnsiJGlkIjoiMzU1IiwiRm9udFNldHRpbmdzIjp7IiRpZCI6IjM1NiIsIkZvbnRTaXplIjoxMCwiRm9udE5hbWUiOiJDYWxpYnJpIiwiSXNCb2xkIjpmYWxzZSwiSXNJdGFsaWMiOmZhbHNlLCJJc1VuZGVybGluZWQiOmZhbHNlLCJQYXJlbnRTdHlsZSI6bnVsbH0sIkF1dG9TaXplIjowLCJGb3JlZ3JvdW5kIjp7IiRpZCI6IjM1NyIsIkNvbG9yIjp7IiRpZCI6IjM1O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zU5IiwiVG9wIjowLjAsIkxlZnQiOjAuMCwiUmlnaHQiOjAuMCwiQm90dG9tIjowLjB9LCJQYWRkaW5nIjp7IiRpZCI6IjM2MCIsIlRvcCI6MC4wLCJMZWZ0IjowLjAsIlJpZ2h0IjowLjAsIkJvdHRvbSI6MC4wfSwiQmFja2dyb3VuZCI6eyIkaWQiOiIzNjEiLCJDb2xvciI6eyIkaWQiOiIzNjIiLCJBIjo4OSwiUiI6MCwiRyI6MCwiQiI6MH19LCJJc1Zpc2libGUiOnRydWUsIldpZHRoIjowLjAsIkhlaWdodCI6MC4wLCJCb3JkZXJTdHlsZSI6eyIkaWQiOiIzNjMiLCJMaW5lQ29sb3IiOm51bGwsIkxpbmVXZWlnaHQiOjAuMCwiTGluZVR5cGUiOjAsIlBhcmVudFN0eWxlIjpudWxsfSwiUGFyZW50U3R5bGUiOm51bGx9LCJEYXRlRm9ybWF0Ijp7IiRpZCI6IjM2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jUiLCJGb3JtYXQiOjAsIklzVmlzaWJsZSI6ZmFsc2UsIkxhc3RLbm93blZpc2liaWxpdHlTdGF0ZSI6ZmFsc2V9LCJJc1Zpc2libGUiOnRydWUsIlBhcmVudFN0eWxlIjpudWxsfSwiSW5kZXgiOjUsIlNtYXJ0RHVyYXRpb25BY3RpdmF0ZWQiOmZhbHNlLCJEYXRlRm9ybWF0Ijp7IiRyZWYiOiIzNjQifSwiV2Vla051bWJlcmluZyI6eyIkaWQiOiIzNjYiLCJGb3JtYXQiOjAsIklzVmlzaWJsZSI6ZmFsc2UsIkxhc3RLbm93blZpc2liaWxpdHlTdGF0ZSI6ZmFsc2V9LCJCYXNlbGluZURhdGEiOnsiJGlkIjoiMzY3IiwiU3RhcnREYXRlIjoiMjAyNi0wMi0xMVQwMDowMDowMCIsIkVuZERhdGUiOiIyMDI2LTA0LTMwVDExOjU5OjAwIn0sIklkIjoiNjAyYTEwNWEtNjQwZC00MWMzLWFiMmQtYjBkMmUyZGY2YjM3IiwiSW1wb3J0SWQiOm51bGwsIlRpdGxlIjoiQ0ZFIFByb2N1cmVtZW50ICYgbm9uZS1GRSIsIk5vdGUiOm51bGwsIkh5cGVybGluayI6eyIkaWQiOiIzNjgiLCJBZGRyZXNzIjpudWxsLCJTdWJBZGRyZXNzIjpudWxsfSwiSXNDaGFuZ2VkIjpmYWxzZSwiSXNOZXciOmZhbHNlfX1dLCJfbWlsZXN0b25lcyI6W10sIklkIjoiMDAwMDAwMDAtMDAwMC0wMDAwLTAwMDAtMDAwMDAwMDAwMDAwIiwiSXNTaW5nbGVJdGVtUm93Ijp0cnVlfSx7IiRpZCI6IjM2OSIsIl90YXNrcyI6W3siJGlkIjoiMzcwIiwiX2F0dGFjaGVkTWlsZXN0b25lcyI6W10sIlRhc2tEZWZpbml0aW9uIjp7IiRpZCI6IjM3MSIsIkdyb3VwTmFtZSI6bnVsbCwiU3RhcnREYXRlIjoiMjAyNi0wNC0zMFQwMDowMDowMFoiLCJFbmREYXRlIjoiMjAyNi0wNS0wN1QxMTo1OTowMFoiLCJQZXJjZW50YWdlQ29tcGxldGUiOm51bGwsIlN0eWxlIjp7IiRpZCI6IjM3MiIsIlNoYXBlIjo3LCJTaGFwZVRoaWNrbmVzcyI6MCwiRHVyYXRpb25Gb3JtYXQiOjAsIkluY2x1ZGVOb25Xb3JraW5nRGF5c0luRHVyYXRpb24iOmZhbHNlLCJQZXJjZW50YWdlQ29tcGxldGVTdHlsZSI6eyIkaWQiOiIzNzMiLCJGb250U2V0dGluZ3MiOnsiJGlkIjoiMzc0IiwiRm9udFNpemUiOjEwLCJGb250TmFtZSI6IkNhbGlicmkiLCJJc0JvbGQiOnRydWUsIklzSXRhbGljIjpmYWxzZSwiSXNVbmRlcmxpbmVkIjpmYWxzZSwiUGFyZW50U3R5bGUiOm51bGx9LCJBdXRvU2l6ZSI6MCwiRm9yZWdyb3VuZCI6eyIkaWQiOiIzNzUiLCJDb2xvciI6eyIkaWQiOiIzNzYiLCJBIjoyNTUsIlIiOjEyNywiRyI6OTYsIkIiOjB9fSwiTWF4V2lkdGgiOjIwMC4wLCJNYXhIZWlnaHQiOiJJbmZpbml0eSIsIlNtYXJ0Rm9yZWdyb3VuZElzQWN0aXZlIjpmYWxzZSwiSG9yaXpvbnRhbEFsaWdubWVudCI6MCwiVmVydGljYWxBbGlnbm1lbnQiOjAsIlNtYXJ0Rm9yZWdyb3VuZCI6bnVsbCwiQmFja2dyb3VuZEZpbGxUeXBlIjowLCJNYXJnaW4iOnsiJGlkIjoiMzc3IiwiVG9wIjowLjAsIkxlZnQiOjAuMCwiUmlnaHQiOjAuMCwiQm90dG9tIjowLjB9LCJQYWRkaW5nIjp7IiRpZCI6IjM3OCIsIlRvcCI6MC4wLCJMZWZ0IjowLjAsIlJpZ2h0IjowLjAsIkJvdHRvbSI6MC4wfSwiQmFja2dyb3VuZCI6eyIkaWQiOiIzNzkiLCJDb2xvciI6eyIkaWQiOiIzODAiLCJBIjo4OSwiUiI6MCwiRyI6MCwiQiI6MH19LCJJc1Zpc2libGUiOnRydWUsIldpZHRoIjowLjAsIkhlaWdodCI6MC4wLCJCb3JkZXJTdHlsZSI6eyIkaWQiOiIzODEiLCJMaW5lQ29sb3IiOm51bGwsIkxpbmVXZWlnaHQiOjAuMCwiTGluZVR5cGUiOjAsIlBhcmVudFN0eWxlIjpudWxsfSwiUGFyZW50U3R5bGUiOm51bGx9LCJEdXJhdGlvblN0eWxlIjp7IiRpZCI6IjM4MiIsIkZvbnRTZXR0aW5ncyI6eyIkaWQiOiIzODMiLCJGb250U2l6ZSI6MTAsIkZvbnROYW1lIjoiQ2FsaWJyaSIsIklzQm9sZCI6ZmFsc2UsIklzSXRhbGljIjpmYWxzZSwiSXNVbmRlcmxpbmVkIjpmYWxzZSwiUGFyZW50U3R5bGUiOm51bGx9LCJBdXRvU2l6ZSI6MCwiRm9yZWdyb3VuZCI6eyIkaWQiOiIzODQiLCJDb2xvciI6eyIkaWQiOiIzOD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zODYiLCJUb3AiOjAuMCwiTGVmdCI6MC4wLCJSaWdodCI6MC4wLCJCb3R0b20iOjAuMH0sIlBhZGRpbmciOnsiJGlkIjoiMzg3IiwiVG9wIjowLjAsIkxlZnQiOjAuMCwiUmlnaHQiOjAuMCwiQm90dG9tIjowLjB9LCJCYWNrZ3JvdW5kIjp7IiRpZCI6IjM4OCIsIkNvbG9yIjp7IiRpZCI6IjM4OSIsIkEiOjg5LCJSIjowLCJHIjowLCJCIjowfX0sIklzVmlzaWJsZSI6dHJ1ZSwiV2lkdGgiOjAuMCwiSGVpZ2h0IjowLjAsIkJvcmRlclN0eWxlIjp7IiRpZCI6IjM5MCIsIkxpbmVDb2xvciI6bnVsbCwiTGluZVdlaWdodCI6MC4wLCJMaW5lVHlwZSI6MCwiUGFyZW50U3R5bGUiOm51bGx9LCJQYXJlbnRTdHlsZSI6bnVsbH0sIkhvcml6b250YWxDb25uZWN0b3JTdHlsZSI6eyIkaWQiOiIzOTEiLCJMaW5lQ29sb3IiOnsiJGlkIjoiMzkyIiwiJHR5cGUiOiJOTFJFLkNvbW1vbi5Eb20uU29saWRDb2xvckJydXNoLCBOTFJFLkNvbW1vbiIsIkNvbG9yIjp7IiRpZCI6IjM5MyIsIkEiOjI1NSwiUiI6MjA0LCJHIjoyMDQsIkIiOjIwNH19LCJMaW5lV2VpZ2h0IjoxLjAsIkxpbmVUeXBlIjowLCJQYXJlbnRTdHlsZSI6bnVsbH0sIlZlcnRpY2FsQ29ubmVjdG9yU3R5bGUiOnsiJGlkIjoiMzk0IiwiTGluZUNvbG9yIjp7IiRpZCI6IjM5NSIsIiR0eXBlIjoiTkxSRS5Db21tb24uRG9tLlNvbGlkQ29sb3JCcnVzaCwgTkxSRS5Db21tb24iLCJDb2xvciI6eyIkaWQiOiIzOTYiLCJBIjoyNTUsIlIiOjIwNCwiRyI6MjA0LCJCIjoyMDR9fSwiTGluZVdlaWdodCI6MC4wLCJMaW5lVHlwZSI6MCwiUGFyZW50U3R5bGUiOm51bGx9LCJNYXJnaW4iOm51bGwsIlN0YXJ0RGF0ZVBvc2l0aW9uIjo2LCJFbmREYXRlUG9zaXRpb24iOjYsIkRhdGVJc1Zpc2libGUiOmZhbHNlLCJUaXRsZVBvc2l0aW9uIjozLCJEdXJhdGlvblBvc2l0aW9uIjo2LCJQZXJjZW50YWdlQ29tcGxldGVkUG9zaXRpb24iOjQsIlNwYWNpbmciOjMsIklzQmVsb3dUaW1lYmFuZCI6dHJ1ZSwiUGVyY2VudGFnZUNvbXBsZXRlU2hhcGVPcGFjaXR5IjozNSwiQmFzZWxpbmVTdHlsZSI6eyIkaWQiOiIzOTciLCJTaGFwZVN0eWxlIjp7IiRpZCI6IjM5OCIsIk1hcmdpbiI6eyIkaWQiOiIzOTkiLCJUb3AiOjAuMCwiTGVmdCI6MC4wLCJSaWdodCI6MC4wLCJCb3R0b20iOjAuMH0sIlBhZGRpbmciOnsiJGlkIjoiNDAwIiwiVG9wIjowLjAsIkxlZnQiOjAuMCwiUmlnaHQiOjAuMCwiQm90dG9tIjowLjB9LCJCYWNrZ3JvdW5kIjp7IiRpZCI6IjQwMSIsIkNvbG9yIjp7IiRpZCI6IjQwMiIsIkEiOjE1MywiUiI6MCwiRyI6MCwiQiI6MH19LCJJc1Zpc2libGUiOnRydWUsIldpZHRoIjowLjAsIkhlaWdodCI6MC4wLCJCb3JkZXJTdHlsZSI6bnVsbCwiUGFyZW50U3R5bGUiOm51bGx9LCJNYXJnaW4iOnsiJGlkIjoiNDAzIiwiVG9wIjowLjAsIkxlZnQiOjAuMCwiUmlnaHQiOjAuMCwiQm90dG9tIjowLjB9LCJQYWRkaW5nIjp7IiRpZCI6IjQwNCIsIlRvcCI6MC4wLCJMZWZ0IjowLjAsIlJpZ2h0IjowLjAsIkJvdHRvbSI6MC4wfSwiQmFja2dyb3VuZCI6bnVsbCwiSXNWaXNpYmxlIjp0cnVlLCJXaWR0aCI6MC4wLCJIZWlnaHQiOjAuMCwiQm9yZGVyU3R5bGUiOm51bGwsIlBhcmVudFN0eWxlIjpudWxsfSwiU2hhcGVTdHlsZSI6eyIkaWQiOiI0MDUiLCJNYXJnaW4iOnsiJGlkIjoiNDA2IiwiVG9wIjowLjAsIkxlZnQiOjQuMCwiUmlnaHQiOjQuMCwiQm90dG9tIjowLjB9LCJQYWRkaW5nIjp7IiRpZCI6IjQwNyIsIlRvcCI6MC4wLCJMZWZ0IjowLjAsIlJpZ2h0IjowLjAsIkJvdHRvbSI6MC4wfSwiQmFja2dyb3VuZCI6eyIkaWQiOiI0MDgiLCJDb2xvciI6eyIkaWQiOiI0MDkiLCJBIjoyNTUsIlIiOjI1NSwiRyI6MTkyLCJCIjowfX0sIklzVmlzaWJsZSI6dHJ1ZSwiV2lkdGgiOjAuMCwiSGVpZ2h0IjoxMy40MjY2NjY2NjY2NjY2NzcsIkJvcmRlclN0eWxlIjp7IiRpZCI6IjQxMCIsIkxpbmVDb2xvciI6eyIkaWQiOiI0MTEiLCIkdHlwZSI6Ik5MUkUuQ29tbW9uLkRvbS5Tb2xpZENvbG9yQnJ1c2gsIE5MUkUuQ29tbW9uIiwiQ29sb3IiOnsiJGlkIjoiNDEyIiwiQSI6MjU1LCJSIjoyMzQsIkciOjIyLCJCIjozMH19LCJMaW5lV2VpZ2h0IjowLjAsIkxpbmVUeXBlIjowLCJQYXJlbnRTdHlsZSI6bnVsbH0sIlBhcmVudFN0eWxlIjpudWxsfSwiVGl0bGVTdHlsZSI6eyIkaWQiOiI0MTMiLCJGb250U2V0dGluZ3MiOnsiJGlkIjoiNDE0IiwiRm9udFNpemUiOjksIkZvbnROYW1lIjoiQ2FsaWJyaSIsIklzQm9sZCI6dHJ1ZSwiSXNJdGFsaWMiOmZhbHNlLCJJc1VuZGVybGluZWQiOmZhbHNlLCJQYXJlbnRTdHlsZSI6bnVsbH0sIkF1dG9TaXplIjowLCJGb3JlZ3JvdW5kIjp7IiRpZCI6IjQxNSIsIkNvbG9yIjp7IiRpZCI6IjQxNiIsIkEiOjI1NSwiUiI6MCwiRyI6MCwiQiI6MH19LCJNYXhXaWR0aCI6NzIwLjAsIk1heEhlaWdodCI6IkluZmluaXR5IiwiU21hcnRGb3JlZ3JvdW5kSXNBY3RpdmUiOmZhbHNlLCJIb3Jpem9udGFsQWxpZ25tZW50IjoxLCJWZXJ0aWNhbEFsaWdubWVudCI6MCwiU21hcnRGb3JlZ3JvdW5kIjpudWxsLCJCYWNrZ3JvdW5kRmlsbFR5cGUiOjAsIk1hcmdpbiI6eyIkaWQiOiI0MTciLCJUb3AiOjAuMCwiTGVmdCI6MC4wLCJSaWdodCI6MC4wLCJCb3R0b20iOjAuMH0sIlBhZGRpbmciOnsiJGlkIjoiNDE4IiwiVG9wIjowLjAsIkxlZnQiOjAuMCwiUmlnaHQiOjAuMCwiQm90dG9tIjowLjB9LCJCYWNrZ3JvdW5kIjp7IiRpZCI6IjQxOSIsIkNvbG9yIjp7IiRpZCI6IjQyMCIsIkEiOjg5LCJSIjowLCJHIjowLCJCIjowfX0sIklzVmlzaWJsZSI6dHJ1ZSwiV2lkdGgiOjAuMCwiSGVpZ2h0IjowLjAsIkJvcmRlclN0eWxlIjp7IiRpZCI6IjQyMSIsIkxpbmVDb2xvciI6bnVsbCwiTGluZVdlaWdodCI6MC4wLCJMaW5lVHlwZSI6MCwiUGFyZW50U3R5bGUiOm51bGx9LCJQYXJlbnRTdHlsZSI6bnVsbH0sIkRhdGVTdHlsZSI6eyIkaWQiOiI0MjIiLCJGb250U2V0dGluZ3MiOnsiJGlkIjoiNDIzIiwiRm9udFNpemUiOjEwLCJGb250TmFtZSI6IkNhbGlicmkiLCJJc0JvbGQiOmZhbHNlLCJJc0l0YWxpYyI6ZmFsc2UsIklzVW5kZXJsaW5lZCI6ZmFsc2UsIlBhcmVudFN0eWxlIjpudWxsfSwiQXV0b1NpemUiOjAsIkZvcmVncm91bmQiOnsiJGlkIjoiNDI0IiwiQ29sb3IiOnsiJGlkIjoiNDI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0MjYiLCJUb3AiOjAuMCwiTGVmdCI6MC4wLCJSaWdodCI6MC4wLCJCb3R0b20iOjAuMH0sIlBhZGRpbmciOnsiJGlkIjoiNDI3IiwiVG9wIjowLjAsIkxlZnQiOjAuMCwiUmlnaHQiOjAuMCwiQm90dG9tIjowLjB9LCJCYWNrZ3JvdW5kIjp7IiRpZCI6IjQyOCIsIkNvbG9yIjp7IiRpZCI6IjQyOSIsIkEiOjg5LCJSIjowLCJHIjowLCJCIjowfX0sIklzVmlzaWJsZSI6dHJ1ZSwiV2lkdGgiOjAuMCwiSGVpZ2h0IjowLjAsIkJvcmRlclN0eWxlIjp7IiRpZCI6IjQzMCIsIkxpbmVDb2xvciI6bnVsbCwiTGluZVdlaWdodCI6MC4wLCJMaW5lVHlwZSI6MCwiUGFyZW50U3R5bGUiOm51bGx9LCJQYXJlbnRTdHlsZSI6bnVsbH0sIkRhdGVGb3JtYXQiOnsiJGlkIjoiNDM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zMiIsIkZvcm1hdCI6MCwiSXNWaXNpYmxlIjpmYWxzZSwiTGFzdEtub3duVmlzaWJpbGl0eVN0YXRlIjpmYWxzZX0sIklzVmlzaWJsZSI6dHJ1ZSwiUGFyZW50U3R5bGUiOm51bGx9LCJJbmRleCI6NiwiU21hcnREdXJhdGlvbkFjdGl2YXRlZCI6ZmFsc2UsIkRhdGVGb3JtYXQiOnsiJHJlZiI6IjQzMSJ9LCJXZWVrTnVtYmVyaW5nIjp7IiRpZCI6IjQzMyIsIkZvcm1hdCI6MCwiSXNWaXNpYmxlIjpmYWxzZSwiTGFzdEtub3duVmlzaWJpbGl0eVN0YXRlIjpmYWxzZX0sIkJhc2VsaW5lRGF0YSI6eyIkaWQiOiI0MzQiLCJTdGFydERhdGUiOiIyMDI2LTA0LTMwVDAwOjAwOjAwIiwiRW5kRGF0ZSI6IjIwMjYtMDUtMDdUMTE6NTk6MDAifSwiSWQiOiIwNGJhNGI4MC0zNjZhLTRhZDktYWNkMC01OGFlNTFhMDlmOTYiLCJJbXBvcnRJZCI6bnVsbCwiVGl0bGUiOiJTaXRlIHJlYWR5ICIsIk5vdGUiOm51bGwsIkh5cGVybGluayI6eyIkaWQiOiI0MzUiLCJBZGRyZXNzIjpudWxsLCJTdWJBZGRyZXNzIjpudWxsfSwiSXNDaGFuZ2VkIjpmYWxzZSwiSXNOZXciOmZhbHNlfX1dLCJfbWlsZXN0b25lcyI6W10sIklkIjoiMDAwMDAwMDAtMDAwMC0wMDAwLTAwMDAtMDAwMDAwMDAwMDAwIiwiSXNTaW5nbGVJdGVtUm93Ijp0cnVlfV0sIkluZGV4IjowLCJJZCI6IjE3ODUyYWMxLWI4NjItNDQyOS1iODc4LTc5ZjJiZmYxNzVhZSIsIkhlYWRlclRleHQiOm51bGwsIklzRGVmYXVsdCI6dHJ1ZSwiU3R5bGUiOnsiJGlkIjoiNDM2IiwiSGVhZGVyU3R5bGUiOnsiJGlkIjoiNDM3IiwiVGV4dFN0eWxlIjp7IiRpZCI6IjQzOCIsIkZvbnRTZXR0aW5ncyI6eyIkaWQiOiI0MzkiLCJGb250U2l6ZSI6MTIsIkZvbnROYW1lIjoiQ2FsaWJyaSIsIklzQm9sZCI6ZmFsc2UsIklzSXRhbGljIjpmYWxzZSwiSXNVbmRlcmxpbmVkIjpmYWxzZSwiUGFyZW50U3R5bGUiOm51bGx9LCJBdXRvU2l6ZSI6MCwiRm9yZWdyb3VuZCI6eyIkaWQiOiI0NDAiLCJDb2xvciI6eyIkaWQiOiI0NDEiLCJBIjoyNTUsIlIiOjAsIkciOjAsIkIiOjB9fSwiTWF4V2lkdGgiOjAuMCwiTWF4SGVpZ2h0IjowLjAsIlNtYXJ0Rm9yZWdyb3VuZElzQWN0aXZlIjpmYWxzZSwiSG9yaXpvbnRhbEFsaWdubWVudCI6MCwiVmVydGljYWxBbGlnbm1lbnQiOjAsIlNtYXJ0Rm9yZWdyb3VuZCI6bnVsbCwiQmFja2dyb3VuZEZpbGxUeXBlIjowLCJNYXJnaW4iOnsiJGlkIjoiNDQyIiwiVG9wIjowLjAsIkxlZnQiOjAuMCwiUmlnaHQiOjAuMCwiQm90dG9tIjowLjB9LCJQYWRkaW5nIjp7IiRpZCI6IjQ0MyIsIlRvcCI6MC4wLCJMZWZ0IjowLjAsIlJpZ2h0IjowLjAsIkJvdHRvbSI6MC4wfSwiQmFja2dyb3VuZCI6bnVsbCwiSXNWaXNpYmxlIjpmYWxzZSwiV2lkdGgiOjAuMCwiSGVpZ2h0IjowLjAsIkJvcmRlclN0eWxlIjpudWxsLCJQYXJlbnRTdHlsZSI6bnVsbH0sIlJlY3RhbmdsZVN0eWxlIjp7IiRpZCI6IjQ0NCIsIk1hcmdpbiI6eyIkaWQiOiI0NDUiLCJUb3AiOjAuMCwiTGVmdCI6MC4wLCJSaWdodCI6MC4wLCJCb3R0b20iOjAuMH0sIlBhZGRpbmciOnsiJGlkIjoiNDQ2IiwiVG9wIjowLjAsIkxlZnQiOjAuMCwiUmlnaHQiOjAuMCwiQm90dG9tIjowLjB9LCJCYWNrZ3JvdW5kIjp7IiRpZCI6IjQ0NyIsIkNvbG9yIjp7IiRpZCI6IjQ0OCIsIkEiOjYzLCJSIjoyNTUsIkciOjE5MiwiQiI6MH19LCJJc1Zpc2libGUiOmZhbHNlLCJXaWR0aCI6MC4wLCJIZWlnaHQiOjAuMCwiQm9yZGVyU3R5bGUiOnsiJGlkIjoiNDQ5IiwiTGluZUNvbG9yIjp7IiRpZCI6IjQ1MCIsIiR0eXBlIjoiTkxSRS5Db21tb24uRG9tLlNvbGlkQ29sb3JCcnVzaCwgTkxSRS5Db21tb24iLCJDb2xvciI6eyIkaWQiOiI0NTEiLCJBIjoyNTUsIlIiOjI1NSwiRyI6MCwiQiI6MH19LCJMaW5lV2VpZ2h0IjowLjAsIkxpbmVUeXBlIjowLCJQYXJlbnRTdHlsZSI6bnVsbH0sIlBhcmVudFN0eWxlIjpudWxsfSwiTWFyZ2luIjp7IiRpZCI6IjQ1MiIsIlRvcCI6MC4wLCJMZWZ0IjowLjAsIlJpZ2h0IjowLjAsIkJvdHRvbSI6MC4wfSwiUGFkZGluZyI6eyIkaWQiOiI0NTMiLCJUb3AiOjAuMCwiTGVmdCI6MC4wLCJSaWdodCI6MC4wLCJCb3R0b20iOjAuMH0sIkJhY2tncm91bmQiOm51bGwsIklzVmlzaWJsZSI6dHJ1ZSwiV2lkdGgiOjAuMCwiSGVpZ2h0IjowLjAsIkJvcmRlclN0eWxlIjpudWxsLCJQYXJlbnRTdHlsZSI6bnVsbH0sIkJhY2tncm91bmRTdHlsZSI6eyIkaWQiOiI0NTQiLCJNYXJnaW4iOnsiJGlkIjoiNDU1IiwiVG9wIjowLjAsIkxlZnQiOjAuMCwiUmlnaHQiOjAuMCwiQm90dG9tIjowLjB9LCJQYWRkaW5nIjp7IiRpZCI6IjQ1NiIsIlRvcCI6MC4wLCJMZWZ0IjowLjAsIlJpZ2h0IjowLjAsIkJvdHRvbSI6MC4wfSwiQmFja2dyb3VuZCI6eyIkaWQiOiI0NTciLCJDb2xvciI6eyIkaWQiOiI0NTgiLCJBIjozOCwiUiI6MjU1LCJHIjoxOTIsIkIiOjB9fSwiSXNWaXNpYmxlIjp0cnVlLCJXaWR0aCI6MC4wLCJIZWlnaHQiOjAuMCwiQm9yZGVyU3R5bGUiOnsiJGlkIjoiNDU5IiwiTGluZUNvbG9yIjp7IiRpZCI6IjQ2MCIsIiR0eXBlIjoiTkxSRS5Db21tb24uRG9tLlNvbGlkQ29sb3JCcnVzaCwgTkxSRS5Db21tb24iLCJDb2xvciI6eyIkaWQiOiI0NjEiLCJBIjoyNTUsIlIiOjIzNCwiRyI6MjIsIkIiOjMwfX0sIkxpbmVXZWlnaHQiOjAuMCwiTGluZVR5cGUiOjAsIlBhcmVudFN0eWxlIjpudWxsfSwiUGFyZW50U3R5bGUiOm51bGx9LCJNYXJnaW4iOnsiJGlkIjoiNDYyIiwiVG9wIjowLjAsIkxlZnQiOjAuMCwiUmlnaHQiOjAuMCwiQm90dG9tIjowLjB9LCJQYWRkaW5nIjp7IiRpZCI6IjQ2MyIsIlRvcCI6MC4wLCJMZWZ0IjowLjAsIlJpZ2h0IjowLjAsIkJvdHRvbSI6MC4wfSwiSXNWaXNpYmxlIjp0cnVlLCJXaWR0aCI6MC4wLCJIZWlnaHQiOjAuMCwiQm9yZGVyU3R5bGUiOnsiJGlkIjoiNDY0IiwiTGluZUNvbG9yIjpudWxsLCJMaW5lV2VpZ2h0IjowLjAsIkxpbmVUeXBlIjowLCJQYXJlbnRTdHlsZSI6bnVsbH0sIlBhcmVudFN0eWxlIjpudWxsfX1dLCJJZCI6IjljZjBiOWEzLWI0MDYtNDg2OS1iOWFlLTc0OGZiNWVmYmI1MSIsIkluZGV4IjowLCJIZWFkZXJUZXh0IjoiUHJlcGFyYXRpb25zICIsIlN0eWxlIjp7IiRpZCI6IjQ2NSIsIlN0eWxlSWQiOiIwMDAwMDAwMC0wMDAwLTAwMDAtMDAwMC0wMDAwMDAwMDAwMDAiLCJIZWFkZXJTdHlsZSI6eyIkaWQiOiI0NjYiLCJUZXh0SXNWZXJ0aWNhbCI6ZmFsc2UsIlRleHRTdHlsZSI6eyIkaWQiOiI0NjciLCJGb250U2V0dGluZ3MiOnsiJGlkIjoiNDY4IiwiRm9udFNpemUiOjEyLCJGb250TmFtZSI6IkNhbGlicmkiLCJJc0JvbGQiOnRydWUsIklzSXRhbGljIjpmYWxzZSwiSXNVbmRlcmxpbmVkIjpmYWxzZSwiUGFyZW50U3R5bGUiOm51bGx9LCJBdXRvU2l6ZSI6MiwiRm9yZWdyb3VuZCI6eyIkaWQiOiI0NjkiLCJDb2xvciI6eyIkaWQiOiI0NzA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0NzEiLCJUb3AiOjAuMCwiTGVmdCI6MC4wLCJSaWdodCI6MC4wLCJCb3R0b20iOjAuMH0sIlBhZGRpbmciOnsiJGlkIjoiNDcyIiwiVG9wIjowLjAsIkxlZnQiOjAuMCwiUmlnaHQiOjAuMCwiQm90dG9tIjowLjB9LCJCYWNrZ3JvdW5kIjpudWxsLCJJc1Zpc2libGUiOmZhbHNlLCJXaWR0aCI6MC4wLCJIZWlnaHQiOjAuMCwiQm9yZGVyU3R5bGUiOm51bGwsIlBhcmVudFN0eWxlIjpudWxsfSwiUmVjdGFuZ2xlU3R5bGUiOnsiJGlkIjoiNDczIiwiTWFyZ2luIjp7IiRpZCI6IjQ3NCIsIlRvcCI6MC4wLCJMZWZ0IjowLjAsIlJpZ2h0IjowLjAsIkJvdHRvbSI6MC4wfSwiUGFkZGluZyI6eyIkaWQiOiI0NzUiLCJUb3AiOjAuMCwiTGVmdCI6MC4wLCJSaWdodCI6MC4wLCJCb3R0b20iOjAuMH0sIkJhY2tncm91bmQiOnsiJGlkIjoiNDc2IiwiQ29sb3IiOnsiJGlkIjoiNDc3IiwiQSI6MjU1LCJSIjoyNTUsIkciOjE5MiwiQiI6MH19LCJJc1Zpc2libGUiOnRydWUsIldpZHRoIjowLjAsIkhlaWdodCI6MC4wLCJCb3JkZXJTdHlsZSI6eyIkaWQiOiI0NzgiLCJMaW5lQ29sb3IiOnsiJGlkIjoiNDc5IiwiJHR5cGUiOiJOTFJFLkNvbW1vbi5Eb20uU29saWRDb2xvckJydXNoLCBOTFJFLkNvbW1vbiIsIkNvbG9yIjp7IiRpZCI6IjQ4MCIsIkEiOjI1NSwiUiI6MjIsIkciOjI4LCJCIjozNX19LCJMaW5lV2VpZ2h0IjowLjAsIkxpbmVUeXBlIjowLCJQYXJlbnRTdHlsZSI6bnVsbH0sIlBhcmVudFN0eWxlIjpudWxsfSwiTWFyZ2luIjp7IiRpZCI6IjQ4MSIsIlRvcCI6MC4wLCJMZWZ0IjowLjAsIlJpZ2h0IjowLjAsIkJvdHRvbSI6MC4wfSwiUGFkZGluZyI6eyIkaWQiOiI0ODIiLCJUb3AiOjAuMCwiTGVmdCI6MC4wLCJSaWdodCI6MC4wLCJCb3R0b20iOjAuMH0sIkJhY2tncm91bmQiOm51bGwsIklzVmlzaWJsZSI6dHJ1ZSwiV2lkdGgiOjAuMCwiSGVpZ2h0IjowLjAsIkJvcmRlclN0eWxlIjpudWxsLCJQYXJlbnRTdHlsZSI6bnVsbH0sIkJhY2tncm91bmRTdHlsZSI6eyIkaWQiOiI0ODMiLCJNYXJnaW4iOnsiJGlkIjoiNDg0IiwiVG9wIjowLjAsIkxlZnQiOjAuMCwiUmlnaHQiOjAuMCwiQm90dG9tIjowLjB9LCJQYWRkaW5nIjp7IiRpZCI6IjQ4NSIsIlRvcCI6MC4wLCJMZWZ0IjowLjAsIlJpZ2h0IjowLjAsIkJvdHRvbSI6MC4wfSwiQmFja2dyb3VuZCI6eyIkaWQiOiI0ODYiLCJDb2xvciI6eyIkaWQiOiI0ODciLCJBIjozOCwiUiI6MjU1LCJHIjoxOTIsIkIiOjB9fSwiSXNWaXNpYmxlIjp0cnVlLCJXaWR0aCI6MC4wLCJIZWlnaHQiOjAuMCwiQm9yZGVyU3R5bGUiOnsiJGlkIjoiNDg4IiwiTGluZUNvbG9yIjp7IiRpZCI6IjQ4OSIsIiR0eXBlIjoiTkxSRS5Db21tb24uRG9tLlNvbGlkQ29sb3JCcnVzaCwgTkxSRS5Db21tb24iLCJDb2xvciI6eyIkaWQiOiI0OTAiLCJBIjoyNTUsIlIiOjIyLCJHIjoyOCwiQiI6MzV9fSwiTGluZVdlaWdodCI6MC4wLCJMaW5lVHlwZSI6MCwiUGFyZW50U3R5bGUiOm51bGx9LCJQYXJlbnRTdHlsZSI6bnVsbH0sIklzQWJvdmVUaW1lYmFuZCI6ZmFsc2UsIlNwYWNpbmciOjIsIkRlZmF1bHRTd2ltbGFuZVRhc2tTdHlsZSI6eyIkaWQiOiI0OTEiLCIkdHlwZSI6Ik5MUkUuQ29tbW9uLkRvbS5TdHlsZXMuRXhwbGljaXRTZXRhYmxlVGFza1N0eWxlLCBOTFJFLkNvbW1vbiIsIlNoYXBlIjo3LCJTaGFwZVRoaWNrbmVzcyI6MCwiRHVyYXRpb25Gb3JtYXQiOjAsIkluY2x1ZGVOb25Xb3JraW5nRGF5c0luRHVyYXRpb24iOmZhbHNlLCJQZXJjZW50YWdlQ29tcGxldGVTdHlsZSI6eyIkaWQiOiI0OTIiLCJGb250U2V0dGluZ3MiOnsiJGlkIjoiNDkzIiwiRm9udFNpemUiOjEwLCJGb250TmFtZSI6IkNhbGlicmkiLCJJc0JvbGQiOnRydWUsIklzSXRhbGljIjpmYWxzZSwiSXNVbmRlcmxpbmVkIjpmYWxzZSwiUGFyZW50U3R5bGUiOm51bGx9LCJBdXRvU2l6ZSI6MCwiRm9yZWdyb3VuZCI6eyIkaWQiOiI0OTQiLCJDb2xvciI6eyIkaWQiOiI0OTUiLCJBIjoyNTUsIlIiOjEyNywiRyI6OTYsIkIiOjB9fSwiTWF4V2lkdGgiOjIwMC4wLCJNYXhIZWlnaHQiOiJJbmZpbml0eSIsIlNtYXJ0Rm9yZWdyb3VuZElzQWN0aXZlIjpmYWxzZSwiSG9yaXpvbnRhbEFsaWdubWVudCI6MCwiVmVydGljYWxBbGlnbm1lbnQiOjAsIlNtYXJ0Rm9yZWdyb3VuZCI6bnVsbCwiQmFja2dyb3VuZEZpbGxUeXBlIjowLCJNYXJnaW4iOnsiJGlkIjoiNDk2IiwiVG9wIjowLjAsIkxlZnQiOjAuMCwiUmlnaHQiOjAuMCwiQm90dG9tIjowLjB9LCJQYWRkaW5nIjp7IiRpZCI6IjQ5NyIsIlRvcCI6MC4wLCJMZWZ0IjowLjAsIlJpZ2h0IjowLjAsIkJvdHRvbSI6MC4wfSwiQmFja2dyb3VuZCI6eyIkaWQiOiI0OTgiLCJDb2xvciI6eyIkaWQiOiI0OTkiLCJBIjo4OSwiUiI6MCwiRyI6MCwiQiI6MH19LCJJc1Zpc2libGUiOnRydWUsIldpZHRoIjowLjAsIkhlaWdodCI6MC4wLCJCb3JkZXJTdHlsZSI6eyIkaWQiOiI1MDAiLCJMaW5lQ29sb3IiOm51bGwsIkxpbmVXZWlnaHQiOjAuMCwiTGluZVR5cGUiOjAsIlBhcmVudFN0eWxlIjpudWxsfSwiUGFyZW50U3R5bGUiOm51bGx9LCJEdXJhdGlvblN0eWxlIjp7IiRpZCI6IjUwMSIsIkZvbnRTZXR0aW5ncyI6eyIkaWQiOiI1MDIiLCJGb250U2l6ZSI6MTAsIkZvbnROYW1lIjoiQ2FsaWJyaSIsIklzQm9sZCI6ZmFsc2UsIklzSXRhbGljIjpmYWxzZSwiSXNVbmRlcmxpbmVkIjpmYWxzZSwiUGFyZW50U3R5bGUiOm51bGx9LCJBdXRvU2l6ZSI6MCwiRm9yZWdyb3VuZCI6eyIkaWQiOiI1MDMiLCJDb2xvciI6eyIkaWQiOiI1MDQ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1MDUiLCJUb3AiOjAuMCwiTGVmdCI6MC4wLCJSaWdodCI6MC4wLCJCb3R0b20iOjAuMH0sIlBhZGRpbmciOnsiJGlkIjoiNTA2IiwiVG9wIjowLjAsIkxlZnQiOjAuMCwiUmlnaHQiOjAuMCwiQm90dG9tIjowLjB9LCJCYWNrZ3JvdW5kIjp7IiRpZCI6IjUwNyIsIkNvbG9yIjp7IiRpZCI6IjUwOCIsIkEiOjg5LCJSIjowLCJHIjowLCJCIjowfX0sIklzVmlzaWJsZSI6dHJ1ZSwiV2lkdGgiOjAuMCwiSGVpZ2h0IjowLjAsIkJvcmRlclN0eWxlIjp7IiRpZCI6IjUwOSIsIkxpbmVDb2xvciI6bnVsbCwiTGluZVdlaWdodCI6MC4wLCJMaW5lVHlwZSI6MCwiUGFyZW50U3R5bGUiOm51bGx9LCJQYXJlbnRTdHlsZSI6bnVsbH0sIkhvcml6b250YWxDb25uZWN0b3JTdHlsZSI6eyIkaWQiOiI1MTAiLCJMaW5lQ29sb3IiOnsiJGlkIjoiNTExIiwiJHR5cGUiOiJOTFJFLkNvbW1vbi5Eb20uU29saWRDb2xvckJydXNoLCBOTFJFLkNvbW1vbiIsIkNvbG9yIjp7IiRpZCI6IjUxMiIsIkEiOjI1NSwiUiI6MjA0LCJHIjoyMDQsIkIiOjIwNH19LCJMaW5lV2VpZ2h0IjoxLjAsIkxpbmVUeXBlIjowLCJQYXJlbnRTdHlsZSI6bnVsbH0sIlZlcnRpY2FsQ29ubmVjdG9yU3R5bGUiOnsiJGlkIjoiNTEzIiwiTGluZUNvbG9yIjp7IiRpZCI6IjUxNCIsIiR0eXBlIjoiTkxSRS5Db21tb24uRG9tLlNvbGlkQ29sb3JCcnVzaCwgTkxSRS5Db21tb24iLCJDb2xvciI6eyIkaWQiOiI1MTU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QsIlNwYWNpbmciOjMsIklzQmVsb3dUaW1lYmFuZCI6dHJ1ZSwiUGVyY2VudGFnZUNvbXBsZXRlU2hhcGVPcGFjaXR5IjozNSwiQmFzZWxpbmVTdHlsZSI6eyIkaWQiOiI1MTYiLCJTaGFwZVN0eWxlIjp7IiRpZCI6IjUxNyIsIk1hcmdpbiI6eyIkaWQiOiI1MTgiLCJUb3AiOjAuMCwiTGVmdCI6MC4wLCJSaWdodCI6MC4wLCJCb3R0b20iOjAuMH0sIlBhZGRpbmciOnsiJGlkIjoiNTE5IiwiVG9wIjowLjAsIkxlZnQiOjAuMCwiUmlnaHQiOjAuMCwiQm90dG9tIjowLjB9LCJCYWNrZ3JvdW5kIjp7IiRpZCI6IjUyMCIsIkNvbG9yIjp7IiRpZCI6IjUyMSIsIkEiOjE1MywiUiI6MCwiRyI6MCwiQiI6MH19LCJJc1Zpc2libGUiOnRydWUsIldpZHRoIjowLjAsIkhlaWdodCI6MC4wLCJCb3JkZXJTdHlsZSI6eyIkaWQiOiI1MjIiLCJMaW5lQ29sb3IiOnsiJGlkIjoiNTIzIiwiJHR5cGUiOiJOTFJFLkNvbW1vbi5Eb20uU29saWRDb2xvckJydXNoLCBOTFJFLkNvbW1vbiIsIkNvbG9yIjp7IiRpZCI6IjUyNCIsIkEiOjI1NSwiUiI6MjU1LCJHIjowLCJCIjowfX0sIkxpbmVXZWlnaHQiOjAuMCwiTGluZVR5cGUiOjAsIlBhcmVudFN0eWxlIjpudWxsfSwiUGFyZW50U3R5bGUiOm51bGx9LCJNYXJnaW4iOnsiJGlkIjoiNTI1IiwiVG9wIjowLjAsIkxlZnQiOjAuMCwiUmlnaHQiOjAuMCwiQm90dG9tIjowLjB9LCJQYWRkaW5nIjp7IiRpZCI6IjUyNiIsIlRvcCI6MC4wLCJMZWZ0IjowLjAsIlJpZ2h0IjowLjAsIkJvdHRvbSI6MC4wfSwiQmFja2dyb3VuZCI6bnVsbCwiSXNWaXNpYmxlIjp0cnVlLCJXaWR0aCI6MC4wLCJIZWlnaHQiOjAuMCwiQm9yZGVyU3R5bGUiOm51bGwsIlBhcmVudFN0eWxlIjpudWxsfSwiU2hhcGVTdHlsZSI6eyIkaWQiOiI1MjciLCJNYXJnaW4iOnsiJGlkIjoiNTI4IiwiVG9wIjowLjAsIkxlZnQiOjQuMCwiUmlnaHQiOjQuMCwiQm90dG9tIjowLjB9LCJQYWRkaW5nIjp7IiRpZCI6IjUyOSIsIlRvcCI6MC4wLCJMZWZ0IjowLjAsIlJpZ2h0IjowLjAsIkJvdHRvbSI6MC4wfSwiQmFja2dyb3VuZCI6eyIkaWQiOiI1MzAiLCJDb2xvciI6eyIkaWQiOiI1MzEiLCJBIjoyNTUsIlIiOjI1NSwiRyI6MTkyLCJCIjowfX0sIklzVmlzaWJsZSI6dHJ1ZSwiV2lkdGgiOjAuMCwiSGVpZ2h0IjoxMy40MjY2NjY2NjY2NjY2NzcsIkJvcmRlclN0eWxlIjp7IiRpZCI6IjUzMiIsIkxpbmVDb2xvciI6eyIkaWQiOiI1MzMiLCIkdHlwZSI6Ik5MUkUuQ29tbW9uLkRvbS5Tb2xpZENvbG9yQnJ1c2gsIE5MUkUuQ29tbW9uIiwiQ29sb3IiOnsiJGlkIjoiNTM0IiwiQSI6MjU1LCJSIjoyMzQsIkciOjIyLCJCIjozMH19LCJMaW5lV2VpZ2h0IjowLjAsIkxpbmVUeXBlIjowLCJQYXJlbnRTdHlsZSI6bnVsbH0sIlBhcmVudFN0eWxlIjpudWxsfSwiVGl0bGVTdHlsZSI6eyIkaWQiOiI1MzUiLCJGb250U2V0dGluZ3MiOnsiJGlkIjoiNTM2IiwiRm9udFNpemUiOjksIkZvbnROYW1lIjoiQ2FsaWJyaSIsIklzQm9sZCI6dHJ1ZSwiSXNJdGFsaWMiOmZhbHNlLCJJc1VuZGVybGluZWQiOmZhbHNlLCJQYXJlbnRTdHlsZSI6bnVsbH0sIkF1dG9TaXplIjowLCJGb3JlZ3JvdW5kIjp7IiRpZCI6IjUzNyIsIkNvbG9yIjp7IiRpZCI6IjUzO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1MzkiLCJUb3AiOjAuMCwiTGVmdCI6MC4wLCJSaWdodCI6MC4wLCJCb3R0b20iOjAuMH0sIlBhZGRpbmciOnsiJGlkIjoiNTQwIiwiVG9wIjowLjAsIkxlZnQiOjAuMCwiUmlnaHQiOjAuMCwiQm90dG9tIjowLjB9LCJCYWNrZ3JvdW5kIjp7IiRpZCI6IjU0MSIsIkNvbG9yIjp7IiRpZCI6IjU0MiIsIkEiOjg5LCJSIjowLCJHIjowLCJCIjowfX0sIklzVmlzaWJsZSI6dHJ1ZSwiV2lkdGgiOjAuMCwiSGVpZ2h0IjowLjAsIkJvcmRlclN0eWxlIjp7IiRpZCI6IjU0MyIsIkxpbmVDb2xvciI6bnVsbCwiTGluZVdlaWdodCI6MC4wLCJMaW5lVHlwZSI6MCwiUGFyZW50U3R5bGUiOm51bGx9LCJQYXJlbnRTdHlsZSI6bnVsbH0sIkRhdGVTdHlsZSI6eyIkaWQiOiI1NDQiLCJGb250U2V0dGluZ3MiOnsiJGlkIjoiNTQ1IiwiRm9udFNpemUiOjEwLCJGb250TmFtZSI6IkNhbGlicmkiLCJJc0JvbGQiOmZhbHNlLCJJc0l0YWxpYyI6ZmFsc2UsIklzVW5kZXJsaW5lZCI6ZmFsc2UsIlBhcmVudFN0eWxlIjpudWxsfSwiQXV0b1NpemUiOjAsIkZvcmVncm91bmQiOnsiJGlkIjoiNTQ2IiwiQ29sb3IiOnsiJGlkIjoiNTQ3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1NDgiLCJUb3AiOjAuMCwiTGVmdCI6MC4wLCJSaWdodCI6MC4wLCJCb3R0b20iOjAuMH0sIlBhZGRpbmciOnsiJGlkIjoiNTQ5IiwiVG9wIjowLjAsIkxlZnQiOjAuMCwiUmlnaHQiOjAuMCwiQm90dG9tIjowLjB9LCJCYWNrZ3JvdW5kIjp7IiRpZCI6IjU1MCIsIkNvbG9yIjp7IiRpZCI6IjU1MSIsIkEiOjg5LCJSIjowLCJHIjowLCJCIjowfX0sIklzVmlzaWJsZSI6dHJ1ZSwiV2lkdGgiOjAuMCwiSGVpZ2h0IjowLjAsIkJvcmRlclN0eWxlIjp7IiRpZCI6IjU1MiIsIkxpbmVDb2xvciI6bnVsbCwiTGluZVdlaWdodCI6MC4wLCJMaW5lVHlwZSI6MCwiUGFyZW50U3R5bGUiOm51bGx9LCJQYXJlbnRTdHlsZSI6bnVsbH0sIkRhdGVGb3JtYXQiOnsiJGlkIjoiNTU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1NCIsIkZvcm1hdCI6MCwiSXNWaXNpYmxlIjpmYWxzZSwiTGFzdEtub3duVmlzaWJpbGl0eVN0YXRlIjpmYWxzZX0sIklzVmlzaWJsZSI6dHJ1ZSwiUGFyZW50U3R5bGUiOm51bGwsIl9leHBsaWNpdGx5U2V0Ijp7IiRpZCI6IjU1NS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1NTYiLCJTaGFwZSI6MTQsIkNvbm5lY3Rvck1hcmdpbiI6eyIkaWQiOiI1NTciLCJUb3AiOjAuMCwiTGVmdCI6Mi4wLCJSaWdodCI6Mi4wLCJCb3R0b20iOjAuMH0sIkNvbm5lY3RvclN0eWxlIjp7IiRpZCI6IjU1OCIsIkxpbmVDb2xvciI6eyIkaWQiOiI1NTkiLCIkdHlwZSI6Ik5MUkUuQ29tbW9uLkRvbS5Tb2xpZENvbG9yQnJ1c2gsIE5MUkUuQ29tbW9uIiwiQ29sb3IiOnsiJGlkIjoiNTYwIiwiQSI6MTI3LCJSIjo3OSwiRyI6MTI5LCJCIjoxODl9fSwiTGluZVdlaWdodCI6MS4wLCJMaW5lVHlwZSI6MCwiUGFyZW50U3R5bGUiOm51bGx9LCJJc0JlbG93VGltZWJhbmQiOnRydWUsIlBvc2l0aW9uT25UYXNrIjozLCJIaWRlRGF0ZSI6ZmFsc2UsIlNoYXBlU2l6ZSI6MSwiU3BhY2luZyI6MC4wLCJQYWRkaW5nIjp7IiRpZCI6IjU2MSIsIlRvcCI6Ny4wLCJMZWZ0IjozLjAsIlJpZ2h0IjowLjAsIkJvdHRvbSI6Mi4wfSwiU2hhcGVTdHlsZSI6eyIkaWQiOiI1NjIiLCJNYXJnaW4iOnsiJGlkIjoiNTYzIiwiVG9wIjowLjAsIkxlZnQiOjAuMCwiUmlnaHQiOjAuMCwiQm90dG9tIjowLjB9LCJQYWRkaW5nIjp7IiRpZCI6IjU2NCIsIlRvcCI6MC4wLCJMZWZ0IjowLjAsIlJpZ2h0IjowLjAsIkJvdHRvbSI6MC4wfSwiQmFja2dyb3VuZCI6eyIkaWQiOiI1NjUiLCJDb2xvciI6eyIkaWQiOiI1NjYiLCJBIjoyNTUsIlIiOjEyNywiRyI6OTYsIkIiOjB9fSwiSXNWaXNpYmxlIjp0cnVlLCJXaWR0aCI6MTguMCwiSGVpZ2h0IjoyMC4wLCJCb3JkZXJTdHlsZSI6eyIkaWQiOiI1NjciLCJMaW5lQ29sb3IiOnsiJGlkIjoiNTY4IiwiJHR5cGUiOiJOTFJFLkNvbW1vbi5Eb20uU29saWRDb2xvckJydXNoLCBOTFJFLkNvbW1vbiIsIkNvbG9yIjp7IiRpZCI6IjU2OSIsIkEiOjI1NSwiUiI6MjM0LCJHIjoyMiwiQiI6MzB9fSwiTGluZVdlaWdodCI6MC4wLCJMaW5lVHlwZSI6MCwiUGFyZW50U3R5bGUiOm51bGx9LCJQYXJlbnRTdHlsZSI6bnVsbH0sIlRpdGxlU3R5bGUiOnsiJGlkIjoiNTcwIiwiRm9udFNldHRpbmdzIjp7IiRpZCI6IjU3MSIsIkZvbnRTaXplIjo5LCJGb250TmFtZSI6IkNhbGlicmkiLCJJc0JvbGQiOnRydWUsIklzSXRhbGljIjpmYWxzZSwiSXNVbmRlcmxpbmVkIjpmYWxzZSwiUGFyZW50U3R5bGUiOm51bGx9LCJBdXRvU2l6ZSI6MCwiRm9yZWdyb3VuZCI6eyIkaWQiOiI1NzIiLCJDb2xvciI6eyIkaWQiOiI1NzM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NTc0IiwiVG9wIjowLjAsIkxlZnQiOjAuMCwiUmlnaHQiOjAuMCwiQm90dG9tIjowLjB9LCJQYWRkaW5nIjp7IiRpZCI6IjU3NSIsIlRvcCI6MC4wLCJMZWZ0IjowLjAsIlJpZ2h0IjowLjAsIkJvdHRvbSI6MC4wfSwiQmFja2dyb3VuZCI6eyIkaWQiOiI1NzYiLCJDb2xvciI6eyIkaWQiOiI1NzciLCJBIjo4OSwiUiI6MCwiRyI6MCwiQiI6MH19LCJJc1Zpc2libGUiOmZhbHNlLCJXaWR0aCI6MC4wLCJIZWlnaHQiOjAuMCwiQm9yZGVyU3R5bGUiOnsiJGlkIjoiNTc4IiwiTGluZUNvbG9yIjpudWxsLCJMaW5lV2VpZ2h0IjowLjAsIkxpbmVUeXBlIjowLCJQYXJlbnRTdHlsZSI6bnVsbH0sIlBhcmVudFN0eWxlIjpudWxsfSwiRGF0ZVN0eWxlIjp7IiRpZCI6IjU3OSIsIkZvbnRTZXR0aW5ncyI6eyIkaWQiOiI1ODAiLCJGb250U2l6ZSI6OSwiRm9udE5hbWUiOiJDYWxpYnJpIiwiSXNCb2xkIjpmYWxzZSwiSXNJdGFsaWMiOmZhbHNlLCJJc1VuZGVybGluZWQiOmZhbHNlLCJQYXJlbnRTdHlsZSI6bnVsbH0sIkF1dG9TaXplIjowLCJGb3JlZ3JvdW5kIjp7IiRpZCI6IjU4MSIsIkNvbG9yIjp7IiRpZCI6IjU4Mi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NTgzIiwiVG9wIjowLjAsIkxlZnQiOjAuMCwiUmlnaHQiOjAuMCwiQm90dG9tIjowLjB9LCJQYWRkaW5nIjp7IiRpZCI6IjU4NCIsIlRvcCI6MC4wLCJMZWZ0IjowLjAsIlJpZ2h0IjowLjAsIkJvdHRvbSI6MC4wfSwiQmFja2dyb3VuZCI6eyIkaWQiOiI1ODUiLCJDb2xvciI6eyIkaWQiOiI1ODYiLCJBIjo4OSwiUiI6MCwiRyI6MCwiQiI6MH19LCJJc1Zpc2libGUiOmZhbHNlLCJXaWR0aCI6MC4wLCJIZWlnaHQiOjAuMCwiQm9yZGVyU3R5bGUiOnsiJGlkIjoiNTg3IiwiTGluZUNvbG9yIjpudWxsLCJMaW5lV2VpZ2h0IjowLjAsIkxpbmVUeXBlIjowLCJQYXJlbnRTdHlsZSI6bnVsbH0sIlBhcmVudFN0eWxlIjpudWxsfSwiRGF0ZUZvcm1hdCI6eyIkaWQiOiI1O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g5IiwiRm9ybWF0IjowLCJJc1Zpc2libGUiOmZhbHNlLCJMYXN0S25vd25WaXNpYmlsaXR5U3RhdGUiOmZhbHNlfSwiSXNWaXNpYmxlIjp0cnVlLCJQYXJlbnRTdHlsZSI6bnVsbH0sIkRlZmF1bHRTd2ltbGFuZU1pbGVzdG9uZVN0eWxlIjp7IiRpZCI6IjU5MCIsIlRpdGxlUG9zaXRpb24iOiJSaWdodCIsIkRhdGVQb3NpdGlvbiI6IkxlZnQiLCJTaGFwZVR5cGUiOjAsIlNoYXBlU2l6ZSI6MSwiU3BhY2luZyI6NSwiU2hhcGVTdHlsZSI6eyIkaWQiOiI1OTEiLCJNYXJnaW4iOnsiJGlkIjoiNTkyIiwiVG9wIjowLjAsIkxlZnQiOjAuMCwiUmlnaHQiOjAuMCwiQm90dG9tIjowLjB9LCJQYWRkaW5nIjp7IiRpZCI6IjU5MyIsIlRvcCI6MC4wLCJMZWZ0IjowLjAsIlJpZ2h0IjowLjAsIkJvdHRvbSI6MC4wfSwiQmFja2dyb3VuZCI6eyIkaWQiOiI1OTQiLCJDb2xvciI6eyIkaWQiOiI1OTUiLCJBIjoyNTUsIlIiOjI1NSwiRyI6MTkyLCJCIjowfX0sIklzVmlzaWJsZSI6dHJ1ZSwiV2lkdGgiOjE4LjAsIkhlaWdodCI6MjAuMCwiQm9yZGVyU3R5bGUiOnsiJGlkIjoiNTk2IiwiTGluZUNvbG9yIjp7IiRpZCI6IjU5NyIsIiR0eXBlIjoiTkxSRS5Db21tb24uRG9tLlNvbGlkQ29sb3JCcnVzaCwgTkxSRS5Db21tb24iLCJDb2xvciI6eyIkaWQiOiI1OTgiLCJBIjoyNTUsIlIiOjIzNCwiRyI6MjIsIkIiOjMwfX0sIkxpbmVXZWlnaHQiOjAuMCwiTGluZVR5cGUiOjAsIlBhcmVudFN0eWxlIjpudWxsfSwiUGFyZW50U3R5bGUiOm51bGx9LCJUaXRsZVN0eWxlIjp7IiRpZCI6IjU5OSIsIkZvbnRTZXR0aW5ncyI6eyIkaWQiOiI2MDAiLCJGb250U2l6ZSI6OSwiRm9udE5hbWUiOiJDYWxpYnJpIiwiSXNCb2xkIjp0cnVlLCJJc0l0YWxpYyI6ZmFsc2UsIklzVW5kZXJsaW5lZCI6ZmFsc2UsIlBhcmVudFN0eWxlIjpudWxsfSwiQXV0b1NpemUiOjAsIkZvcmVncm91bmQiOnsiJGlkIjoiNjAxIiwiQ29sb3IiOnsiJGlkIjoiNjAy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YwMyIsIlRvcCI6MC4wLCJMZWZ0IjowLjAsIlJpZ2h0IjowLjAsIkJvdHRvbSI6MC4wfSwiUGFkZGluZyI6eyIkaWQiOiI2MDQiLCJUb3AiOjAuMCwiTGVmdCI6MC4wLCJSaWdodCI6MC4wLCJCb3R0b20iOjAuMH0sIkJhY2tncm91bmQiOnsiJGlkIjoiNjA1IiwiQ29sb3IiOnsiJGlkIjoiNjA2IiwiQSI6ODksIlIiOjAsIkciOjAsIkIiOjB9fSwiSXNWaXNpYmxlIjp0cnVlLCJXaWR0aCI6MC4wLCJIZWlnaHQiOjAuMCwiQm9yZGVyU3R5bGUiOnsiJGlkIjoiNjA3IiwiTGluZUNvbG9yIjpudWxsLCJMaW5lV2VpZ2h0IjowLjAsIkxpbmVUeXBlIjowLCJQYXJlbnRTdHlsZSI6bnVsbH0sIlBhcmVudFN0eWxlIjpudWxsfSwiRGF0ZVN0eWxlIjp7IiRpZCI6IjYwOCIsIkZvbnRTZXR0aW5ncyI6eyIkaWQiOiI2MDkiLCJGb250U2l6ZSI6OSwiRm9udE5hbWUiOiJDYWxpYnJpIiwiSXNCb2xkIjpmYWxzZSwiSXNJdGFsaWMiOmZhbHNlLCJJc1VuZGVybGluZWQiOmZhbHNlLCJQYXJlbnRTdHlsZSI6bnVsbH0sIkF1dG9TaXplIjowLCJGb3JlZ3JvdW5kIjp7IiRpZCI6IjYxMCIsIkNvbG9yIjp7IiRpZCI6IjYxM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jEyIiwiVG9wIjowLjAsIkxlZnQiOjAuMCwiUmlnaHQiOjAuMCwiQm90dG9tIjowLjB9LCJQYWRkaW5nIjp7IiRpZCI6IjYxMyIsIlRvcCI6MC4wLCJMZWZ0IjowLjAsIlJpZ2h0IjowLjAsIkJvdHRvbSI6MC4wfSwiQmFja2dyb3VuZCI6eyIkaWQiOiI2MTQiLCJDb2xvciI6eyIkaWQiOiI2MTUiLCJBIjo4OSwiUiI6MCwiRyI6MCwiQiI6MH19LCJJc1Zpc2libGUiOmZhbHNlLCJXaWR0aCI6MC4wLCJIZWlnaHQiOjAuMCwiQm9yZGVyU3R5bGUiOnsiJGlkIjoiNjE2IiwiTGluZUNvbG9yIjpudWxsLCJMaW5lV2VpZ2h0IjowLjAsIkxpbmVUeXBlIjowLCJQYXJlbnRTdHlsZSI6bnVsbH0sIlBhcmVudFN0eWxlIjpudWxsfSwiRGF0ZUZvcm1hdCI6eyIkaWQiOiI2M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E4IiwiRm9ybWF0IjowLCJJc1Zpc2libGUiOmZhbHNlLCJMYXN0S25vd25WaXNpYmlsaXR5U3RhdGUiOmZhbHNlfSwiSXNWaXNpYmxlIjp0cnVlLCJQYXJlbnRTdHlsZSI6bnVsbH0sIkRlZmF1bHRTd2ltbGFuZUFjdGl2aXR5U3R5bGUiOnsiJGlkIjoiNjE5IiwiSGVhZGVyU3R5bGUiOnsiJGlkIjoiNjIwIiwiVGV4dFN0eWxlIjp7IiRpZCI6IjYyMSIsIkZvbnRTZXR0aW5ncyI6eyIkaWQiOiI2MjIiLCJGb250U2l6ZSI6MTIsIkZvbnROYW1lIjoiQ2FsaWJyaSIsIklzQm9sZCI6ZmFsc2UsIklzSXRhbGljIjpmYWxzZSwiSXNVbmRlcmxpbmVkIjpmYWxzZSwiUGFyZW50U3R5bGUiOm51bGx9LCJBdXRvU2l6ZSI6MCwiRm9yZWdyb3VuZCI6eyIkaWQiOiI2MjMiLCJDb2xvciI6eyIkaWQiOiI2MjQiLCJBIjoyNTUsIlIiOjAsIkciOjAsIkIiOjB9fSwiTWF4V2lkdGgiOjAuMCwiTWF4SGVpZ2h0IjowLjAsIlNtYXJ0Rm9yZWdyb3VuZElzQWN0aXZlIjpmYWxzZSwiSG9yaXpvbnRhbEFsaWdubWVudCI6MCwiVmVydGljYWxBbGlnbm1lbnQiOjAsIlNtYXJ0Rm9yZWdyb3VuZCI6bnVsbCwiQmFja2dyb3VuZEZpbGxUeXBlIjowLCJNYXJnaW4iOnsiJGlkIjoiNjI1IiwiVG9wIjowLjAsIkxlZnQiOjAuMCwiUmlnaHQiOjAuMCwiQm90dG9tIjowLjB9LCJQYWRkaW5nIjp7IiRpZCI6IjYyNiIsIlRvcCI6MC4wLCJMZWZ0IjowLjAsIlJpZ2h0IjowLjAsIkJvdHRvbSI6MC4wfSwiQmFja2dyb3VuZCI6bnVsbCwiSXNWaXNpYmxlIjpmYWxzZSwiV2lkdGgiOjAuMCwiSGVpZ2h0IjowLjAsIkJvcmRlclN0eWxlIjpudWxsLCJQYXJlbnRTdHlsZSI6bnVsbH0sIlJlY3RhbmdsZVN0eWxlIjp7IiRpZCI6IjYyNyIsIk1hcmdpbiI6eyIkaWQiOiI2MjgiLCJUb3AiOjAuMCwiTGVmdCI6MC4wLCJSaWdodCI6MC4wLCJCb3R0b20iOjAuMH0sIlBhZGRpbmciOnsiJGlkIjoiNjI5IiwiVG9wIjowLjAsIkxlZnQiOjAuMCwiUmlnaHQiOjAuMCwiQm90dG9tIjowLjB9LCJCYWNrZ3JvdW5kIjp7IiRpZCI6IjYzMCIsIkNvbG9yIjp7IiRpZCI6IjYzMSIsIkEiOjYzLCJSIjoyNTUsIkciOjE5MiwiQiI6MH19LCJJc1Zpc2libGUiOmZhbHNlLCJXaWR0aCI6MC4wLCJIZWlnaHQiOjAuMCwiQm9yZGVyU3R5bGUiOnsiJGlkIjoiNjMyIiwiTGluZUNvbG9yIjp7IiRpZCI6IjYzMyIsIiR0eXBlIjoiTkxSRS5Db21tb24uRG9tLlNvbGlkQ29sb3JCcnVzaCwgTkxSRS5Db21tb24iLCJDb2xvciI6eyIkaWQiOiI2MzQiLCJBIjoyNTUsIlIiOjI1NSwiRyI6MCwiQiI6MH19LCJMaW5lV2VpZ2h0IjowLjAsIkxpbmVUeXBlIjowLCJQYXJlbnRTdHlsZSI6bnVsbH0sIlBhcmVudFN0eWxlIjpudWxsfSwiTWFyZ2luIjp7IiRpZCI6IjYzNSIsIlRvcCI6MC4wLCJMZWZ0IjowLjAsIlJpZ2h0IjowLjAsIkJvdHRvbSI6MC4wfSwiUGFkZGluZyI6eyIkaWQiOiI2MzYiLCJUb3AiOjAuMCwiTGVmdCI6MC4wLCJSaWdodCI6MC4wLCJCb3R0b20iOjAuMH0sIkJhY2tncm91bmQiOm51bGwsIklzVmlzaWJsZSI6dHJ1ZSwiV2lkdGgiOjAuMCwiSGVpZ2h0IjowLjAsIkJvcmRlclN0eWxlIjpudWxsLCJQYXJlbnRTdHlsZSI6bnVsbH0sIkJhY2tncm91bmRTdHlsZSI6eyIkaWQiOiI2MzciLCJNYXJnaW4iOnsiJGlkIjoiNjM4IiwiVG9wIjowLjAsIkxlZnQiOjAuMCwiUmlnaHQiOjAuMCwiQm90dG9tIjowLjB9LCJQYWRkaW5nIjp7IiRpZCI6IjYzOSIsIlRvcCI6MC4wLCJMZWZ0IjowLjAsIlJpZ2h0IjowLjAsIkJvdHRvbSI6MC4wfSwiQmFja2dyb3VuZCI6eyIkaWQiOiI2NDAiLCJDb2xvciI6eyIkaWQiOiI2NDEiLCJBIjozOCwiUiI6MjU1LCJHIjoxOTIsIkIiOjB9fSwiSXNWaXNpYmxlIjp0cnVlLCJXaWR0aCI6MC4wLCJIZWlnaHQiOjAuMCwiQm9yZGVyU3R5bGUiOnsiJGlkIjoiNjQyIiwiTGluZUNvbG9yIjp7IiRpZCI6IjY0MyIsIiR0eXBlIjoiTkxSRS5Db21tb24uRG9tLlNvbGlkQ29sb3JCcnVzaCwgTkxSRS5Db21tb24iLCJDb2xvciI6eyIkaWQiOiI2NDQiLCJBIjoyNTUsIlIiOjIzNCwiRyI6MjIsIkIiOjMwfX0sIkxpbmVXZWlnaHQiOjAuMCwiTGluZVR5cGUiOjAsIlBhcmVudFN0eWxlIjpudWxsfSwiUGFyZW50U3R5bGUiOm51bGx9LCJNYXJnaW4iOnsiJGlkIjoiNjQ1IiwiVG9wIjowLjAsIkxlZnQiOjAuMCwiUmlnaHQiOjAuMCwiQm90dG9tIjowLjB9LCJQYWRkaW5nIjp7IiRpZCI6IjY0NiIsIlRvcCI6MC4wLCJMZWZ0IjowLjAsIlJpZ2h0IjowLjAsIkJvdHRvbSI6MC4wfSwiSXNWaXNpYmxlIjp0cnVlLCJXaWR0aCI6MC4wLCJIZWlnaHQiOjAuMCwiQm9yZGVyU3R5bGUiOnsiJGlkIjoiNjQ3IiwiTGluZUNvbG9yIjpudWxsLCJMaW5lV2VpZ2h0IjowLjAsIkxpbmVUeXBlIjowLCJQYXJlbnRTdHlsZSI6bnVsbH0sIlBhcmVudFN0eWxlIjpudWxsfSwiTWFyZ2luIjp7IiRpZCI6IjY0OCIsIlRvcCI6MC4wLCJMZWZ0IjowLjAsIlJpZ2h0IjowLjAsIkJvdHRvbSI6MC4wfSwiUGFkZGluZyI6eyIkaWQiOiI2NDkiLCJUb3AiOjAuMCwiTGVmdCI6MC4wLCJSaWdodCI6MC4wLCJCb3R0b20iOjAuMH0sIklzVmlzaWJsZSI6dHJ1ZSwiV2lkdGgiOjAuMCwiSGVpZ2h0IjowLjAsIkJvcmRlclN0eWxlIjp7IiRpZCI6IjY1MCIsIkxpbmVDb2xvciI6bnVsbCwiTGluZVdlaWdodCI6MC4wLCJMaW5lVHlwZSI6MCwiUGFyZW50U3R5bGUiOm51bGx9LCJQYXJlbnRTdHlsZSI6bnVsbH19LHsiJGlkIjoiNjUxIiwiX2FjdGl2aXRpZXMiOlt7IiRpZCI6IjY1MiIsIl9yb3dzIjpbeyIkaWQiOiI2NTMiLCJfdGFza3MiOlt7IiRpZCI6IjY1NCIsIl9hdHRhY2hlZE1pbGVzdG9uZXMiOltdLCJUYXNrRGVmaW5pdGlvbiI6eyIkaWQiOiI2NTUiLCJHcm91cE5hbWUiOm51bGwsIlN0YXJ0RGF0ZSI6IjIwMjYtMDUtMDFUMDA6MDA6MDBaIiwiRW5kRGF0ZSI6IjIwMjYtMDYtMzBUMTE6NTk6MDBaIiwiUGVyY2VudGFnZUNvbXBsZXRlIjo3NS4wLCJTdHlsZSI6eyIkaWQiOiI2NTYiLCJTaGFwZSI6NywiU2hhcGVUaGlja25lc3MiOjMsIkR1cmF0aW9uRm9ybWF0Ijo1LCJJbmNsdWRlTm9uV29ya2luZ0RheXNJbkR1cmF0aW9uIjpmYWxzZSwiUGVyY2VudGFnZUNvbXBsZXRlU3R5bGUiOnsiJGlkIjoiNjU3IiwiRm9udFNldHRpbmdzIjp7IiRpZCI6IjY1OCIsIkZvbnRTaXplIjoxMCwiRm9udE5hbWUiOiJDYWxpYnJpIiwiSXNCb2xkIjp0cnVlLCJJc0l0YWxpYyI6ZmFsc2UsIklzVW5kZXJsaW5lZCI6ZmFsc2UsIlBhcmVudFN0eWxlIjpudWxsfSwiQXV0b1NpemUiOjAsIkZvcmVncm91bmQiOnsiJGlkIjoiNjU5IiwiQ29sb3IiOnsiJGlkIjoiNjYw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2NjEiLCJUb3AiOjAuMCwiTGVmdCI6MC4wLCJSaWdodCI6MC4wLCJCb3R0b20iOjAuMH0sIlBhZGRpbmciOnsiJGlkIjoiNjYyIiwiVG9wIjowLjAsIkxlZnQiOjAuMCwiUmlnaHQiOjAuMCwiQm90dG9tIjowLjB9LCJCYWNrZ3JvdW5kIjp7IiRpZCI6IjY2MyIsIkNvbG9yIjp7IiRpZCI6IjY2NCIsIkEiOjg5LCJSIjowLCJHIjowLCJCIjowfX0sIklzVmlzaWJsZSI6dHJ1ZSwiV2lkdGgiOjAuMCwiSGVpZ2h0IjowLjAsIkJvcmRlclN0eWxlIjp7IiRpZCI6IjY2NSIsIkxpbmVDb2xvciI6bnVsbCwiTGluZVdlaWdodCI6MC4wLCJMaW5lVHlwZSI6MCwiUGFyZW50U3R5bGUiOm51bGx9LCJQYXJlbnRTdHlsZSI6bnVsbH0sIkR1cmF0aW9uU3R5bGUiOnsiJGlkIjoiNjY2IiwiRm9udFNldHRpbmdzIjp7IiRpZCI6IjY2NyIsIkZvbnRTaXplIjoxMCwiRm9udE5hbWUiOiJDYWxpYnJpIiwiSXNCb2xkIjp0cnVlLCJJc0l0YWxpYyI6ZmFsc2UsIklzVW5kZXJsaW5lZCI6ZmFsc2UsIlBhcmVudFN0eWxlIjpudWxsfSwiQXV0b1NpemUiOjAsIkZvcmVncm91bmQiOnsiJGlkIjoiNjY4IiwiQ29sb3IiOnsiJGlkIjoiNjY5IiwiQSI6MjU1LCJSIjo1NiwiRyI6ODcsIkIiOjM1fX0sIk1heFdpZHRoIjoyMDAuMCwiTWF4SGVpZ2h0IjoiSW5maW5pdHkiLCJTbWFydEZvcmVncm91bmRJc0FjdGl2ZSI6ZmFsc2UsIkhvcml6b250YWxBbGlnbm1lbnQiOjAsIlZlcnRpY2FsQWxpZ25tZW50IjowLCJTbWFydEZvcmVncm91bmQiOm51bGwsIkJhY2tncm91bmRGaWxsVHlwZSI6MCwiTWFyZ2luIjp7IiRpZCI6IjY3MCIsIlRvcCI6MC4wLCJMZWZ0IjowLjAsIlJpZ2h0IjowLjAsIkJvdHRvbSI6MC4wfSwiUGFkZGluZyI6eyIkaWQiOiI2NzEiLCJUb3AiOjAuMCwiTGVmdCI6MC4wLCJSaWdodCI6MC4wLCJCb3R0b20iOjAuMH0sIkJhY2tncm91bmQiOnsiJGlkIjoiNjcyIiwiQ29sb3IiOnsiJGlkIjoiNjczIiwiQSI6MCwiUiI6MjU1LCJHIjoyNTUsIkIiOjI1NX19LCJJc1Zpc2libGUiOnRydWUsIldpZHRoIjowLjAsIkhlaWdodCI6MC4wLCJCb3JkZXJTdHlsZSI6eyIkaWQiOiI2NzQiLCJMaW5lQ29sb3IiOm51bGwsIkxpbmVXZWlnaHQiOjAuMCwiTGluZVR5cGUiOjAsIlBhcmVudFN0eWxlIjpudWxsfSwiUGFyZW50U3R5bGUiOm51bGx9LCJIb3Jpem9udGFsQ29ubmVjdG9yU3R5bGUiOnsiJGlkIjoiNjc1IiwiTGluZUNvbG9yIjp7IiRpZCI6IjY3NiIsIiR0eXBlIjoiTkxSRS5Db21tb24uRG9tLlNvbGlkQ29sb3JCcnVzaCwgTkxSRS5Db21tb24iLCJDb2xvciI6eyIkaWQiOiI2NzciLCJBIjoyNTUsIlIiOjIwNCwiRyI6MjA0LCJCIjoyMDR9fSwiTGluZVdlaWdodCI6MS4wLCJMaW5lVHlwZSI6MCwiUGFyZW50U3R5bGUiOm51bGx9LCJWZXJ0aWNhbENvbm5lY3RvclN0eWxlIjp7IiRpZCI6IjY3OCIsIkxpbmVDb2xvciI6eyIkaWQiOiI2NzkiLCIkdHlwZSI6Ik5MUkUuQ29tbW9uLkRvbS5Tb2xpZENvbG9yQnJ1c2gsIE5MUkUuQ29tbW9uIiwiQ29sb3IiOnsiJGlkIjoiNjgwIiwiQSI6MjU1LCJSIjoyMDQsIkciOjIwNCwiQiI6MjA0fX0sIkxpbmVXZWlnaHQiOjAuMCwiTGluZVR5cGUiOjAsIlBhcmVudFN0eWxlIjpudWxsfSwiTWFyZ2luIjpudWxsLCJTdGFydERhdGVQb3NpdGlvbiI6NiwiRW5kRGF0ZVBvc2l0aW9uIjo2LCJEYXRlSXNWaXNpYmxlIjpmYWxzZSwiVGl0bGVQb3NpdGlvbiI6MywiRHVyYXRpb25Qb3NpdGlvbiI6NiwiUGVyY2VudGFnZUNvbXBsZXRlZFBvc2l0aW9uIjo2LCJTcGFjaW5nIjo0LCJJc0JlbG93VGltZWJhbmQiOnRydWUsIlBlcmNlbnRhZ2VDb21wbGV0ZVNoYXBlT3BhY2l0eSI6MzUsIkJhc2VsaW5lU3R5bGUiOnsiJGlkIjoiNjgxIiwiU2hhcGVTdHlsZSI6eyIkaWQiOiI2ODIiLCJNYXJnaW4iOnsiJGlkIjoiNjgzIiwiVG9wIjowLjAsIkxlZnQiOjAuMCwiUmlnaHQiOjAuMCwiQm90dG9tIjowLjB9LCJQYWRkaW5nIjp7IiRpZCI6IjY4NCIsIlRvcCI6MC4wLCJMZWZ0IjowLjAsIlJpZ2h0IjowLjAsIkJvdHRvbSI6MC4wfSwiQmFja2dyb3VuZCI6eyIkaWQiOiI2ODUiLCJDb2xvciI6eyIkaWQiOiI2ODYiLCJBIjoxNTMsIlIiOjAsIkciOjAsIkIiOjB9fSwiSXNWaXNpYmxlIjp0cnVlLCJXaWR0aCI6MC4wLCJIZWlnaHQiOjAuMCwiQm9yZGVyU3R5bGUiOm51bGwsIlBhcmVudFN0eWxlIjpudWxsfSwiTWFyZ2luIjp7IiRpZCI6IjY4NyIsIlRvcCI6MC4wLCJMZWZ0IjowLjAsIlJpZ2h0IjowLjAsIkJvdHRvbSI6MC4wfSwiUGFkZGluZyI6eyIkaWQiOiI2ODgiLCJUb3AiOjAuMCwiTGVmdCI6MC4wLCJSaWdodCI6MC4wLCJCb3R0b20iOjAuMH0sIkJhY2tncm91bmQiOm51bGwsIklzVmlzaWJsZSI6dHJ1ZSwiV2lkdGgiOjAuMCwiSGVpZ2h0IjowLjAsIkJvcmRlclN0eWxlIjpudWxsLCJQYXJlbnRTdHlsZSI6bnVsbH0sIlNoYXBlU3R5bGUiOnsiJGlkIjoiNjg5IiwiTWFyZ2luIjp7IiRpZCI6IjY5MCIsIlRvcCI6MC4wLCJMZWZ0Ijo0LjAsIlJpZ2h0Ijo0LjAsIkJvdHRvbSI6MC4wfSwiUGFkZGluZyI6eyIkaWQiOiI2OTEiLCJUb3AiOjAuMCwiTGVmdCI6MC4wLCJSaWdodCI6MC4wLCJCb3R0b20iOjAuMH0sIkJhY2tncm91bmQiOnsiJGlkIjoiNjkyIiwiQ29sb3IiOnsiJGlkIjoiNjkzIiwiQSI6MjU1LCJSIjoxMTIsIkciOjE3MywiQiI6NzF9fSwiSXNWaXNpYmxlIjp0cnVlLCJXaWR0aCI6MC4wLCJIZWlnaHQiOjEzLjQyNjY5Mjk2MjY0NjQ4NCwiQm9yZGVyU3R5bGUiOnsiJGlkIjoiNjk0IiwiTGluZUNvbG9yIjp7IiRpZCI6IjY5NSIsIiR0eXBlIjoiTkxSRS5Db21tb24uRG9tLlNvbGlkQ29sb3JCcnVzaCwgTkxSRS5Db21tb24iLCJDb2xvciI6eyIkaWQiOiI2OTYiLCJBIjoyNTUsIlIiOjI1NSwiRyI6MCwiQiI6MH19LCJMaW5lV2VpZ2h0IjowLjAsIkxpbmVUeXBlIjowLCJQYXJlbnRTdHlsZSI6bnVsbH0sIlBhcmVudFN0eWxlIjpudWxsfSwiVGl0bGVTdHlsZSI6eyIkaWQiOiI2OTciLCJGb250U2V0dGluZ3MiOnsiJGlkIjoiNjk4IiwiRm9udFNpemUiOjksIkZvbnROYW1lIjoiQ2FsaWJyaSIsIklzQm9sZCI6dHJ1ZSwiSXNJdGFsaWMiOmZhbHNlLCJJc1VuZGVybGluZWQiOmZhbHNlLCJQYXJlbnRTdHlsZSI6bnVsbH0sIkF1dG9TaXplIjowLCJGb3JlZ3JvdW5kIjp7IiRpZCI6IjY5OSIsIkNvbG9yIjp7IiRpZCI6IjcwMCIsIkEiOjI1NSwiUiI6MCwiRyI6MCwiQiI6MH19LCJNYXhXaWR0aCI6NzIwLjAsIk1heEhlaWdodCI6IkluZmluaXR5IiwiU21hcnRGb3JlZ3JvdW5kSXNBY3RpdmUiOmZhbHNlLCJIb3Jpem9udGFsQWxpZ25tZW50IjoxLCJWZXJ0aWNhbEFsaWdubWVudCI6MCwiU21hcnRGb3JlZ3JvdW5kIjpudWxsLCJCYWNrZ3JvdW5kRmlsbFR5cGUiOjAsIk1hcmdpbiI6eyIkaWQiOiI3MDEiLCJUb3AiOjAuMCwiTGVmdCI6MC4wLCJSaWdodCI6MC4wLCJCb3R0b20iOjAuMH0sIlBhZGRpbmciOnsiJGlkIjoiNzAyIiwiVG9wIjowLjAsIkxlZnQiOjAuMCwiUmlnaHQiOjAuMCwiQm90dG9tIjowLjB9LCJCYWNrZ3JvdW5kIjp7IiRpZCI6IjcwMyIsIkNvbG9yIjp7IiRpZCI6IjcwNCIsIkEiOjAsIlIiOjI1NSwiRyI6MjU1LCJCIjoyNTV9fSwiSXNWaXNpYmxlIjp0cnVlLCJXaWR0aCI6MC4wLCJIZWlnaHQiOjAuMCwiQm9yZGVyU3R5bGUiOnsiJGlkIjoiNzA1IiwiTGluZUNvbG9yIjpudWxsLCJMaW5lV2VpZ2h0IjowLjAsIkxpbmVUeXBlIjowLCJQYXJlbnRTdHlsZSI6bnVsbH0sIlBhcmVudFN0eWxlIjpudWxsfSwiRGF0ZVN0eWxlIjp7IiRpZCI6IjcwNiIsIkZvbnRTZXR0aW5ncyI6eyIkaWQiOiI3MDciLCJGb250U2l6ZSI6MTAsIkZvbnROYW1lIjoiQ2FsaWJyaSIsIklzQm9sZCI6ZmFsc2UsIklzSXRhbGljIjpmYWxzZSwiSXNVbmRlcmxpbmVkIjpmYWxzZSwiUGFyZW50U3R5bGUiOm51bGx9LCJBdXRvU2l6ZSI6MCwiRm9yZWdyb3VuZCI6eyIkaWQiOiI3MDgiLCJDb2xvciI6eyIkaWQiOiI3MD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cxMCIsIlRvcCI6MC4wLCJMZWZ0IjowLjAsIlJpZ2h0IjowLjAsIkJvdHRvbSI6MC4wfSwiUGFkZGluZyI6eyIkaWQiOiI3MTEiLCJUb3AiOjAuMCwiTGVmdCI6MC4wLCJSaWdodCI6MC4wLCJCb3R0b20iOjAuMH0sIkJhY2tncm91bmQiOnsiJGlkIjoiNzEyIiwiQ29sb3IiOnsiJGlkIjoiNzEzIiwiQSI6ODksIlIiOjAsIkciOjAsIkIiOjB9fSwiSXNWaXNpYmxlIjp0cnVlLCJXaWR0aCI6MC4wLCJIZWlnaHQiOjAuMCwiQm9yZGVyU3R5bGUiOnsiJGlkIjoiNzE0IiwiTGluZUNvbG9yIjpudWxsLCJMaW5lV2VpZ2h0IjowLjAsIkxpbmVUeXBlIjowLCJQYXJlbnRTdHlsZSI6bnVsbH0sIlBhcmVudFN0eWxlIjpudWxsfSwiRGF0ZUZvcm1hdCI6eyIkaWQiOiI3MT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E2IiwiRm9ybWF0IjowLCJJc1Zpc2libGUiOmZhbHNlLCJMYXN0S25vd25WaXNpYmlsaXR5U3RhdGUiOmZhbHNlfSwiSXNWaXNpYmxlIjp0cnVlLCJQYXJlbnRTdHlsZSI6bnVsbH0sIkluZGV4IjowLCJTbWFydER1cmF0aW9uQWN0aXZhdGVkIjpmYWxzZSwiRGF0ZUZvcm1hdCI6eyIkcmVmIjoiNzE1In0sIldlZWtOdW1iZXJpbmciOnsiJGlkIjoiNzE3IiwiRm9ybWF0IjowLCJJc1Zpc2libGUiOmZhbHNlLCJMYXN0S25vd25WaXNpYmlsaXR5U3RhdGUiOmZhbHNlfSwiQmFzZWxpbmVEYXRhIjp7IiRpZCI6IjcxOCIsIlN0YXJ0RGF0ZSI6IjIwMjYtMDUtMDFUMDA6MDA6MDAiLCJFbmREYXRlIjoiMjAyNi0wNi0zMFQxMTo1OTowMCJ9LCJJZCI6IjcxZmViMDg5LTdjMmItNDdkMi04Njc4LTM2NmQwNjYxOTEzYiIsIkltcG9ydElkIjpudWxsLCJUaXRsZSI6IkJFIG5ldyByYWNrIEluc3RhbGxhdGlvbiAmIEFsbCBzZXJ2ZXJzIENvbWlzc2lvbiIsIk5vdGUiOm51bGwsIkh5cGVybGluayI6eyIkaWQiOiI3MTkiLCJBZGRyZXNzIjpudWxsLCJTdWJBZGRyZXNzIjpudWxsfSwiSXNDaGFuZ2VkIjpmYWxzZSwiSXNOZXciOmZhbHNlfX1dLCJfbWlsZXN0b25lcyI6W10sIklkIjoiMDAwMDAwMDAtMDAwMC0wMDAwLTAwMDAtMDAwMDAwMDAwMDAwIiwiSXNTaW5nbGVJdGVtUm93Ijp0cnVlfSx7IiRpZCI6IjcyMCIsIl90YXNrcyI6W3siJGlkIjoiNzIxIiwiX2F0dGFjaGVkTWlsZXN0b25lcyI6W10sIlRhc2tEZWZpbml0aW9uIjp7IiRpZCI6IjcyMiIsIkdyb3VwTmFtZSI6bnVsbCwiU3RhcnREYXRlIjoiMjAyNi0wNS0wMVQwMDowMDowMFoiLCJFbmREYXRlIjoiMjAyNi0wOS0zMFQxMTo1OTowMFoiLCJQZXJjZW50YWdlQ29tcGxldGUiOm51bGwsIlN0eWxlIjp7IiRpZCI6IjcyMyIsIlNoYXBlIjo3LCJTaGFwZVRoaWNrbmVzcyI6MywiRHVyYXRpb25Gb3JtYXQiOjAsIkluY2x1ZGVOb25Xb3JraW5nRGF5c0luRHVyYXRpb24iOmZhbHNlLCJQZXJjZW50YWdlQ29tcGxldGVTdHlsZSI6eyIkaWQiOiI3MjQiLCJGb250U2V0dGluZ3MiOnsiJGlkIjoiNzI1IiwiRm9udFNpemUiOjEwLCJGb250TmFtZSI6IkNhbGlicmkiLCJJc0JvbGQiOmZhbHNlLCJJc0l0YWxpYyI6ZmFsc2UsIklzVW5kZXJsaW5lZCI6ZmFsc2UsIlBhcmVudFN0eWxlIjpudWxsfSwiQXV0b1NpemUiOjAsIkZvcmVncm91bmQiOnsiJGlkIjoiNzI2IiwiQ29sb3IiOnsiJGlkIjoiNzI3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3MjgiLCJUb3AiOjAuMCwiTGVmdCI6MC4wLCJSaWdodCI6MC4wLCJCb3R0b20iOjAuMH0sIlBhZGRpbmciOnsiJGlkIjoiNzI5IiwiVG9wIjowLjAsIkxlZnQiOjAuMCwiUmlnaHQiOjAuMCwiQm90dG9tIjowLjB9LCJCYWNrZ3JvdW5kIjp7IiRpZCI6IjczMCIsIkNvbG9yIjp7IiRpZCI6IjczMSIsIkEiOjg5LCJSIjowLCJHIjowLCJCIjowfX0sIklzVmlzaWJsZSI6dHJ1ZSwiV2lkdGgiOjAuMCwiSGVpZ2h0IjowLjAsIkJvcmRlclN0eWxlIjp7IiRpZCI6IjczMiIsIkxpbmVDb2xvciI6bnVsbCwiTGluZVdlaWdodCI6MC4wLCJMaW5lVHlwZSI6MCwiUGFyZW50U3R5bGUiOm51bGx9LCJQYXJlbnRTdHlsZSI6bnVsbH0sIkR1cmF0aW9uU3R5bGUiOnsiJGlkIjoiNzMzIiwiRm9udFNldHRpbmdzIjp7IiRpZCI6IjczNCIsIkZvbnRTaXplIjoxMCwiRm9udE5hbWUiOiJDYWxpYnJpIiwiSXNCb2xkIjpmYWxzZSwiSXNJdGFsaWMiOmZhbHNlLCJJc1VuZGVybGluZWQiOmZhbHNlLCJQYXJlbnRTdHlsZSI6bnVsbH0sIkF1dG9TaXplIjowLCJGb3JlZ3JvdW5kIjp7IiRpZCI6IjczNSIsIkNvbG9yIjp7IiRpZCI6IjczN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czNyIsIlRvcCI6MC4wLCJMZWZ0IjowLjAsIlJpZ2h0IjowLjAsIkJvdHRvbSI6MC4wfSwiUGFkZGluZyI6eyIkaWQiOiI3MzgiLCJUb3AiOjAuMCwiTGVmdCI6MC4wLCJSaWdodCI6MC4wLCJCb3R0b20iOjAuMH0sIkJhY2tncm91bmQiOnsiJGlkIjoiNzM5IiwiQ29sb3IiOnsiJGlkIjoiNzQwIiwiQSI6ODksIlIiOjAsIkciOjAsIkIiOjB9fSwiSXNWaXNpYmxlIjp0cnVlLCJXaWR0aCI6MC4wLCJIZWlnaHQiOjAuMCwiQm9yZGVyU3R5bGUiOnsiJGlkIjoiNzQxIiwiTGluZUNvbG9yIjpudWxsLCJMaW5lV2VpZ2h0IjowLjAsIkxpbmVUeXBlIjowLCJQYXJlbnRTdHlsZSI6bnVsbH0sIlBhcmVudFN0eWxlIjpudWxsfSwiSG9yaXpvbnRhbENvbm5lY3RvclN0eWxlIjp7IiRpZCI6Ijc0MiIsIkxpbmVDb2xvciI6eyIkaWQiOiI3NDMiLCIkdHlwZSI6Ik5MUkUuQ29tbW9uLkRvbS5Tb2xpZENvbG9yQnJ1c2gsIE5MUkUuQ29tbW9uIiwiQ29sb3IiOnsiJGlkIjoiNzQ0IiwiQSI6MjU1LCJSIjoyMDQsIkciOjIwNCwiQiI6MjA0fX0sIkxpbmVXZWlnaHQiOjEuMCwiTGluZVR5cGUiOjAsIlBhcmVudFN0eWxlIjpudWxsfSwiVmVydGljYWxDb25uZWN0b3JTdHlsZSI6eyIkaWQiOiI3NDUiLCJMaW5lQ29sb3IiOnsiJGlkIjoiNzQ2IiwiJHR5cGUiOiJOTFJFLkNvbW1vbi5Eb20uU29saWRDb2xvckJydXNoLCBOTFJFLkNvbW1vbiIsIkNvbG9yIjp7IiRpZCI6Ijc0NyIsIkEiOjI1NSwiUiI6MjA0LCJHIjoyMDQsIkIiOjIwNH19LCJMaW5lV2VpZ2h0IjowLjAsIkxpbmVUeXBlIjowLCJQYXJlbnRTdHlsZSI6bnVsbH0sIk1hcmdpbiI6bnVsbCwiU3RhcnREYXRlUG9zaXRpb24iOjYsIkVuZERhdGVQb3NpdGlvbiI6NiwiRGF0ZUlzVmlzaWJsZSI6ZmFsc2UsIlRpdGxlUG9zaXRpb24iOjMsIkR1cmF0aW9uUG9zaXRpb24iOjYsIlBlcmNlbnRhZ2VDb21wbGV0ZWRQb3NpdGlvbiI6NiwiU3BhY2luZyI6NCwiSXNCZWxvd1RpbWViYW5kIjp0cnVlLCJQZXJjZW50YWdlQ29tcGxldGVTaGFwZU9wYWNpdHkiOjM1LCJCYXNlbGluZVN0eWxlIjp7IiRpZCI6Ijc0OCIsIlNoYXBlU3R5bGUiOnsiJGlkIjoiNzQ5IiwiTWFyZ2luIjp7IiRpZCI6Ijc1MCIsIlRvcCI6MC4wLCJMZWZ0IjowLjAsIlJpZ2h0IjowLjAsIkJvdHRvbSI6MC4wfSwiUGFkZGluZyI6eyIkaWQiOiI3NTEiLCJUb3AiOjAuMCwiTGVmdCI6MC4wLCJSaWdodCI6MC4wLCJCb3R0b20iOjAuMH0sIkJhY2tncm91bmQiOnsiJGlkIjoiNzUyIiwiQ29sb3IiOnsiJGlkIjoiNzUzIiwiQSI6MTUzLCJSIjowLCJHIjowLCJCIjowfX0sIklzVmlzaWJsZSI6dHJ1ZSwiV2lkdGgiOjAuMCwiSGVpZ2h0IjowLjAsIkJvcmRlclN0eWxlIjpudWxsLCJQYXJlbnRTdHlsZSI6bnVsbH0sIk1hcmdpbiI6eyIkaWQiOiI3NTQiLCJUb3AiOjAuMCwiTGVmdCI6MC4wLCJSaWdodCI6MC4wLCJCb3R0b20iOjAuMH0sIlBhZGRpbmciOnsiJGlkIjoiNzU1IiwiVG9wIjowLjAsIkxlZnQiOjAuMCwiUmlnaHQiOjAuMCwiQm90dG9tIjowLjB9LCJCYWNrZ3JvdW5kIjpudWxsLCJJc1Zpc2libGUiOnRydWUsIldpZHRoIjowLjAsIkhlaWdodCI6MC4wLCJCb3JkZXJTdHlsZSI6bnVsbCwiUGFyZW50U3R5bGUiOm51bGx9LCJTaGFwZVN0eWxlIjp7IiRpZCI6Ijc1NiIsIk1hcmdpbiI6eyIkaWQiOiI3NTciLCJUb3AiOjAuMCwiTGVmdCI6NC4wLCJSaWdodCI6NC4wLCJCb3R0b20iOjAuMH0sIlBhZGRpbmciOnsiJGlkIjoiNzU4IiwiVG9wIjowLjAsIkxlZnQiOjAuMCwiUmlnaHQiOjAuMCwiQm90dG9tIjowLjB9LCJCYWNrZ3JvdW5kIjp7IiRpZCI6Ijc1OSIsIkNvbG9yIjp7IiRpZCI6Ijc2MCIsIkEiOjI1NSwiUiI6MTEyLCJHIjoxNzMsIkIiOjcxfX0sIklzVmlzaWJsZSI6dHJ1ZSwiV2lkdGgiOjYwLjk2NjUzMzY2MDg4ODY3MiwiSGVpZ2h0IjoxMy40MjY2MTM4MDc2NzgyMjMsIkJvcmRlclN0eWxlIjp7IiRpZCI6Ijc2MSIsIkxpbmVDb2xvciI6eyIkaWQiOiI3NjIiLCIkdHlwZSI6Ik5MUkUuQ29tbW9uLkRvbS5Tb2xpZENvbG9yQnJ1c2gsIE5MUkUuQ29tbW9uIiwiQ29sb3IiOnsiJGlkIjoiNzYzIiwiQSI6MjU1LCJSIjoyNTUsIkciOjAsIkIiOjB9fSwiTGluZVdlaWdodCI6MC4wLCJMaW5lVHlwZSI6MCwiUGFyZW50U3R5bGUiOm51bGx9LCJQYXJlbnRTdHlsZSI6bnVsbH0sIlRpdGxlU3R5bGUiOnsiJGlkIjoiNzY0IiwiRm9udFNldHRpbmdzIjp7IiRpZCI6Ijc2NSIsIkZvbnRTaXplIjo5LCJGb250TmFtZSI6IkNhbGlicmkiLCJJc0JvbGQiOnRydWUsIklzSXRhbGljIjpmYWxzZSwiSXNVbmRlcmxpbmVkIjpmYWxzZSwiUGFyZW50U3R5bGUiOm51bGx9LCJBdXRvU2l6ZSI6MiwiRm9yZWdyb3VuZCI6eyIkaWQiOiI3NjYiLCJDb2xvciI6eyIkaWQiOiI3NjciLCJBIjoyNTUsIlIiOjAsIkciOjAsIkIiOjB9fSwiTWF4V2lkdGgiOjYzLjk0NDMzMjEyMjgwMjczNCwiTWF4SGVpZ2h0IjoiSW5maW5pdHkiLCJTbWFydEZvcmVncm91bmRJc0FjdGl2ZSI6ZmFsc2UsIkhvcml6b250YWxBbGlnbm1lbnQiOjIsIlZlcnRpY2FsQWxpZ25tZW50IjowLCJTbWFydEZvcmVncm91bmQiOm51bGwsIkJhY2tncm91bmRGaWxsVHlwZSI6MCwiTWFyZ2luIjp7IiRpZCI6Ijc2OCIsIlRvcCI6MC4wLCJMZWZ0IjowLjAsIlJpZ2h0IjowLjAsIkJvdHRvbSI6MC4wfSwiUGFkZGluZyI6eyIkaWQiOiI3NjkiLCJUb3AiOjAuMCwiTGVmdCI6MC4wLCJSaWdodCI6MC4wLCJCb3R0b20iOjAuMH0sIkJhY2tncm91bmQiOnsiJGlkIjoiNzcwIiwiQ29sb3IiOnsiJGlkIjoiNzcxIiwiQSI6MCwiUiI6MjU1LCJHIjoyNTUsIkIiOjI1NX19LCJJc1Zpc2libGUiOnRydWUsIldpZHRoIjowLjAsIkhlaWdodCI6MC4wLCJCb3JkZXJTdHlsZSI6eyIkaWQiOiI3NzIiLCJMaW5lQ29sb3IiOm51bGwsIkxpbmVXZWlnaHQiOjAuMCwiTGluZVR5cGUiOjAsIlBhcmVudFN0eWxlIjpudWxsfSwiUGFyZW50U3R5bGUiOm51bGx9LCJEYXRlU3R5bGUiOnsiJGlkIjoiNzczIiwiRm9udFNldHRpbmdzIjp7IiRpZCI6Ijc3NCIsIkZvbnRTaXplIjoxMCwiRm9udE5hbWUiOiJDYWxpYnJpIiwiSXNCb2xkIjpmYWxzZSwiSXNJdGFsaWMiOmZhbHNlLCJJc1VuZGVybGluZWQiOmZhbHNlLCJQYXJlbnRTdHlsZSI6bnVsbH0sIkF1dG9TaXplIjowLCJGb3JlZ3JvdW5kIjp7IiRpZCI6Ijc3NSIsIkNvbG9yIjp7IiRpZCI6Ijc3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zc3IiwiVG9wIjowLjAsIkxlZnQiOjAuMCwiUmlnaHQiOjAuMCwiQm90dG9tIjowLjB9LCJQYWRkaW5nIjp7IiRpZCI6Ijc3OCIsIlRvcCI6MC4wLCJMZWZ0IjowLjAsIlJpZ2h0IjowLjAsIkJvdHRvbSI6MC4wfSwiQmFja2dyb3VuZCI6eyIkaWQiOiI3NzkiLCJDb2xvciI6eyIkaWQiOiI3ODAiLCJBIjo4OSwiUiI6MCwiRyI6MCwiQiI6MH19LCJJc1Zpc2libGUiOnRydWUsIldpZHRoIjowLjAsIkhlaWdodCI6MC4wLCJCb3JkZXJTdHlsZSI6eyIkaWQiOiI3ODEiLCJMaW5lQ29sb3IiOm51bGwsIkxpbmVXZWlnaHQiOjAuMCwiTGluZVR5cGUiOjAsIlBhcmVudFN0eWxlIjpudWxsfSwiUGFyZW50U3R5bGUiOm51bGx9LCJEYXRlRm9ybWF0Ijp7IiRpZCI6Ijc4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ODMiLCJGb3JtYXQiOjAsIklzVmlzaWJsZSI6ZmFsc2UsIkxhc3RLbm93blZpc2liaWxpdHlTdGF0ZSI6ZmFsc2V9LCJJc1Zpc2libGUiOnRydWUsIlBhcmVudFN0eWxlIjpudWxsfSwiSW5kZXgiOjEsIlNtYXJ0RHVyYXRpb25BY3RpdmF0ZWQiOmZhbHNlLCJEYXRlRm9ybWF0Ijp7IiRyZWYiOiI3ODIifSwiV2Vla051bWJlcmluZyI6eyIkaWQiOiI3ODQiLCJGb3JtYXQiOjAsIklzVmlzaWJsZSI6ZmFsc2UsIkxhc3RLbm93blZpc2liaWxpdHlTdGF0ZSI6ZmFsc2V9LCJCYXNlbGluZURhdGEiOnsiJGlkIjoiNzg1IiwiU3RhcnREYXRlIjoiMjAyNi0wNS0wMVQwMDowMDowMCIsIkVuZERhdGUiOiIyMDI2LTA5LTMwVDExOjU5OjAwIn0sIklkIjoiZGI4NDFiMmQtYzBiNS00MzRlLTgzMDAtOGNkNGQ0ZTU0MGJjIiwiSW1wb3J0SWQiOm51bGwsIlRpdGxlIjoiRkUgU2lkZSBieSBzaWRlIiwiTm90ZSI6bnVsbCwiSHlwZXJsaW5rIjp7IiRpZCI6Ijc4NiIsIkFkZHJlc3MiOm51bGwsIlN1YkFkZHJlc3MiOm51bGx9LCJJc0NoYW5nZWQiOmZhbHNlLCJJc05ldyI6ZmFsc2V9fV0sIl9taWxlc3RvbmVzIjpbXSwiSWQiOiIwMDAwMDAwMC0wMDAwLTAwMDAtMDAwMC0wMDAwMDAwMDAwMDAiLCJJc1NpbmdsZUl0ZW1Sb3ciOnRydWV9LHsiJGlkIjoiNzg3IiwiX3Rhc2tzIjpbeyIkaWQiOiI3ODgiLCJfYXR0YWNoZWRNaWxlc3RvbmVzIjpbXSwiVGFza0RlZmluaXRpb24iOnsiJGlkIjoiNzg5IiwiR3JvdXBOYW1lIjpudWxsLCJTdGFydERhdGUiOiIyMDI2LTA3LTAxVDAwOjAwOjAwWiIsIkVuZERhdGUiOiIyMDI2LTA3LTE2VDExOjU5OjAwWiIsIlBlcmNlbnRhZ2VDb21wbGV0ZSI6bnVsbCwiU3R5bGUiOnsiJGlkIjoiNzkwIiwiU2hhcGUiOjcsIlNoYXBlVGhpY2tuZXNzIjozLCJEdXJhdGlvbkZvcm1hdCI6NSwiSW5jbHVkZU5vbldvcmtpbmdEYXlzSW5EdXJhdGlvbiI6ZmFsc2UsIlBlcmNlbnRhZ2VDb21wbGV0ZVN0eWxlIjp7IiRpZCI6Ijc5MSIsIkZvbnRTZXR0aW5ncyI6eyIkaWQiOiI3OTIiLCJGb250U2l6ZSI6MTAsIkZvbnROYW1lIjoiQ2FsaWJyaSIsIklzQm9sZCI6ZmFsc2UsIklzSXRhbGljIjpmYWxzZSwiSXNVbmRlcmxpbmVkIjpmYWxzZSwiUGFyZW50U3R5bGUiOm51bGx9LCJBdXRvU2l6ZSI6MCwiRm9yZWdyb3VuZCI6eyIkaWQiOiI3OTMiLCJDb2xvciI6eyIkaWQiOiI3OTQ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pZCI6Ijc5NSIsIlRvcCI6MC4wLCJMZWZ0IjowLjAsIlJpZ2h0IjowLjAsIkJvdHRvbSI6MC4wfSwiUGFkZGluZyI6eyIkaWQiOiI3OTYiLCJUb3AiOjAuMCwiTGVmdCI6MC4wLCJSaWdodCI6MC4wLCJCb3R0b20iOjAuMH0sIkJhY2tncm91bmQiOnsiJGlkIjoiNzk3IiwiQ29sb3IiOnsiJGlkIjoiNzk4IiwiQSI6ODksIlIiOjAsIkciOjAsIkIiOjB9fSwiSXNWaXNpYmxlIjp0cnVlLCJXaWR0aCI6MC4wLCJIZWlnaHQiOjAuMCwiQm9yZGVyU3R5bGUiOnsiJGlkIjoiNzk5IiwiTGluZUNvbG9yIjpudWxsLCJMaW5lV2VpZ2h0IjowLjAsIkxpbmVUeXBlIjowLCJQYXJlbnRTdHlsZSI6bnVsbH0sIlBhcmVudFN0eWxlIjpudWxsfSwiRHVyYXRpb25TdHlsZSI6eyIkaWQiOiI4MDAiLCJGb250U2V0dGluZ3MiOnsiJGlkIjoiODAxIiwiRm9udFNpemUiOjEwLCJGb250TmFtZSI6IkNhbGlicmkiLCJJc0JvbGQiOnRydWUsIklzSXRhbGljIjpmYWxzZSwiSXNVbmRlcmxpbmVkIjpmYWxzZSwiUGFyZW50U3R5bGUiOm51bGx9LCJBdXRvU2l6ZSI6MCwiRm9yZWdyb3VuZCI6eyIkaWQiOiI4MDIiLCJDb2xvciI6eyIkaWQiOiI4MDMiLCJBIjoyNTUsIlIiOjU2LCJHIjo4NywiQiI6MzV9fSwiTWF4V2lkdGgiOjIwMC4wLCJNYXhIZWlnaHQiOiJJbmZpbml0eSIsIlNtYXJ0Rm9yZWdyb3VuZElzQWN0aXZlIjpmYWxzZSwiSG9yaXpvbnRhbEFsaWdubWVudCI6MCwiVmVydGljYWxBbGlnbm1lbnQiOjAsIlNtYXJ0Rm9yZWdyb3VuZCI6bnVsbCwiQmFja2dyb3VuZEZpbGxUeXBlIjowLCJNYXJnaW4iOnsiJGlkIjoiODA0IiwiVG9wIjowLjAsIkxlZnQiOjAuMCwiUmlnaHQiOjAuMCwiQm90dG9tIjowLjB9LCJQYWRkaW5nIjp7IiRpZCI6IjgwNSIsIlRvcCI6MC4wLCJMZWZ0IjowLjAsIlJpZ2h0IjowLjAsIkJvdHRvbSI6MC4wfSwiQmFja2dyb3VuZCI6eyIkaWQiOiI4MDYiLCJDb2xvciI6eyIkaWQiOiI4MDciLCJBIjowLCJSIjoyNTUsIkciOjI1NSwiQiI6MjU1fX0sIklzVmlzaWJsZSI6dHJ1ZSwiV2lkdGgiOjAuMCwiSGVpZ2h0IjowLjAsIkJvcmRlclN0eWxlIjp7IiRpZCI6IjgwOCIsIkxpbmVDb2xvciI6bnVsbCwiTGluZVdlaWdodCI6MC4wLCJMaW5lVHlwZSI6MCwiUGFyZW50U3R5bGUiOm51bGx9LCJQYXJlbnRTdHlsZSI6bnVsbH0sIkhvcml6b250YWxDb25uZWN0b3JTdHlsZSI6eyIkaWQiOiI4MDkiLCJMaW5lQ29sb3IiOnsiJGlkIjoiODEwIiwiJHR5cGUiOiJOTFJFLkNvbW1vbi5Eb20uU29saWRDb2xvckJydXNoLCBOTFJFLkNvbW1vbiIsIkNvbG9yIjp7IiRpZCI6IjgxMSIsIkEiOjI1NSwiUiI6MjA0LCJHIjoyMDQsIkIiOjIwNH19LCJMaW5lV2VpZ2h0IjoxLjAsIkxpbmVUeXBlIjowLCJQYXJlbnRTdHlsZSI6bnVsbH0sIlZlcnRpY2FsQ29ubmVjdG9yU3R5bGUiOnsiJGlkIjoiODEyIiwiTGluZUNvbG9yIjp7IiRpZCI6IjgxMyIsIiR0eXBlIjoiTkxSRS5Db21tb24uRG9tLlNvbGlkQ29sb3JCcnVzaCwgTkxSRS5Db21tb24iLCJDb2xvciI6eyIkaWQiOiI4MTQiLCJBIjoyNTUsIlIiOjIwNCwiRyI6MjA0LCJCIjoyMDR9fSwiTGluZVdlaWdodCI6MC4wLCJMaW5lVHlwZSI6MCwiUGFyZW50U3R5bGUiOm51bGx9LCJNYXJnaW4iOm51bGwsIlN0YXJ0RGF0ZVBvc2l0aW9uIjo2LCJFbmREYXRlUG9zaXRpb24iOjYsIkRhdGVJc1Zpc2libGUiOmZhbHNlLCJUaXRsZVBvc2l0aW9uIjozLCJEdXJhdGlvblBvc2l0aW9uIjo2LCJQZXJjZW50YWdlQ29tcGxldGVkUG9zaXRpb24iOjYsIlNwYWNpbmciOjQsIklzQmVsb3dUaW1lYmFuZCI6dHJ1ZSwiUGVyY2VudGFnZUNvbXBsZXRlU2hhcGVPcGFjaXR5IjozNSwiQmFzZWxpbmVTdHlsZSI6eyIkaWQiOiI4MTUiLCJTaGFwZVN0eWxlIjp7IiRpZCI6IjgxNiIsIk1hcmdpbiI6eyIkaWQiOiI4MTciLCJUb3AiOjAuMCwiTGVmdCI6MC4wLCJSaWdodCI6MC4wLCJCb3R0b20iOjAuMH0sIlBhZGRpbmciOnsiJGlkIjoiODE4IiwiVG9wIjowLjAsIkxlZnQiOjAuMCwiUmlnaHQiOjAuMCwiQm90dG9tIjowLjB9LCJCYWNrZ3JvdW5kIjp7IiRpZCI6IjgxOSIsIkNvbG9yIjp7IiRpZCI6IjgyMCIsIkEiOjE1MywiUiI6MCwiRyI6MCwiQiI6MH19LCJJc1Zpc2libGUiOnRydWUsIldpZHRoIjowLjAsIkhlaWdodCI6MC4wLCJCb3JkZXJTdHlsZSI6bnVsbCwiUGFyZW50U3R5bGUiOm51bGx9LCJNYXJnaW4iOnsiJGlkIjoiODIxIiwiVG9wIjowLjAsIkxlZnQiOjAuMCwiUmlnaHQiOjAuMCwiQm90dG9tIjowLjB9LCJQYWRkaW5nIjp7IiRpZCI6IjgyMiIsIlRvcCI6MC4wLCJMZWZ0IjowLjAsIlJpZ2h0IjowLjAsIkJvdHRvbSI6MC4wfSwiQmFja2dyb3VuZCI6bnVsbCwiSXNWaXNpYmxlIjp0cnVlLCJXaWR0aCI6MC4wLCJIZWlnaHQiOjAuMCwiQm9yZGVyU3R5bGUiOm51bGwsIlBhcmVudFN0eWxlIjpudWxsfSwiU2hhcGVTdHlsZSI6eyIkaWQiOiI4MjMiLCJNYXJnaW4iOnsiJGlkIjoiODI0IiwiVG9wIjowLjAsIkxlZnQiOjQuMCwiUmlnaHQiOjQuMCwiQm90dG9tIjowLjB9LCJQYWRkaW5nIjp7IiRpZCI6IjgyNSIsIlRvcCI6MC4wLCJMZWZ0IjowLjAsIlJpZ2h0IjowLjAsIkJvdHRvbSI6MC4wfSwiQmFja2dyb3VuZCI6eyIkaWQiOiI4MjYiLCJDb2xvciI6eyIkaWQiOiI4MjciLCJBIjoyNTUsIlIiOjExMiwiRyI6MTczLCJCIjo3MX19LCJJc1Zpc2libGUiOnRydWUsIldpZHRoIjowLjAsIkhlaWdodCI6MTMuNDI2NjkyOTYyNjQ2NDg0LCJCb3JkZXJTdHlsZSI6eyIkaWQiOiI4MjgiLCJMaW5lQ29sb3IiOnsiJGlkIjoiODI5IiwiJHR5cGUiOiJOTFJFLkNvbW1vbi5Eb20uU29saWRDb2xvckJydXNoLCBOTFJFLkNvbW1vbiIsIkNvbG9yIjp7IiRpZCI6IjgzMCIsIkEiOjI1NSwiUiI6MjU1LCJHIjowLCJCIjowfX0sIkxpbmVXZWlnaHQiOjAuMCwiTGluZVR5cGUiOjAsIlBhcmVudFN0eWxlIjpudWxsfSwiUGFyZW50U3R5bGUiOm51bGx9LCJUaXRsZVN0eWxlIjp7IiRpZCI6IjgzMSIsIkZvbnRTZXR0aW5ncyI6eyIkaWQiOiI4MzIiLCJGb250U2l6ZSI6OSwiRm9udE5hbWUiOiJDYWxpYnJpIiwiSXNCb2xkIjp0cnVlLCJJc0l0YWxpYyI6ZmFsc2UsIklzVW5kZXJsaW5lZCI6ZmFsc2UsIlBhcmVudFN0eWxlIjpudWxsfSwiQXV0b1NpemUiOjAsIkZvcmVncm91bmQiOnsiJGlkIjoiODMzIiwiQ29sb3IiOnsiJGlkIjoiODM0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gzNSIsIlRvcCI6MC4wLCJMZWZ0IjowLjAsIlJpZ2h0IjowLjAsIkJvdHRvbSI6MC4wfSwiUGFkZGluZyI6eyIkaWQiOiI4MzYiLCJUb3AiOjAuMCwiTGVmdCI6MC4wLCJSaWdodCI6MC4wLCJCb3R0b20iOjAuMH0sIkJhY2tncm91bmQiOnsiJGlkIjoiODM3IiwiQ29sb3IiOnsiJGlkIjoiODM4IiwiQSI6MCwiUiI6MjU1LCJHIjoyNTUsIkIiOjI1NX19LCJJc1Zpc2libGUiOnRydWUsIldpZHRoIjowLjAsIkhlaWdodCI6MC4wLCJCb3JkZXJTdHlsZSI6eyIkaWQiOiI4MzkiLCJMaW5lQ29sb3IiOm51bGwsIkxpbmVXZWlnaHQiOjAuMCwiTGluZVR5cGUiOjAsIlBhcmVudFN0eWxlIjpudWxsfSwiUGFyZW50U3R5bGUiOm51bGx9LCJEYXRlU3R5bGUiOnsiJGlkIjoiODQwIiwiRm9udFNldHRpbmdzIjp7IiRpZCI6Ijg0MSIsIkZvbnRTaXplIjoxMCwiRm9udE5hbWUiOiJDYWxpYnJpIiwiSXNCb2xkIjpmYWxzZSwiSXNJdGFsaWMiOmZhbHNlLCJJc1VuZGVybGluZWQiOmZhbHNlLCJQYXJlbnRTdHlsZSI6bnVsbH0sIkF1dG9TaXplIjowLCJGb3JlZ3JvdW5kIjp7IiRpZCI6Ijg0MiIsIkNvbG9yIjp7IiRpZCI6Ijg0M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ODQ0IiwiVG9wIjowLjAsIkxlZnQiOjAuMCwiUmlnaHQiOjAuMCwiQm90dG9tIjowLjB9LCJQYWRkaW5nIjp7IiRpZCI6Ijg0NSIsIlRvcCI6MC4wLCJMZWZ0IjowLjAsIlJpZ2h0IjowLjAsIkJvdHRvbSI6MC4wfSwiQmFja2dyb3VuZCI6eyIkaWQiOiI4NDYiLCJDb2xvciI6eyIkaWQiOiI4NDciLCJBIjo4OSwiUiI6MCwiRyI6MCwiQiI6MH19LCJJc1Zpc2libGUiOnRydWUsIldpZHRoIjowLjAsIkhlaWdodCI6MC4wLCJCb3JkZXJTdHlsZSI6eyIkaWQiOiI4NDgiLCJMaW5lQ29sb3IiOm51bGwsIkxpbmVXZWlnaHQiOjAuMCwiTGluZVR5cGUiOjAsIlBhcmVudFN0eWxlIjpudWxsfSwiUGFyZW50U3R5bGUiOm51bGx9LCJEYXRlRm9ybWF0Ijp7IiRpZCI6Ijg0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NTAiLCJGb3JtYXQiOjAsIklzVmlzaWJsZSI6ZmFsc2UsIkxhc3RLbm93blZpc2liaWxpdHlTdGF0ZSI6ZmFsc2V9LCJJc1Zpc2libGUiOnRydWUsIlBhcmVudFN0eWxlIjpudWxsfSwiSW5kZXgiOjIsIlNtYXJ0RHVyYXRpb25BY3RpdmF0ZWQiOmZhbHNlLCJEYXRlRm9ybWF0Ijp7IiRyZWYiOiI4NDkifSwiV2Vla051bWJlcmluZyI6eyIkaWQiOiI4NTEiLCJGb3JtYXQiOjAsIklzVmlzaWJsZSI6ZmFsc2UsIkxhc3RLbm93blZpc2liaWxpdHlTdGF0ZSI6ZmFsc2V9LCJCYXNlbGluZURhdGEiOnsiJGlkIjoiODUyIiwiU3RhcnREYXRlIjoiMjAyNi0wNy0wMVQwMDowMDowMCIsIkVuZERhdGUiOiIyMDI2LTA3LTE2VDExOjU5OjAwIn0sIklkIjoiZmE4ODg2YjctNjlhNS00YzAyLTgxN2EtYWJhNTQ1NzZlOTIxIiwiSW1wb3J0SWQiOm51bGwsIlRpdGxlIjoiTmV3IEdQREIgaW5zdGFsbGF0aW9uIGFuZCBpbnRlZ3JhdGlvbiIsIk5vdGUiOm51bGwsIkh5cGVybGluayI6eyIkaWQiOiI4NTMiLCJBZGRyZXNzIjpudWxsLCJTdWJBZGRyZXNzIjpudWxsfSwiSXNDaGFuZ2VkIjpmYWxzZSwiSXNOZXciOmZhbHNlfX1dLCJfbWlsZXN0b25lcyI6W10sIklkIjoiMDAwMDAwMDAtMDAwMC0wMDAwLTAwMDAtMDAwMDAwMDAwMDAwIiwiSXNTaW5nbGVJdGVtUm93Ijp0cnVlfSx7IiRpZCI6Ijg1NCIsIl90YXNrcyI6W3siJGlkIjoiODU1IiwiX2F0dGFjaGVkTWlsZXN0b25lcyI6W10sIlRhc2tEZWZpbml0aW9uIjp7IiRpZCI6Ijg1NiIsIkdyb3VwTmFtZSI6bnVsbCwiU3RhcnREYXRlIjoiMjAyNi0wNy0xOVQwMDowMDowMFoiLCJFbmREYXRlIjoiMjAyNi0wNy0zMFQxMTo1OTowMFoiLCJQZXJjZW50YWdlQ29tcGxldGUiOm51bGwsIlN0eWxlIjp7IiRpZCI6Ijg1NyIsIlNoYXBlIjo3LCJTaGFwZVRoaWNrbmVzcyI6MywiRHVyYXRpb25Gb3JtYXQiOjUsIkluY2x1ZGVOb25Xb3JraW5nRGF5c0luRHVyYXRpb24iOmZhbHNlLCJQZXJjZW50YWdlQ29tcGxldGVTdHlsZSI6eyIkaWQiOiI4NTgiLCJGb250U2V0dGluZ3MiOnsiJGlkIjoiODU5IiwiRm9udFNpemUiOjEwLCJGb250TmFtZSI6IkNhbGlicmkiLCJJc0JvbGQiOmZhbHNlLCJJc0l0YWxpYyI6ZmFsc2UsIklzVW5kZXJsaW5lZCI6ZmFsc2UsIlBhcmVudFN0eWxlIjpudWxsfSwiQXV0b1NpemUiOjAsIkZvcmVncm91bmQiOnsiJGlkIjoiODYwIiwiQ29sb3IiOnsiJGlkIjoiODYx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4NjIiLCJUb3AiOjAuMCwiTGVmdCI6MC4wLCJSaWdodCI6MC4wLCJCb3R0b20iOjAuMH0sIlBhZGRpbmciOnsiJGlkIjoiODYzIiwiVG9wIjowLjAsIkxlZnQiOjAuMCwiUmlnaHQiOjAuMCwiQm90dG9tIjowLjB9LCJCYWNrZ3JvdW5kIjp7IiRpZCI6Ijg2NCIsIkNvbG9yIjp7IiRpZCI6Ijg2NSIsIkEiOjg5LCJSIjowLCJHIjowLCJCIjowfX0sIklzVmlzaWJsZSI6dHJ1ZSwiV2lkdGgiOjAuMCwiSGVpZ2h0IjowLjAsIkJvcmRlclN0eWxlIjp7IiRpZCI6Ijg2NiIsIkxpbmVDb2xvciI6bnVsbCwiTGluZVdlaWdodCI6MC4wLCJMaW5lVHlwZSI6MCwiUGFyZW50U3R5bGUiOm51bGx9LCJQYXJlbnRTdHlsZSI6bnVsbH0sIkR1cmF0aW9uU3R5bGUiOnsiJGlkIjoiODY3IiwiRm9udFNldHRpbmdzIjp7IiRpZCI6Ijg2OCIsIkZvbnRTaXplIjoxMCwiRm9udE5hbWUiOiJDYWxpYnJpIiwiSXNCb2xkIjp0cnVlLCJJc0l0YWxpYyI6ZmFsc2UsIklzVW5kZXJsaW5lZCI6ZmFsc2UsIlBhcmVudFN0eWxlIjpudWxsfSwiQXV0b1NpemUiOjAsIkZvcmVncm91bmQiOnsiJGlkIjoiODY5IiwiQ29sb3IiOnsiJGlkIjoiODc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4NzEiLCJUb3AiOjAuMCwiTGVmdCI6MC4wLCJSaWdodCI6MC4wLCJCb3R0b20iOjAuMH0sIlBhZGRpbmciOnsiJGlkIjoiODcyIiwiVG9wIjowLjAsIkxlZnQiOjAuMCwiUmlnaHQiOjAuMCwiQm90dG9tIjowLjB9LCJCYWNrZ3JvdW5kIjp7IiRpZCI6Ijg3MyIsIkNvbG9yIjp7IiRpZCI6Ijg3NCIsIkEiOjg5LCJSIjowLCJHIjowLCJCIjowfX0sIklzVmlzaWJsZSI6dHJ1ZSwiV2lkdGgiOjAuMCwiSGVpZ2h0IjowLjAsIkJvcmRlclN0eWxlIjp7IiRpZCI6Ijg3NSIsIkxpbmVDb2xvciI6bnVsbCwiTGluZVdlaWdodCI6MC4wLCJMaW5lVHlwZSI6MCwiUGFyZW50U3R5bGUiOm51bGx9LCJQYXJlbnRTdHlsZSI6bnVsbH0sIkhvcml6b250YWxDb25uZWN0b3JTdHlsZSI6eyIkaWQiOiI4NzYiLCJMaW5lQ29sb3IiOnsiJGlkIjoiODc3IiwiJHR5cGUiOiJOTFJFLkNvbW1vbi5Eb20uU29saWRDb2xvckJydXNoLCBOTFJFLkNvbW1vbiIsIkNvbG9yIjp7IiRpZCI6Ijg3OCIsIkEiOjI1NSwiUiI6MjA0LCJHIjoyMDQsIkIiOjIwNH19LCJMaW5lV2VpZ2h0IjoxLjAsIkxpbmVUeXBlIjowLCJQYXJlbnRTdHlsZSI6bnVsbH0sIlZlcnRpY2FsQ29ubmVjdG9yU3R5bGUiOnsiJGlkIjoiODc5IiwiTGluZUNvbG9yIjp7IiRpZCI6Ijg4MCIsIiR0eXBlIjoiTkxSRS5Db21tb24uRG9tLlNvbGlkQ29sb3JCcnVzaCwgTkxSRS5Db21tb24iLCJDb2xvciI6eyIkaWQiOiI4ODEiLCJBIjoyNTUsIlIiOjIwNCwiRyI6MjA0LCJCIjoyMDR9fSwiTGluZVdlaWdodCI6MC4wLCJMaW5lVHlwZSI6MCwiUGFyZW50U3R5bGUiOm51bGx9LCJNYXJnaW4iOm51bGwsIlN0YXJ0RGF0ZVBvc2l0aW9uIjo2LCJFbmREYXRlUG9zaXRpb24iOjYsIkRhdGVJc1Zpc2libGUiOmZhbHNlLCJUaXRsZVBvc2l0aW9uIjozLCJEdXJhdGlvblBvc2l0aW9uIjo2LCJQZXJjZW50YWdlQ29tcGxldGVkUG9zaXRpb24iOjYsIlNwYWNpbmciOjQsIklzQmVsb3dUaW1lYmFuZCI6dHJ1ZSwiUGVyY2VudGFnZUNvbXBsZXRlU2hhcGVPcGFjaXR5IjozNSwiQmFzZWxpbmVTdHlsZSI6eyIkaWQiOiI4ODIiLCJTaGFwZVN0eWxlIjp7IiRpZCI6Ijg4MyIsIk1hcmdpbiI6eyIkaWQiOiI4ODQiLCJUb3AiOjAuMCwiTGVmdCI6MC4wLCJSaWdodCI6MC4wLCJCb3R0b20iOjAuMH0sIlBhZGRpbmciOnsiJGlkIjoiODg1IiwiVG9wIjowLjAsIkxlZnQiOjAuMCwiUmlnaHQiOjAuMCwiQm90dG9tIjowLjB9LCJCYWNrZ3JvdW5kIjp7IiRpZCI6Ijg4NiIsIkNvbG9yIjp7IiRpZCI6Ijg4NyIsIkEiOjE1MywiUiI6MCwiRyI6MCwiQiI6MH19LCJJc1Zpc2libGUiOnRydWUsIldpZHRoIjowLjAsIkhlaWdodCI6MC4wLCJCb3JkZXJTdHlsZSI6bnVsbCwiUGFyZW50U3R5bGUiOm51bGx9LCJNYXJnaW4iOnsiJGlkIjoiODg4IiwiVG9wIjowLjAsIkxlZnQiOjAuMCwiUmlnaHQiOjAuMCwiQm90dG9tIjowLjB9LCJQYWRkaW5nIjp7IiRpZCI6Ijg4OSIsIlRvcCI6MC4wLCJMZWZ0IjowLjAsIlJpZ2h0IjowLjAsIkJvdHRvbSI6MC4wfSwiQmFja2dyb3VuZCI6bnVsbCwiSXNWaXNpYmxlIjp0cnVlLCJXaWR0aCI6MC4wLCJIZWlnaHQiOjAuMCwiQm9yZGVyU3R5bGUiOm51bGwsIlBhcmVudFN0eWxlIjpudWxsfSwiU2hhcGVTdHlsZSI6eyIkaWQiOiI4OTAiLCJNYXJnaW4iOnsiJGlkIjoiODkxIiwiVG9wIjowLjAsIkxlZnQiOjQuMCwiUmlnaHQiOjQuMCwiQm90dG9tIjowLjB9LCJQYWRkaW5nIjp7IiRpZCI6Ijg5MiIsIlRvcCI6MC4wLCJMZWZ0IjowLjAsIlJpZ2h0IjowLjAsIkJvdHRvbSI6MC4wfSwiQmFja2dyb3VuZCI6eyIkaWQiOiI4OTMiLCJDb2xvciI6eyIkaWQiOiI4OTQiLCJBIjoyNTUsIlIiOjExMiwiRyI6MTczLCJCIjo3MX19LCJJc1Zpc2libGUiOnRydWUsIldpZHRoIjoxMTguNzA5OTk5MDg0NDcyNjYsIkhlaWdodCI6MTUuNDI2NjEzODA3Njc4MjIzLCJCb3JkZXJTdHlsZSI6eyIkaWQiOiI4OTUiLCJMaW5lQ29sb3IiOnsiJGlkIjoiODk2IiwiJHR5cGUiOiJOTFJFLkNvbW1vbi5Eb20uU29saWRDb2xvckJydXNoLCBOTFJFLkNvbW1vbiIsIkNvbG9yIjp7IiRpZCI6Ijg5NyIsIkEiOjI1NSwiUiI6MjU1LCJHIjowLCJCIjowfX0sIkxpbmVXZWlnaHQiOjAuMCwiTGluZVR5cGUiOjAsIlBhcmVudFN0eWxlIjpudWxsfSwiUGFyZW50U3R5bGUiOm51bGx9LCJUaXRsZVN0eWxlIjp7IiRpZCI6Ijg5OCIsIkZvbnRTZXR0aW5ncyI6eyIkaWQiOiI4OTkiLCJGb250U2l6ZSI6OSwiRm9udE5hbWUiOiJDYWxpYnJpIiwiSXNCb2xkIjp0cnVlLCJJc0l0YWxpYyI6ZmFsc2UsIklzVW5kZXJsaW5lZCI6ZmFsc2UsIlBhcmVudFN0eWxlIjpudWxsfSwiQXV0b1NpemUiOjAsIkZvcmVncm91bmQiOnsiJGlkIjoiOTAwIiwiQ29sb3IiOnsiJGlkIjoiOTAxIiwiQSI6MjU1LCJSIjowLCJHIjowLCJCIjowfX0sIk1heFdpZHRoIjo3MjAuMCwiTWF4SGVpZ2h0IjoiSW5maW5pdHkiLCJTbWFydEZvcmVncm91bmRJc0FjdGl2ZSI6ZmFsc2UsIkhvcml6b250YWxBbGlnbm1lbnQiOjIsIlZlcnRpY2FsQWxpZ25tZW50IjowLCJTbWFydEZvcmVncm91bmQiOm51bGwsIkJhY2tncm91bmRGaWxsVHlwZSI6MCwiTWFyZ2luIjp7IiRpZCI6IjkwMiIsIlRvcCI6MC4wLCJMZWZ0IjowLjAsIlJpZ2h0IjowLjAsIkJvdHRvbSI6MC4wfSwiUGFkZGluZyI6eyIkaWQiOiI5MDMiLCJUb3AiOjAuMCwiTGVmdCI6MC4wLCJSaWdodCI6MC4wLCJCb3R0b20iOjAuMH0sIkJhY2tncm91bmQiOnsiJGlkIjoiOTA0IiwiQ29sb3IiOnsiJGlkIjoiOTA1IiwiQSI6MCwiUiI6MjU1LCJHIjoyNTUsIkIiOjI1NX19LCJJc1Zpc2libGUiOnRydWUsIldpZHRoIjowLjAsIkhlaWdodCI6MC4wLCJCb3JkZXJTdHlsZSI6eyIkaWQiOiI5MDYiLCJMaW5lQ29sb3IiOm51bGwsIkxpbmVXZWlnaHQiOjAuMCwiTGluZVR5cGUiOjAsIlBhcmVudFN0eWxlIjpudWxsfSwiUGFyZW50U3R5bGUiOm51bGx9LCJEYXRlU3R5bGUiOnsiJGlkIjoiOTA3IiwiRm9udFNldHRpbmdzIjp7IiRpZCI6IjkwOCIsIkZvbnRTaXplIjoxMCwiRm9udE5hbWUiOiJDYWxpYnJpIiwiSXNCb2xkIjpmYWxzZSwiSXNJdGFsaWMiOmZhbHNlLCJJc1VuZGVybGluZWQiOmZhbHNlLCJQYXJlbnRTdHlsZSI6bnVsbH0sIkF1dG9TaXplIjowLCJGb3JlZ3JvdW5kIjp7IiRpZCI6IjkwOSIsIkNvbG9yIjp7IiRpZCI6IjkxM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OTExIiwiVG9wIjowLjAsIkxlZnQiOjAuMCwiUmlnaHQiOjAuMCwiQm90dG9tIjowLjB9LCJQYWRkaW5nIjp7IiRpZCI6IjkxMiIsIlRvcCI6MC4wLCJMZWZ0IjowLjAsIlJpZ2h0IjowLjAsIkJvdHRvbSI6MC4wfSwiQmFja2dyb3VuZCI6eyIkaWQiOiI5MTMiLCJDb2xvciI6eyIkaWQiOiI5MTQiLCJBIjo4OSwiUiI6MCwiRyI6MCwiQiI6MH19LCJJc1Zpc2libGUiOnRydWUsIldpZHRoIjowLjAsIkhlaWdodCI6MC4wLCJCb3JkZXJTdHlsZSI6eyIkaWQiOiI5MTUiLCJMaW5lQ29sb3IiOm51bGwsIkxpbmVXZWlnaHQiOjAuMCwiTGluZVR5cGUiOjAsIlBhcmVudFN0eWxlIjpudWxsfSwiUGFyZW50U3R5bGUiOm51bGx9LCJEYXRlRm9ybWF0Ijp7IiRpZCI6Ijkx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5MTciLCJGb3JtYXQiOjAsIklzVmlzaWJsZSI6ZmFsc2UsIkxhc3RLbm93blZpc2liaWxpdHlTdGF0ZSI6ZmFsc2V9LCJJc1Zpc2libGUiOnRydWUsIlBhcmVudFN0eWxlIjpudWxsfSwiSW5kZXgiOjMsIlNtYXJ0RHVyYXRpb25BY3RpdmF0ZWQiOmZhbHNlLCJEYXRlRm9ybWF0Ijp7IiRyZWYiOiI5MTYifSwiV2Vla051bWJlcmluZyI6eyIkaWQiOiI5MTgiLCJGb3JtYXQiOjAsIklzVmlzaWJsZSI6ZmFsc2UsIkxhc3RLbm93blZpc2liaWxpdHlTdGF0ZSI6ZmFsc2V9LCJCYXNlbGluZURhdGEiOnsiJGlkIjoiOTE5IiwiU3RhcnREYXRlIjoiMjAyNi0wNy0xOVQwMDowMDowMCIsIkVuZERhdGUiOiIyMDI2LTA3LTMwVDExOjU5OjAwIn0sIklkIjoiYTAwMDUwMTMtZDE0My00ZWNhLTg3OTktZmUwMDIxYTI2NmUwIiwiSW1wb3J0SWQiOm51bGwsIlRpdGxlIjoiU1cgaW5zdGFsbGF0aW9uICYgc3RhYmlsaXphdGlvbiIsIk5vdGUiOm51bGwsIkh5cGVybGluayI6eyIkaWQiOiI5MjAiLCJBZGRyZXNzIjpudWxsLCJTdWJBZGRyZXNzIjpudWxsfSwiSXNDaGFuZ2VkIjpmYWxzZSwiSXNOZXciOmZhbHNlfX1dLCJfbWlsZXN0b25lcyI6W10sIklkIjoiMDAwMDAwMDAtMDAwMC0wMDAwLTAwMDAtMDAwMDAwMDAwMDAwIiwiSXNTaW5nbGVJdGVtUm93Ijp0cnVlfSx7IiRpZCI6IjkyMSIsIl90YXNrcyI6W3siJGlkIjoiOTIyIiwiX2F0dGFjaGVkTWlsZXN0b25lcyI6W10sIlRhc2tEZWZpbml0aW9uIjp7IiRpZCI6IjkyMyIsIkdyb3VwTmFtZSI6bnVsbCwiU3RhcnREYXRlIjoiMjAyNi0wOC0wMVQxMTo1OTowMFoiLCJFbmREYXRlIjoiMjAyNi0wOC0zMFQxMTo1OTowMFoiLCJQZXJjZW50YWdlQ29tcGxldGUiOm51bGwsIlN0eWxlIjp7IiRpZCI6IjkyNCIsIlNoYXBlIjo3LCJTaGFwZVRoaWNrbmVzcyI6MywiRHVyYXRpb25Gb3JtYXQiOjUsIkluY2x1ZGVOb25Xb3JraW5nRGF5c0luRHVyYXRpb24iOmZhbHNlLCJQZXJjZW50YWdlQ29tcGxldGVTdHlsZSI6eyIkaWQiOiI5MjUiLCJGb250U2V0dGluZ3MiOnsiJGlkIjoiOTI2IiwiRm9udFNpemUiOjEwLCJGb250TmFtZSI6IkNhbGlicmkiLCJJc0JvbGQiOnRydWUsIklzSXRhbGljIjpmYWxzZSwiSXNVbmRlcmxpbmVkIjpmYWxzZSwiUGFyZW50U3R5bGUiOm51bGx9LCJBdXRvU2l6ZSI6MCwiRm9yZWdyb3VuZCI6eyIkaWQiOiI5MjciLCJDb2xvciI6eyIkaWQiOiI5MjgiLCJBIjoyNTUsIlIiOjE5MiwiRyI6ODAsIkIiOjc3fX0sIk1heFdpZHRoIjoyMDAuMCwiTWF4SGVpZ2h0IjoiSW5maW5pdHkiLCJTbWFydEZvcmVncm91bmRJc0FjdGl2ZSI6ZmFsc2UsIkhvcml6b250YWxBbGlnbm1lbnQiOjIsIlZlcnRpY2FsQWxpZ25tZW50IjowLCJTbWFydEZvcmVncm91bmQiOm51bGwsIkJhY2tncm91bmRGaWxsVHlwZSI6MCwiTWFyZ2luIjp7IiRpZCI6IjkyOSIsIlRvcCI6MC4wLCJMZWZ0IjowLjAsIlJpZ2h0IjowLjAsIkJvdHRvbSI6MC4wfSwiUGFkZGluZyI6eyIkaWQiOiI5MzAiLCJUb3AiOjAuMCwiTGVmdCI6MC4wLCJSaWdodCI6MC4wLCJCb3R0b20iOjAuMH0sIkJhY2tncm91bmQiOnsiJGlkIjoiOTMxIiwiQ29sb3IiOnsiJGlkIjoiOTMyIiwiQSI6ODksIlIiOjAsIkciOjAsIkIiOjB9fSwiSXNWaXNpYmxlIjp0cnVlLCJXaWR0aCI6MC4wLCJIZWlnaHQiOjAuMCwiQm9yZGVyU3R5bGUiOnsiJGlkIjoiOTMzIiwiTGluZUNvbG9yIjpudWxsLCJMaW5lV2VpZ2h0IjowLjAsIkxpbmVUeXBlIjowLCJQYXJlbnRTdHlsZSI6bnVsbH0sIlBhcmVudFN0eWxlIjpudWxsfSwiRHVyYXRpb25TdHlsZSI6eyIkaWQiOiI5MzQiLCJGb250U2V0dGluZ3MiOnsiJGlkIjoiOTM1IiwiRm9udFNpemUiOjEwLCJGb250TmFtZSI6IkNhbGlicmkiLCJJc0JvbGQiOnRydWUsIklzSXRhbGljIjpmYWxzZSwiSXNVbmRlcmxpbmVkIjpmYWxzZSwiUGFyZW50U3R5bGUiOm51bGx9LCJBdXRvU2l6ZSI6MCwiRm9yZWdyb3VuZCI6eyIkaWQiOiI5MzYiLCJDb2xvciI6eyIkaWQiOiI5MzciLCJBIjoyNTUsIlIiOjU2LCJHIjo4NywiQiI6MzV9fSwiTWF4V2lkdGgiOjIwMC4wLCJNYXhIZWlnaHQiOiJJbmZpbml0eSIsIlNtYXJ0Rm9yZWdyb3VuZElzQWN0aXZlIjpmYWxzZSwiSG9yaXpvbnRhbEFsaWdubWVudCI6MCwiVmVydGljYWxBbGlnbm1lbnQiOjAsIlNtYXJ0Rm9yZWdyb3VuZCI6bnVsbCwiQmFja2dyb3VuZEZpbGxUeXBlIjowLCJNYXJnaW4iOnsiJGlkIjoiOTM4IiwiVG9wIjowLjAsIkxlZnQiOjAuMCwiUmlnaHQiOjAuMCwiQm90dG9tIjowLjB9LCJQYWRkaW5nIjp7IiRpZCI6IjkzOSIsIlRvcCI6MC4wLCJMZWZ0IjowLjAsIlJpZ2h0IjowLjAsIkJvdHRvbSI6MC4wfSwiQmFja2dyb3VuZCI6eyIkaWQiOiI5NDAiLCJDb2xvciI6eyIkaWQiOiI5NDEiLCJBIjowLCJSIjoyNTUsIkciOjI1NSwiQiI6MjU1fX0sIklzVmlzaWJsZSI6dHJ1ZSwiV2lkdGgiOjAuMCwiSGVpZ2h0IjowLjAsIkJvcmRlclN0eWxlIjp7IiRpZCI6Ijk0MiIsIkxpbmVDb2xvciI6bnVsbCwiTGluZVdlaWdodCI6MC4wLCJMaW5lVHlwZSI6MCwiUGFyZW50U3R5bGUiOm51bGx9LCJQYXJlbnRTdHlsZSI6bnVsbH0sIkhvcml6b250YWxDb25uZWN0b3JTdHlsZSI6eyIkaWQiOiI5NDMiLCJMaW5lQ29sb3IiOnsiJGlkIjoiOTQ0IiwiJHR5cGUiOiJOTFJFLkNvbW1vbi5Eb20uU29saWRDb2xvckJydXNoLCBOTFJFLkNvbW1vbiIsIkNvbG9yIjp7IiRpZCI6Ijk0NSIsIkEiOjI1NSwiUiI6MjA0LCJHIjoyMDQsIkIiOjIwNH19LCJMaW5lV2VpZ2h0IjoxLjAsIkxpbmVUeXBlIjowLCJQYXJlbnRTdHlsZSI6bnVsbH0sIlZlcnRpY2FsQ29ubmVjdG9yU3R5bGUiOnsiJGlkIjoiOTQ2IiwiTGluZUNvbG9yIjp7IiRpZCI6Ijk0NyIsIiR0eXBlIjoiTkxSRS5Db21tb24uRG9tLlNvbGlkQ29sb3JCcnVzaCwgTkxSRS5Db21tb24iLCJDb2xvciI6eyIkaWQiOiI5NDgiLCJBIjoyNTUsIlIiOjIwNCwiRyI6MjA0LCJCIjoyMDR9fSwiTGluZVdlaWdodCI6MC4wLCJMaW5lVHlwZSI6MCwiUGFyZW50U3R5bGUiOm51bGx9LCJNYXJnaW4iOm51bGwsIlN0YXJ0RGF0ZVBvc2l0aW9uIjo2LCJFbmREYXRlUG9zaXRpb24iOjYsIkRhdGVJc1Zpc2libGUiOmZhbHNlLCJUaXRsZVBvc2l0aW9uIjowLCJEdXJhdGlvblBvc2l0aW9uIjo2LCJQZXJjZW50YWdlQ29tcGxldGVkUG9zaXRpb24iOjMsIlNwYWNpbmciOjQsIklzQmVsb3dUaW1lYmFuZCI6dHJ1ZSwiUGVyY2VudGFnZUNvbXBsZXRlU2hhcGVPcGFjaXR5IjozNSwiQmFzZWxpbmVTdHlsZSI6eyIkaWQiOiI5NDkiLCJTaGFwZVN0eWxlIjp7IiRpZCI6Ijk1MCIsIk1hcmdpbiI6eyIkaWQiOiI5NTEiLCJUb3AiOjAuMCwiTGVmdCI6MC4wLCJSaWdodCI6MC4wLCJCb3R0b20iOjAuMH0sIlBhZGRpbmciOnsiJGlkIjoiOTUyIiwiVG9wIjowLjAsIkxlZnQiOjAuMCwiUmlnaHQiOjAuMCwiQm90dG9tIjowLjB9LCJCYWNrZ3JvdW5kIjp7IiRpZCI6Ijk1MyIsIkNvbG9yIjp7IiRpZCI6Ijk1NCIsIkEiOjE1MywiUiI6MCwiRyI6MCwiQiI6MH19LCJJc1Zpc2libGUiOnRydWUsIldpZHRoIjowLjAsIkhlaWdodCI6MC4wLCJCb3JkZXJTdHlsZSI6bnVsbCwiUGFyZW50U3R5bGUiOm51bGx9LCJNYXJnaW4iOnsiJGlkIjoiOTU1IiwiVG9wIjowLjAsIkxlZnQiOjAuMCwiUmlnaHQiOjAuMCwiQm90dG9tIjowLjB9LCJQYWRkaW5nIjp7IiRpZCI6Ijk1NiIsIlRvcCI6MC4wLCJMZWZ0IjowLjAsIlJpZ2h0IjowLjAsIkJvdHRvbSI6MC4wfSwiQmFja2dyb3VuZCI6bnVsbCwiSXNWaXNpYmxlIjp0cnVlLCJXaWR0aCI6MC4wLCJIZWlnaHQiOjAuMCwiQm9yZGVyU3R5bGUiOm51bGwsIlBhcmVudFN0eWxlIjpudWxsfSwiU2hhcGVTdHlsZSI6eyIkaWQiOiI5NTciLCJNYXJnaW4iOnsiJGlkIjoiOTU4IiwiVG9wIjowLjAsIkxlZnQiOjQuMCwiUmlnaHQiOjQuMCwiQm90dG9tIjowLjB9LCJQYWRkaW5nIjp7IiRpZCI6Ijk1OSIsIlRvcCI6MC4wLCJMZWZ0IjowLjAsIlJpZ2h0IjowLjAsIkJvdHRvbSI6MC4wfSwiQmFja2dyb3VuZCI6eyIkaWQiOiI5NjAiLCJDb2xvciI6eyIkaWQiOiI5NjEiLCJBIjoyNTUsIlIiOjExMiwiRyI6MTczLCJCIjo3MX19LCJJc1Zpc2libGUiOnRydWUsIldpZHRoIjowLjAsIkhlaWdodCI6MTMuNTA2NDU2Mzc1MTIyMDcsIkJvcmRlclN0eWxlIjp7IiRpZCI6Ijk2MiIsIkxpbmVDb2xvciI6eyIkaWQiOiI5NjMiLCIkdHlwZSI6Ik5MUkUuQ29tbW9uLkRvbS5Tb2xpZENvbG9yQnJ1c2gsIE5MUkUuQ29tbW9uIiwiQ29sb3IiOnsiJGlkIjoiOTY0IiwiQSI6MjU1LCJSIjoyMzQsIkciOjIyLCJCIjozMH19LCJMaW5lV2VpZ2h0IjowLjAsIkxpbmVUeXBlIjowLCJQYXJlbnRTdHlsZSI6bnVsbH0sIlBhcmVudFN0eWxlIjpudWxsfSwiVGl0bGVTdHlsZSI6eyIkaWQiOiI5NjUiLCJGb250U2V0dGluZ3MiOnsiJGlkIjoiOTY2IiwiRm9udFNpemUiOjksIkZvbnROYW1lIjoiQ2FsaWJyaSIsIklzQm9sZCI6dHJ1ZSwiSXNJdGFsaWMiOmZhbHNlLCJJc1VuZGVybGluZWQiOmZhbHNlLCJQYXJlbnRTdHlsZSI6bnVsbH0sIkF1dG9TaXplIjowLCJGb3JlZ3JvdW5kIjp7IiRpZCI6Ijk2NyIsIkNvbG9yIjp7IiRpZCI6Ijk2OCIsIkEiOjI1NSwiUiI6MCwiRyI6MCwiQiI6MH19LCJNYXhXaWR0aCI6NzIwLjAsIk1heEhlaWdodCI6IkluZmluaXR5IiwiU21hcnRGb3JlZ3JvdW5kSXNBY3RpdmUiOmZhbHNlLCJIb3Jpem9udGFsQWxpZ25tZW50IjoxLCJWZXJ0aWNhbEFsaWdubWVudCI6MCwiU21hcnRGb3JlZ3JvdW5kIjpudWxsLCJCYWNrZ3JvdW5kRmlsbFR5cGUiOjAsIk1hcmdpbiI6eyIkaWQiOiI5NjkiLCJUb3AiOjAuMCwiTGVmdCI6MC4wLCJSaWdodCI6MC4wLCJCb3R0b20iOjAuMH0sIlBhZGRpbmciOnsiJGlkIjoiOTcwIiwiVG9wIjowLjAsIkxlZnQiOjAuMCwiUmlnaHQiOjAuMCwiQm90dG9tIjowLjB9LCJCYWNrZ3JvdW5kIjp7IiRpZCI6Ijk3MSIsIkNvbG9yIjp7IiRpZCI6Ijk3MiIsIkEiOjAsIlIiOjI1NSwiRyI6MjU1LCJCIjoyNTV9fSwiSXNWaXNpYmxlIjp0cnVlLCJXaWR0aCI6MC4wLCJIZWlnaHQiOjAuMCwiQm9yZGVyU3R5bGUiOnsiJGlkIjoiOTczIiwiTGluZUNvbG9yIjpudWxsLCJMaW5lV2VpZ2h0IjowLjAsIkxpbmVUeXBlIjowLCJQYXJlbnRTdHlsZSI6bnVsbH0sIlBhcmVudFN0eWxlIjpudWxsfSwiRGF0ZVN0eWxlIjp7IiRpZCI6Ijk3NCIsIkZvbnRTZXR0aW5ncyI6eyIkaWQiOiI5NzUiLCJGb250U2l6ZSI6MTAsIkZvbnROYW1lIjoiQ2FsaWJyaSIsIklzQm9sZCI6ZmFsc2UsIklzSXRhbGljIjpmYWxzZSwiSXNVbmRlcmxpbmVkIjpmYWxzZSwiUGFyZW50U3R5bGUiOm51bGx9LCJBdXRvU2l6ZSI6MCwiRm9yZWdyb3VuZCI6eyIkaWQiOiI5NzYiLCJDb2xvciI6eyIkaWQiOiI5N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k3OCIsIlRvcCI6MC4wLCJMZWZ0IjowLjAsIlJpZ2h0IjowLjAsIkJvdHRvbSI6MC4wfSwiUGFkZGluZyI6eyIkaWQiOiI5NzkiLCJUb3AiOjAuMCwiTGVmdCI6MC4wLCJSaWdodCI6MC4wLCJCb3R0b20iOjAuMH0sIkJhY2tncm91bmQiOnsiJGlkIjoiOTgwIiwiQ29sb3IiOnsiJGlkIjoiOTgxIiwiQSI6ODksIlIiOjAsIkciOjAsIkIiOjB9fSwiSXNWaXNpYmxlIjp0cnVlLCJXaWR0aCI6MC4wLCJIZWlnaHQiOjAuMCwiQm9yZGVyU3R5bGUiOnsiJGlkIjoiOTgyIiwiTGluZUNvbG9yIjpudWxsLCJMaW5lV2VpZ2h0IjowLjAsIkxpbmVUeXBlIjowLCJQYXJlbnRTdHlsZSI6bnVsbH0sIlBhcmVudFN0eWxlIjpudWxsfSwiRGF0ZUZvcm1hdCI6eyIkaWQiOiI5OD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g0IiwiRm9ybWF0IjowLCJJc1Zpc2libGUiOmZhbHNlLCJMYXN0S25vd25WaXNpYmlsaXR5U3RhdGUiOmZhbHNlfSwiSXNWaXNpYmxlIjp0cnVlLCJQYXJlbnRTdHlsZSI6bnVsbH0sIkluZGV4Ijo0LCJTbWFydER1cmF0aW9uQWN0aXZhdGVkIjpmYWxzZSwiRGF0ZUZvcm1hdCI6eyIkcmVmIjoiOTgzIn0sIldlZWtOdW1iZXJpbmciOnsiJGlkIjoiOTg1IiwiRm9ybWF0IjowLCJJc1Zpc2libGUiOmZhbHNlLCJMYXN0S25vd25WaXNpYmlsaXR5U3RhdGUiOmZhbHNlfSwiQmFzZWxpbmVEYXRhIjp7IiRpZCI6Ijk4NiIsIlN0YXJ0RGF0ZSI6IjIwMjYtMDgtMDFUMTE6NTk6MDAiLCJFbmREYXRlIjoiMjAyNi0wOC0zMFQxMTo1OTowMCJ9LCJJZCI6IjNlZjgxMDc4LTY2NTEtNDk0MS05MDRlLTYxYWRhNmI0MTE0MyIsIkltcG9ydElkIjpudWxsLCJUaXRsZSI6IkxCUyB2ZXJpZmljYXRpb25zIChNQSkiLCJOb3RlIjpudWxsLCJIeXBlcmxpbmsiOnsiJGlkIjoiOTg3IiwiQWRkcmVzcyI6bnVsbCwiU3ViQWRkcmVzcyI6bnVsbH0sIklzQ2hhbmdlZCI6ZmFsc2UsIklzTmV3IjpmYWxzZX19XSwiX21pbGVzdG9uZXMiOltdLCJJZCI6IjAwMDAwMDAwLTAwMDAtMDAwMC0wMDAwLTAwMDAwMDAwMDAwMCIsIklzU2luZ2xlSXRlbVJvdyI6dHJ1ZX0seyIkaWQiOiI5ODgiLCJfdGFza3MiOlt7IiRpZCI6Ijk4OSIsIl9hdHRhY2hlZE1pbGVzdG9uZXMiOltdLCJUYXNrRGVmaW5pdGlvbiI6eyIkaWQiOiI5OTAiLCJHcm91cE5hbWUiOm51bGwsIlN0YXJ0RGF0ZSI6IjIwMjYtMDgtMDFUMTE6NTk6MDAiLCJFbmREYXRlIjoiMjAyNi0xMi0zMVQxMTo1OTowMFoiLCJQZXJjZW50YWdlQ29tcGxldGUiOm51bGwsIlN0eWxlIjp7IiRpZCI6Ijk5MSIsIlNoYXBlIjo3LCJTaGFwZVRoaWNrbmVzcyI6MSwiRHVyYXRpb25Gb3JtYXQiOjUsIkluY2x1ZGVOb25Xb3JraW5nRGF5c0luRHVyYXRpb24iOmZhbHNlLCJQZXJjZW50YWdlQ29tcGxldGVTdHlsZSI6eyIkaWQiOiI5OTIiLCJGb250U2V0dGluZ3MiOnsiJGlkIjoiOTkzIiwiRm9udFNpemUiOjEwLCJGb250TmFtZSI6IkNhbGlicmkiLCJJc0JvbGQiOnRydWUsIklzSXRhbGljIjpmYWxzZSwiSXNVbmRlcmxpbmVkIjpmYWxzZSwiUGFyZW50U3R5bGUiOm51bGx9LCJBdXRvU2l6ZSI6MCwiRm9yZWdyb3VuZCI6eyIkaWQiOiI5OTQiLCJDb2xvciI6eyIkaWQiOiI5OTUiLCJBIjoyNTUsIlIiOjE5MiwiRyI6ODAsIkIiOjc3fX0sIk1heFdpZHRoIjoyMDAuMCwiTWF4SGVpZ2h0IjoiSW5maW5pdHkiLCJTbWFydEZvcmVncm91bmRJc0FjdGl2ZSI6ZmFsc2UsIkhvcml6b250YWxBbGlnbm1lbnQiOjIsIlZlcnRpY2FsQWxpZ25tZW50IjowLCJTbWFydEZvcmVncm91bmQiOm51bGwsIkJhY2tncm91bmRGaWxsVHlwZSI6MCwiTWFyZ2luIjp7IiRpZCI6Ijk5NiIsIlRvcCI6MC4wLCJMZWZ0IjowLjAsIlJpZ2h0IjowLjAsIkJvdHRvbSI6MC4wfSwiUGFkZGluZyI6eyIkaWQiOiI5OTciLCJUb3AiOjAuMCwiTGVmdCI6MC4wLCJSaWdodCI6MC4wLCJCb3R0b20iOjAuMH0sIkJhY2tncm91bmQiOnsiJGlkIjoiOTk4IiwiQ29sb3IiOnsiJGlkIjoiOTk5IiwiQSI6ODksIlIiOjAsIkciOjAsIkIiOjB9fSwiSXNWaXNpYmxlIjp0cnVlLCJXaWR0aCI6MC4wLCJIZWlnaHQiOjAuMCwiQm9yZGVyU3R5bGUiOnsiJGlkIjoiMTAwMCIsIkxpbmVDb2xvciI6bnVsbCwiTGluZVdlaWdodCI6MC4wLCJMaW5lVHlwZSI6MCwiUGFyZW50U3R5bGUiOm51bGx9LCJQYXJlbnRTdHlsZSI6bnVsbH0sIkR1cmF0aW9uU3R5bGUiOnsiJGlkIjoiMTAwMSIsIkZvbnRTZXR0aW5ncyI6eyIkaWQiOiIxMDAyIiwiRm9udFNpemUiOjEwLCJGb250TmFtZSI6IkNhbGlicmkiLCJJc0JvbGQiOnRydWUsIklzSXRhbGljIjpmYWxzZSwiSXNVbmRlcmxpbmVkIjpmYWxzZSwiUGFyZW50U3R5bGUiOm51bGx9LCJBdXRvU2l6ZSI6MCwiRm9yZWdyb3VuZCI6eyIkaWQiOiIxMDAzIiwiQ29sb3IiOnsiJGlkIjoiMTAwNCIsIkEiOjI1NSwiUiI6NTYsIkciOjg3LCJCIjozNX19LCJNYXhXaWR0aCI6MjAwLjAsIk1heEhlaWdodCI6IkluZmluaXR5IiwiU21hcnRGb3JlZ3JvdW5kSXNBY3RpdmUiOmZhbHNlLCJIb3Jpem9udGFsQWxpZ25tZW50IjowLCJWZXJ0aWNhbEFsaWdubWVudCI6MCwiU21hcnRGb3JlZ3JvdW5kIjpudWxsLCJCYWNrZ3JvdW5kRmlsbFR5cGUiOjAsIk1hcmdpbiI6eyIkaWQiOiIxMDA1IiwiVG9wIjowLjAsIkxlZnQiOjAuMCwiUmlnaHQiOjAuMCwiQm90dG9tIjowLjB9LCJQYWRkaW5nIjp7IiRpZCI6IjEwMDYiLCJUb3AiOjAuMCwiTGVmdCI6MC4wLCJSaWdodCI6MC4wLCJCb3R0b20iOjAuMH0sIkJhY2tncm91bmQiOnsiJGlkIjoiMTAwNyIsIkNvbG9yIjp7IiRpZCI6IjEwMDgiLCJBIjowLCJSIjoyNTUsIkciOjI1NSwiQiI6MjU1fX0sIklzVmlzaWJsZSI6dHJ1ZSwiV2lkdGgiOjAuMCwiSGVpZ2h0IjowLjAsIkJvcmRlclN0eWxlIjp7IiRpZCI6IjEwMDkiLCJMaW5lQ29sb3IiOm51bGwsIkxpbmVXZWlnaHQiOjAuMCwiTGluZVR5cGUiOjAsIlBhcmVudFN0eWxlIjpudWxsfSwiUGFyZW50U3R5bGUiOm51bGx9LCJIb3Jpem9udGFsQ29ubmVjdG9yU3R5bGUiOnsiJGlkIjoiMTAxMCIsIkxpbmVDb2xvciI6eyIkaWQiOiIxMDExIiwiJHR5cGUiOiJOTFJFLkNvbW1vbi5Eb20uU29saWRDb2xvckJydXNoLCBOTFJFLkNvbW1vbiIsIkNvbG9yIjp7IiRpZCI6IjEwMTIiLCJBIjoyNTUsIlIiOjIwNCwiRyI6MjA0LCJCIjoyMDR9fSwiTGluZVdlaWdodCI6MS4wLCJMaW5lVHlwZSI6MCwiUGFyZW50U3R5bGUiOm51bGx9LCJWZXJ0aWNhbENvbm5lY3RvclN0eWxlIjp7IiRpZCI6IjEwMTMiLCJMaW5lQ29sb3IiOnsiJGlkIjoiMTAxNCIsIiR0eXBlIjoiTkxSRS5Db21tb24uRG9tLlNvbGlkQ29sb3JCcnVzaCwgTkxSRS5Db21tb24iLCJDb2xvciI6eyIkaWQiOiIxMDE1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zLCJTcGFjaW5nIjo0LCJJc0JlbG93VGltZWJhbmQiOnRydWUsIlBlcmNlbnRhZ2VDb21wbGV0ZVNoYXBlT3BhY2l0eSI6MzUsIkJhc2VsaW5lU3R5bGUiOnsiJGlkIjoiMTAxNiIsIlNoYXBlU3R5bGUiOnsiJGlkIjoiMTAxNyIsIk1hcmdpbiI6eyIkaWQiOiIxMDE4IiwiVG9wIjowLjAsIkxlZnQiOjAuMCwiUmlnaHQiOjAuMCwiQm90dG9tIjowLjB9LCJQYWRkaW5nIjp7IiRpZCI6IjEwMTkiLCJUb3AiOjAuMCwiTGVmdCI6MC4wLCJSaWdodCI6MC4wLCJCb3R0b20iOjAuMH0sIkJhY2tncm91bmQiOnsiJGlkIjoiMTAyMCIsIkNvbG9yIjp7IiRpZCI6IjEwMjEiLCJBIjoxNTMsIlIiOjAsIkciOjAsIkIiOjB9fSwiSXNWaXNpYmxlIjp0cnVlLCJXaWR0aCI6MC4wLCJIZWlnaHQiOjAuMCwiQm9yZGVyU3R5bGUiOm51bGwsIlBhcmVudFN0eWxlIjpudWxsfSwiTWFyZ2luIjp7IiRpZCI6IjEwMjIiLCJUb3AiOjAuMCwiTGVmdCI6MC4wLCJSaWdodCI6MC4wLCJCb3R0b20iOjAuMH0sIlBhZGRpbmciOnsiJGlkIjoiMTAyMyIsIlRvcCI6MC4wLCJMZWZ0IjowLjAsIlJpZ2h0IjowLjAsIkJvdHRvbSI6MC4wfSwiQmFja2dyb3VuZCI6bnVsbCwiSXNWaXNpYmxlIjp0cnVlLCJXaWR0aCI6MC4wLCJIZWlnaHQiOjAuMCwiQm9yZGVyU3R5bGUiOm51bGwsIlBhcmVudFN0eWxlIjpudWxsfSwiU2hhcGVTdHlsZSI6eyIkaWQiOiIxMDI0IiwiTWFyZ2luIjp7IiRpZCI6IjEwMjUiLCJUb3AiOjAuMCwiTGVmdCI6NC4wLCJSaWdodCI6NC4wLCJCb3R0b20iOjAuMH0sIlBhZGRpbmciOnsiJGlkIjoiMTAyNiIsIlRvcCI6MC4wLCJMZWZ0IjowLjAsIlJpZ2h0IjowLjAsIkJvdHRvbSI6MC4wfSwiQmFja2dyb3VuZCI6eyIkaWQiOiIxMDI3IiwiQ29sb3IiOnsiJGlkIjoiMTAyOCIsIkEiOjI1NSwiUiI6MTEyLCJHIjoxNzMsIkIiOjcxfX0sIklzVmlzaWJsZSI6dHJ1ZSwiV2lkdGgiOjAuMCwiSGVpZ2h0IjoxNi4wLCJCb3JkZXJTdHlsZSI6eyIkaWQiOiIxMDI5IiwiTGluZUNvbG9yIjp7IiRpZCI6IjEwMzAiLCIkdHlwZSI6Ik5MUkUuQ29tbW9uLkRvbS5Tb2xpZENvbG9yQnJ1c2gsIE5MUkUuQ29tbW9uIiwiQ29sb3IiOnsiJGlkIjoiMTAzMSIsIkEiOjI1NSwiUiI6MjM0LCJHIjoyMiwiQiI6MzB9fSwiTGluZVdlaWdodCI6MC4wLCJMaW5lVHlwZSI6MCwiUGFyZW50U3R5bGUiOm51bGx9LCJQYXJlbnRTdHlsZSI6bnVsbH0sIlRpdGxlU3R5bGUiOnsiJGlkIjoiMTAzMiIsIkZvbnRTZXR0aW5ncyI6eyIkaWQiOiIxMDMzIiwiRm9udFNpemUiOjksIkZvbnROYW1lIjoiQ2FsaWJyaSIsIklzQm9sZCI6dHJ1ZSwiSXNJdGFsaWMiOmZhbHNlLCJJc1VuZGVybGluZWQiOmZhbHNlLCJQYXJlbnRTdHlsZSI6bnVsbH0sIkF1dG9TaXplIjowLCJGb3JlZ3JvdW5kIjp7IiRpZCI6IjEwMzQiLCJDb2xvciI6eyIkaWQiOiIxMDM1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EwMzYiLCJUb3AiOjAuMCwiTGVmdCI6MC4wLCJSaWdodCI6MC4wLCJCb3R0b20iOjAuMH0sIlBhZGRpbmciOnsiJGlkIjoiMTAzNyIsIlRvcCI6MC4wLCJMZWZ0IjowLjAsIlJpZ2h0IjowLjAsIkJvdHRvbSI6MC4wfSwiQmFja2dyb3VuZCI6eyIkaWQiOiIxMDM4IiwiQ29sb3IiOnsiJGlkIjoiMTAzOSIsIkEiOjAsIlIiOjI1NSwiRyI6MjU1LCJCIjoyNTV9fSwiSXNWaXNpYmxlIjp0cnVlLCJXaWR0aCI6MC4wLCJIZWlnaHQiOjAuMCwiQm9yZGVyU3R5bGUiOnsiJGlkIjoiMTA0MCIsIkxpbmVDb2xvciI6bnVsbCwiTGluZVdlaWdodCI6MC4wLCJMaW5lVHlwZSI6MCwiUGFyZW50U3R5bGUiOm51bGx9LCJQYXJlbnRTdHlsZSI6bnVsbH0sIkRhdGVTdHlsZSI6eyIkaWQiOiIxMDQxIiwiRm9udFNldHRpbmdzIjp7IiRpZCI6IjEwNDIiLCJGb250U2l6ZSI6MTAsIkZvbnROYW1lIjoiQ2FsaWJyaSIsIklzQm9sZCI6ZmFsc2UsIklzSXRhbGljIjpmYWxzZSwiSXNVbmRlcmxpbmVkIjpmYWxzZSwiUGFyZW50U3R5bGUiOm51bGx9LCJBdXRvU2l6ZSI6MCwiRm9yZWdyb3VuZCI6eyIkaWQiOiIxMDQzIiwiQ29sb3IiOnsiJGlkIjoiMTA0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A0NSIsIlRvcCI6MC4wLCJMZWZ0IjowLjAsIlJpZ2h0IjowLjAsIkJvdHRvbSI6MC4wfSwiUGFkZGluZyI6eyIkaWQiOiIxMDQ2IiwiVG9wIjowLjAsIkxlZnQiOjAuMCwiUmlnaHQiOjAuMCwiQm90dG9tIjowLjB9LCJCYWNrZ3JvdW5kIjp7IiRpZCI6IjEwNDciLCJDb2xvciI6eyIkaWQiOiIxMDQ4IiwiQSI6ODksIlIiOjAsIkciOjAsIkIiOjB9fSwiSXNWaXNpYmxlIjp0cnVlLCJXaWR0aCI6MC4wLCJIZWlnaHQiOjAuMCwiQm9yZGVyU3R5bGUiOnsiJGlkIjoiMTA0OSIsIkxpbmVDb2xvciI6bnVsbCwiTGluZVdlaWdodCI6MC4wLCJMaW5lVHlwZSI6MCwiUGFyZW50U3R5bGUiOm51bGx9LCJQYXJlbnRTdHlsZSI6bnVsbH0sIkRhdGVGb3JtYXQiOnsiJGlkIjoiMTA1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DUxIiwiRm9ybWF0IjowLCJJc1Zpc2libGUiOmZhbHNlLCJMYXN0S25vd25WaXNpYmlsaXR5U3RhdGUiOmZhbHNlfSwiSXNWaXNpYmxlIjp0cnVlLCJQYXJlbnRTdHlsZSI6bnVsbH0sIkluZGV4Ijo1LCJTbWFydER1cmF0aW9uQWN0aXZhdGVkIjpmYWxzZSwiRGF0ZUZvcm1hdCI6eyIkcmVmIjoiMTA1MCJ9LCJXZWVrTnVtYmVyaW5nIjp7IiRpZCI6IjEwNTIiLCJGb3JtYXQiOjAsIklzVmlzaWJsZSI6ZmFsc2UsIkxhc3RLbm93blZpc2liaWxpdHlTdGF0ZSI6ZmFsc2V9LCJCYXNlbGluZURhdGEiOnsiJGlkIjoiMTA1MyIsIlN0YXJ0RGF0ZSI6IjIwMjYtMDgtMDFUMTE6NTk6MDAiLCJFbmREYXRlIjoiMjAyNi0xMi0zMVQxMTo1OTowMCJ9LCJJZCI6IjczNjA5ZDZlLThjNjQtNDA1ZS1hZjlhLTExMTkwMDk0NWRhYSIsIkltcG9ydElkIjpudWxsLCJUaXRsZSI6IjQgIEZFIHNpdGVzICgxIHNtYWxsIFNQLCBTVEMsIEJhdGVsY28sIFphaW4sICkiLCJOb3RlIjpudWxsLCJIeXBlcmxpbmsiOnsiJGlkIjoiMTA1NCIsIkFkZHJlc3MiOm51bGwsIlN1YkFkZHJlc3MiOm51bGx9LCJJc0NoYW5nZWQiOmZhbHNlLCJJc05ldyI6ZmFsc2V9fV0sIl9taWxlc3RvbmVzIjpbXSwiSWQiOiIwMDAwMDAwMC0wMDAwLTAwMDAtMDAwMC0wMDAwMDAwMDAwMDAiLCJJc1NpbmdsZUl0ZW1Sb3ciOnRydWV9LHsiJGlkIjoiMTA1NSIsIl90YXNrcyI6W3siJGlkIjoiMTA1NiIsIl9hdHRhY2hlZE1pbGVzdG9uZXMiOltdLCJUYXNrRGVmaW5pdGlvbiI6eyIkaWQiOiIxMDU3IiwiR3JvdXBOYW1lIjpudWxsLCJTdGFydERhdGUiOiIyMDI3LTAyLTAxVDIzOjU5OjAwWiIsIkVuZERhdGUiOiIyMDI3LTAzLTMxVDIzOjU5OjAwIiwiUGVyY2VudGFnZUNvbXBsZXRlIjpudWxsLCJTdHlsZSI6eyIkaWQiOiIxMDU4IiwiU2hhcGUiOjcsIlNoYXBlVGhpY2tuZXNzIjoxLCJEdXJhdGlvbkZvcm1hdCI6NSwiSW5jbHVkZU5vbldvcmtpbmdEYXlzSW5EdXJhdGlvbiI6ZmFsc2UsIlBlcmNlbnRhZ2VDb21wbGV0ZVN0eWxlIjp7IiRpZCI6IjEwNTkiLCJGb250U2V0dGluZ3MiOnsiJGlkIjoiMTA2MCIsIkZvbnRTaXplIjoxMCwiRm9udE5hbWUiOiJDYWxpYnJpIiwiSXNCb2xkIjp0cnVlLCJJc0l0YWxpYyI6ZmFsc2UsIklzVW5kZXJsaW5lZCI6ZmFsc2UsIlBhcmVudFN0eWxlIjpudWxsfSwiQXV0b1NpemUiOjAsIkZvcmVncm91bmQiOnsiJGlkIjoiMTA2MSIsIkNvbG9yIjp7IiRpZCI6IjEwNjIiLCJBIjoyNTUsIlIiOjU2LCJHIjo4NywiQiI6MzV9fSwiTWF4V2lkdGgiOjIwMC4wLCJNYXhIZWlnaHQiOiJJbmZpbml0eSIsIlNtYXJ0Rm9yZWdyb3VuZElzQWN0aXZlIjpmYWxzZSwiSG9yaXpvbnRhbEFsaWdubWVudCI6MiwiVmVydGljYWxBbGlnbm1lbnQiOjAsIlNtYXJ0Rm9yZWdyb3VuZCI6bnVsbCwiQmFja2dyb3VuZEZpbGxUeXBlIjowLCJNYXJnaW4iOnsiJGlkIjoiMTA2MyIsIlRvcCI6MC4wLCJMZWZ0IjowLjAsIlJpZ2h0IjowLjAsIkJvdHRvbSI6MC4wfSwiUGFkZGluZyI6eyIkaWQiOiIxMDY0IiwiVG9wIjowLjAsIkxlZnQiOjAuMCwiUmlnaHQiOjAuMCwiQm90dG9tIjowLjB9LCJCYWNrZ3JvdW5kIjp7IiRpZCI6IjEwNjUiLCJDb2xvciI6eyIkaWQiOiIxMDY2IiwiQSI6ODksIlIiOjAsIkciOjAsIkIiOjB9fSwiSXNWaXNpYmxlIjp0cnVlLCJXaWR0aCI6MC4wLCJIZWlnaHQiOjAuMCwiQm9yZGVyU3R5bGUiOnsiJGlkIjoiMTA2NyIsIkxpbmVDb2xvciI6bnVsbCwiTGluZVdlaWdodCI6MC4wLCJMaW5lVHlwZSI6MCwiUGFyZW50U3R5bGUiOm51bGx9LCJQYXJlbnRTdHlsZSI6bnVsbH0sIkR1cmF0aW9uU3R5bGUiOnsiJGlkIjoiMTA2OCIsIkZvbnRTZXR0aW5ncyI6eyIkaWQiOiIxMDY5IiwiRm9udFNpemUiOjEwLCJGb250TmFtZSI6IkNhbGlicmkiLCJJc0JvbGQiOnRydWUsIklzSXRhbGljIjpmYWxzZSwiSXNVbmRlcmxpbmVkIjpmYWxzZSwiUGFyZW50U3R5bGUiOm51bGx9LCJBdXRvU2l6ZSI6MCwiRm9yZWdyb3VuZCI6eyIkaWQiOiIxMDcwIiwiQ29sb3IiOnsiJGlkIjoiMTA3MSIsIkEiOjI1NSwiUiI6NTYsIkciOjg3LCJCIjozNX19LCJNYXhXaWR0aCI6MjAwLjAsIk1heEhlaWdodCI6IkluZmluaXR5IiwiU21hcnRGb3JlZ3JvdW5kSXNBY3RpdmUiOmZhbHNlLCJIb3Jpem9udGFsQWxpZ25tZW50IjowLCJWZXJ0aWNhbEFsaWdubWVudCI6MCwiU21hcnRGb3JlZ3JvdW5kIjpudWxsLCJCYWNrZ3JvdW5kRmlsbFR5cGUiOjAsIk1hcmdpbiI6eyIkaWQiOiIxMDcyIiwiVG9wIjowLjAsIkxlZnQiOjAuMCwiUmlnaHQiOjAuMCwiQm90dG9tIjowLjB9LCJQYWRkaW5nIjp7IiRpZCI6IjEwNzMiLCJUb3AiOjAuMCwiTGVmdCI6MC4wLCJSaWdodCI6MC4wLCJCb3R0b20iOjAuMH0sIkJhY2tncm91bmQiOnsiJGlkIjoiMTA3NCIsIkNvbG9yIjp7IiRpZCI6IjEwNzUiLCJBIjo4OSwiUiI6MCwiRyI6MCwiQiI6MH19LCJJc1Zpc2libGUiOnRydWUsIldpZHRoIjowLjAsIkhlaWdodCI6MC4wLCJCb3JkZXJTdHlsZSI6eyIkaWQiOiIxMDc2IiwiTGluZUNvbG9yIjpudWxsLCJMaW5lV2VpZ2h0IjowLjAsIkxpbmVUeXBlIjowLCJQYXJlbnRTdHlsZSI6bnVsbH0sIlBhcmVudFN0eWxlIjpudWxsfSwiSG9yaXpvbnRhbENvbm5lY3RvclN0eWxlIjp7IiRpZCI6IjEwNzciLCJMaW5lQ29sb3IiOnsiJGlkIjoiMTA3OCIsIiR0eXBlIjoiTkxSRS5Db21tb24uRG9tLlNvbGlkQ29sb3JCcnVzaCwgTkxSRS5Db21tb24iLCJDb2xvciI6eyIkaWQiOiIxMDc5IiwiQSI6MjU1LCJSIjoyMDQsIkciOjIwNCwiQiI6MjA0fX0sIkxpbmVXZWlnaHQiOjEuMCwiTGluZVR5cGUiOjAsIlBhcmVudFN0eWxlIjpudWxsfSwiVmVydGljYWxDb25uZWN0b3JTdHlsZSI6eyIkaWQiOiIxMDgwIiwiTGluZUNvbG9yIjp7IiRpZCI6IjEwODEiLCIkdHlwZSI6Ik5MUkUuQ29tbW9uLkRvbS5Tb2xpZENvbG9yQnJ1c2gsIE5MUkUuQ29tbW9uIiwiQ29sb3IiOnsiJGlkIjoiMTA4MiIsIkEiOjI1NSwiUiI6MjA0LCJHIjoyMDQsIkIiOjIwNH19LCJMaW5lV2VpZ2h0IjowLjAsIkxpbmVUeXBlIjowLCJQYXJlbnRTdHlsZSI6bnVsbH0sIk1hcmdpbiI6bnVsbCwiU3RhcnREYXRlUG9zaXRpb24iOjYsIkVuZERhdGVQb3NpdGlvbiI6NiwiRGF0ZUlzVmlzaWJsZSI6ZmFsc2UsIlRpdGxlUG9zaXRpb24iOjEsIkR1cmF0aW9uUG9zaXRpb24iOjAsIlBlcmNlbnRhZ2VDb21wbGV0ZWRQb3NpdGlvbiI6MywiU3BhY2luZyI6MywiSXNCZWxvd1RpbWViYW5kIjp0cnVlLCJQZXJjZW50YWdlQ29tcGxldGVTaGFwZU9wYWNpdHkiOjM1LCJCYXNlbGluZVN0eWxlIjp7IiRpZCI6IjEwODMiLCJTaGFwZVN0eWxlIjp7IiRpZCI6IjEwODQiLCJNYXJnaW4iOnsiJGlkIjoiMTA4NSIsIlRvcCI6MC4wLCJMZWZ0IjowLjAsIlJpZ2h0IjowLjAsIkJvdHRvbSI6MC4wfSwiUGFkZGluZyI6eyIkaWQiOiIxMDg2IiwiVG9wIjowLjAsIkxlZnQiOjAuMCwiUmlnaHQiOjAuMCwiQm90dG9tIjowLjB9LCJCYWNrZ3JvdW5kIjp7IiRpZCI6IjEwODciLCJDb2xvciI6eyIkaWQiOiIxMDg4IiwiQSI6MTUzLCJSIjowLCJHIjowLCJCIjowfX0sIklzVmlzaWJsZSI6dHJ1ZSwiV2lkdGgiOjAuMCwiSGVpZ2h0IjowLjAsIkJvcmRlclN0eWxlIjpudWxsLCJQYXJlbnRTdHlsZSI6bnVsbH0sIk1hcmdpbiI6eyIkaWQiOiIxMDg5IiwiVG9wIjowLjAsIkxlZnQiOjAuMCwiUmlnaHQiOjAuMCwiQm90dG9tIjowLjB9LCJQYWRkaW5nIjp7IiRpZCI6IjEwOTAiLCJUb3AiOjAuMCwiTGVmdCI6MC4wLCJSaWdodCI6MC4wLCJCb3R0b20iOjAuMH0sIkJhY2tncm91bmQiOm51bGwsIklzVmlzaWJsZSI6dHJ1ZSwiV2lkdGgiOjAuMCwiSGVpZ2h0IjowLjAsIkJvcmRlclN0eWxlIjpudWxsLCJQYXJlbnRTdHlsZSI6bnVsbH0sIlNoYXBlU3R5bGUiOnsiJGlkIjoiMTA5MSIsIk1hcmdpbiI6eyIkaWQiOiIxMDkyIiwiVG9wIjowLjAsIkxlZnQiOjQuMCwiUmlnaHQiOjQuMCwiQm90dG9tIjowLjB9LCJQYWRkaW5nIjp7IiRpZCI6IjEwOTMiLCJUb3AiOjAuMCwiTGVmdCI6MC4wLCJSaWdodCI6MC4wLCJCb3R0b20iOjAuMH0sIkJhY2tncm91bmQiOnsiJGlkIjoiMTA5NCIsIkNvbG9yIjp7IiRpZCI6IjEwOTUiLCJBIjoyNTUsIlIiOjExMiwiRyI6MTczLCJCIjo3MX19LCJJc1Zpc2libGUiOnRydWUsIldpZHRoIjowLjAsIkhlaWdodCI6MTYuMCwiQm9yZGVyU3R5bGUiOnsiJGlkIjoiMTA5NiIsIkxpbmVDb2xvciI6eyIkaWQiOiIxMDk3IiwiJHR5cGUiOiJOTFJFLkNvbW1vbi5Eb20uU29saWRDb2xvckJydXNoLCBOTFJFLkNvbW1vbiIsIkNvbG9yIjp7IiRpZCI6IjEwOTgiLCJBIjoyNTUsIlIiOjIzNCwiRyI6MjIsIkIiOjMwfX0sIkxpbmVXZWlnaHQiOjAuMCwiTGluZVR5cGUiOjAsIlBhcmVudFN0eWxlIjpudWxsfSwiUGFyZW50U3R5bGUiOm51bGx9LCJUaXRsZVN0eWxlIjp7IiRpZCI6IjEwOTkiLCJGb250U2V0dGluZ3MiOnsiJGlkIjoiMTEwMCIsIkZvbnRTaXplIjo5LCJGb250TmFtZSI6IkNhbGlicmkiLCJJc0JvbGQiOnRydWUsIklzSXRhbGljIjpmYWxzZSwiSXNVbmRlcmxpbmVkIjpmYWxzZSwiUGFyZW50U3R5bGUiOm51bGx9LCJBdXRvU2l6ZSI6MCwiRm9yZWdyb3VuZCI6eyIkaWQiOiIxMTAxIiwiQ29sb3IiOnsiJGlkIjoiMTEw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MTAzIiwiVG9wIjowLjAsIkxlZnQiOjAuMCwiUmlnaHQiOjAuMCwiQm90dG9tIjowLjB9LCJQYWRkaW5nIjp7IiRpZCI6IjExMDQiLCJUb3AiOjAuMCwiTGVmdCI6MC4wLCJSaWdodCI6MC4wLCJCb3R0b20iOjAuMH0sIkJhY2tncm91bmQiOnsiJGlkIjoiMTEwNSIsIkNvbG9yIjp7IiRpZCI6IjExMDYiLCJBIjo4OSwiUiI6MCwiRyI6MCwiQiI6MH19LCJJc1Zpc2libGUiOnRydWUsIldpZHRoIjowLjAsIkhlaWdodCI6MC4wLCJCb3JkZXJTdHlsZSI6eyIkaWQiOiIxMTA3IiwiTGluZUNvbG9yIjpudWxsLCJMaW5lV2VpZ2h0IjowLjAsIkxpbmVUeXBlIjowLCJQYXJlbnRTdHlsZSI6bnVsbH0sIlBhcmVudFN0eWxlIjpudWxsfSwiRGF0ZVN0eWxlIjp7IiRpZCI6IjExMDgiLCJGb250U2V0dGluZ3MiOnsiJGlkIjoiMTEwOSIsIkZvbnRTaXplIjoxMCwiRm9udE5hbWUiOiJDYWxpYnJpIiwiSXNCb2xkIjpmYWxzZSwiSXNJdGFsaWMiOmZhbHNlLCJJc1VuZGVybGluZWQiOmZhbHNlLCJQYXJlbnRTdHlsZSI6bnVsbH0sIkF1dG9TaXplIjowLCJGb3JlZ3JvdW5kIjp7IiRpZCI6IjExMTAiLCJDb2xvciI6eyIkaWQiOiIxMTE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TEyIiwiVG9wIjowLjAsIkxlZnQiOjAuMCwiUmlnaHQiOjAuMCwiQm90dG9tIjowLjB9LCJQYWRkaW5nIjp7IiRpZCI6IjExMTMiLCJUb3AiOjAuMCwiTGVmdCI6MC4wLCJSaWdodCI6MC4wLCJCb3R0b20iOjAuMH0sIkJhY2tncm91bmQiOnsiJGlkIjoiMTExNCIsIkNvbG9yIjp7IiRpZCI6IjExMTUiLCJBIjo4OSwiUiI6MCwiRyI6MCwiQiI6MH19LCJJc1Zpc2libGUiOnRydWUsIldpZHRoIjowLjAsIkhlaWdodCI6MC4wLCJCb3JkZXJTdHlsZSI6eyIkaWQiOiIxMTE2IiwiTGluZUNvbG9yIjpudWxsLCJMaW5lV2VpZ2h0IjowLjAsIkxpbmVUeXBlIjowLCJQYXJlbnRTdHlsZSI6bnVsbH0sIlBhcmVudFN0eWxlIjpudWxsfSwiRGF0ZUZvcm1hdCI6eyIkaWQiOiIxMTE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MTgiLCJGb3JtYXQiOjAsIklzVmlzaWJsZSI6ZmFsc2UsIkxhc3RLbm93blZpc2liaWxpdHlTdGF0ZSI6ZmFsc2V9LCJJc1Zpc2libGUiOnRydWUsIlBhcmVudFN0eWxlIjpudWxsfSwiSW5kZXgiOjYsIlNtYXJ0RHVyYXRpb25BY3RpdmF0ZWQiOmZhbHNlLCJEYXRlRm9ybWF0Ijp7IiRyZWYiOiIxMTE3In0sIldlZWtOdW1iZXJpbmciOnsiJGlkIjoiMTExOSIsIkZvcm1hdCI6MCwiSXNWaXNpYmxlIjpmYWxzZSwiTGFzdEtub3duVmlzaWJpbGl0eVN0YXRlIjpmYWxzZX0sIkJhc2VsaW5lRGF0YSI6eyIkaWQiOiIxMTIwIiwiU3RhcnREYXRlIjoiMjAyNy0wMi0wMVQyMzo1OTowMCIsIkVuZERhdGUiOiIyMDI3LTAzLTMxVDIzOjU5OjAwIn0sIklkIjoiYjEyOWZlYzMtNjI0Mi00YzQ2LWEyMTktNmRlMzJhOGFlMmNlIiwiSW1wb3J0SWQiOm51bGwsIlRpdGxlIjoiNSBGRSBTaXRlcyAoc21hbGwgb3BlcmF0b3JzKSIsIk5vdGUiOm51bGwsIkh5cGVybGluayI6eyIkaWQiOiIxMTIxIiwiQWRkcmVzcyI6bnVsbCwiU3ViQWRkcmVzcyI6bnVsbH0sIklzQ2hhbmdlZCI6ZmFsc2UsIklzTmV3IjpmYWxzZX19XSwiX21pbGVzdG9uZXMiOltdLCJJZCI6IjAwMDAwMDAwLTAwMDAtMDAwMC0wMDAwLTAwMDAwMDAwMDAwMCIsIklzU2luZ2xlSXRlbVJvdyI6dHJ1ZX1dLCJJbmRleCI6OCwiSWQiOiJkZDA2YjllNS1iNTFiLTRhZDktYjNmNC0wZWFmYmQxODI1NjgiLCJIZWFkZXJUZXh0IjpudWxsLCJJc0RlZmF1bHQiOnRydWUsIlN0eWxlIjp7IiRpZCI6IjExMjIiLCJIZWFkZXJTdHlsZSI6eyIkaWQiOiIxMTIzIiwiVGV4dFN0eWxlIjp7IiRpZCI6IjExMjQiLCJGb250U2V0dGluZ3MiOnsiJGlkIjoiMTEyNSIsIkZvbnRTaXplIjoxMiwiRm9udE5hbWUiOiJDYWxpYnJpIiwiSXNCb2xkIjpmYWxzZSwiSXNJdGFsaWMiOmZhbHNlLCJJc1VuZGVybGluZWQiOmZhbHNlLCJQYXJlbnRTdHlsZSI6bnVsbH0sIkF1dG9TaXplIjowLCJGb3JlZ3JvdW5kIjp7IiRpZCI6IjExMjYiLCJDb2xvciI6eyIkaWQiOiIxMTI3IiwiQSI6MjU1LCJSIjowLCJHIjowLCJCIjowfX0sIk1heFdpZHRoIjowLjAsIk1heEhlaWdodCI6MC4wLCJTbWFydEZvcmVncm91bmRJc0FjdGl2ZSI6ZmFsc2UsIkhvcml6b250YWxBbGlnbm1lbnQiOjAsIlZlcnRpY2FsQWxpZ25tZW50IjowLCJTbWFydEZvcmVncm91bmQiOm51bGwsIkJhY2tncm91bmRGaWxsVHlwZSI6MCwiTWFyZ2luIjp7IiRpZCI6IjExMjgiLCJUb3AiOjAuMCwiTGVmdCI6MC4wLCJSaWdodCI6MC4wLCJCb3R0b20iOjAuMH0sIlBhZGRpbmciOnsiJGlkIjoiMTEyOSIsIlRvcCI6MC4wLCJMZWZ0IjowLjAsIlJpZ2h0IjowLjAsIkJvdHRvbSI6MC4wfSwiQmFja2dyb3VuZCI6bnVsbCwiSXNWaXNpYmxlIjpmYWxzZSwiV2lkdGgiOjAuMCwiSGVpZ2h0IjowLjAsIkJvcmRlclN0eWxlIjpudWxsLCJQYXJlbnRTdHlsZSI6bnVsbH0sIlJlY3RhbmdsZVN0eWxlIjp7IiRpZCI6IjExMzAiLCJNYXJnaW4iOnsiJGlkIjoiMTEzMSIsIlRvcCI6MC4wLCJMZWZ0IjowLjAsIlJpZ2h0IjowLjAsIkJvdHRvbSI6MC4wfSwiUGFkZGluZyI6eyIkaWQiOiIxMTMyIiwiVG9wIjowLjAsIkxlZnQiOjAuMCwiUmlnaHQiOjAuMCwiQm90dG9tIjowLjB9LCJCYWNrZ3JvdW5kIjp7IiRpZCI6IjExMzMiLCJDb2xvciI6eyIkaWQiOiIxMTM0IiwiQSI6NjMsIlIiOjExMiwiRyI6MTczLCJCIjo3MX19LCJJc1Zpc2libGUiOmZhbHNlLCJXaWR0aCI6MC4wLCJIZWlnaHQiOjAuMCwiQm9yZGVyU3R5bGUiOnsiJGlkIjoiMTEzNSIsIkxpbmVDb2xvciI6eyIkaWQiOiIxMTM2IiwiJHR5cGUiOiJOTFJFLkNvbW1vbi5Eb20uU29saWRDb2xvckJydXNoLCBOTFJFLkNvbW1vbiIsIkNvbG9yIjp7IiRpZCI6IjExMzciLCJBIjoyNTUsIlIiOjI1NSwiRyI6MCwiQiI6MH19LCJMaW5lV2VpZ2h0IjowLjAsIkxpbmVUeXBlIjowLCJQYXJlbnRTdHlsZSI6bnVsbH0sIlBhcmVudFN0eWxlIjpudWxsfSwiTWFyZ2luIjp7IiRpZCI6IjExMzgiLCJUb3AiOjAuMCwiTGVmdCI6MC4wLCJSaWdodCI6MC4wLCJCb3R0b20iOjAuMH0sIlBhZGRpbmciOnsiJGlkIjoiMTEzOSIsIlRvcCI6MC4wLCJMZWZ0IjowLjAsIlJpZ2h0IjowLjAsIkJvdHRvbSI6MC4wfSwiQmFja2dyb3VuZCI6bnVsbCwiSXNWaXNpYmxlIjp0cnVlLCJXaWR0aCI6MC4wLCJIZWlnaHQiOjAuMCwiQm9yZGVyU3R5bGUiOm51bGwsIlBhcmVudFN0eWxlIjpudWxsfSwiQmFja2dyb3VuZFN0eWxlIjp7IiRpZCI6IjExNDAiLCJNYXJnaW4iOnsiJGlkIjoiMTE0MSIsIlRvcCI6MC4wLCJMZWZ0IjowLjAsIlJpZ2h0IjowLjAsIkJvdHRvbSI6MC4wfSwiUGFkZGluZyI6eyIkaWQiOiIxMTQyIiwiVG9wIjowLjAsIkxlZnQiOjAuMCwiUmlnaHQiOjAuMCwiQm90dG9tIjowLjB9LCJCYWNrZ3JvdW5kIjp7IiRpZCI6IjExNDMiLCJDb2xvciI6eyIkaWQiOiIxMTQ0IiwiQSI6MzgsIlIiOjExMiwiRyI6MTczLCJCIjo3MX19LCJJc1Zpc2libGUiOnRydWUsIldpZHRoIjowLjAsIkhlaWdodCI6MC4wLCJCb3JkZXJTdHlsZSI6eyIkaWQiOiIxMTQ1IiwiTGluZUNvbG9yIjp7IiRpZCI6IjExNDYiLCIkdHlwZSI6Ik5MUkUuQ29tbW9uLkRvbS5Tb2xpZENvbG9yQnJ1c2gsIE5MUkUuQ29tbW9uIiwiQ29sb3IiOnsiJGlkIjoiMTE0NyIsIkEiOjI1NSwiUiI6MjM0LCJHIjoyMiwiQiI6MzB9fSwiTGluZVdlaWdodCI6MC4wLCJMaW5lVHlwZSI6MCwiUGFyZW50U3R5bGUiOm51bGx9LCJQYXJlbnRTdHlsZSI6bnVsbH0sIk1hcmdpbiI6eyIkaWQiOiIxMTQ4IiwiVG9wIjowLjAsIkxlZnQiOjAuMCwiUmlnaHQiOjAuMCwiQm90dG9tIjowLjB9LCJQYWRkaW5nIjp7IiRpZCI6IjExNDkiLCJUb3AiOjAuMCwiTGVmdCI6MC4wLCJSaWdodCI6MC4wLCJCb3R0b20iOjAuMH0sIklzVmlzaWJsZSI6dHJ1ZSwiV2lkdGgiOjAuMCwiSGVpZ2h0IjowLjAsIkJvcmRlclN0eWxlIjp7IiRpZCI6IjExNTAiLCJMaW5lQ29sb3IiOm51bGwsIkxpbmVXZWlnaHQiOjAuMCwiTGluZVR5cGUiOjAsIlBhcmVudFN0eWxlIjpudWxsfSwiUGFyZW50U3R5bGUiOm51bGx9fV0sIklkIjoiZmZlZTFlNzktYjg1OS00M2EyLThjMzktNDU0ZWE4ODBmZGE4IiwiSW5kZXgiOjEsIkhlYWRlclRleHQiOiJEZXBsb3ltZW50ICIsIlN0eWxlIjp7IiRpZCI6IjExNTEiLCJTdHlsZUlkIjoiMDAwMDAwMDAtMDAwMC0wMDAwLTAwMDAtMDAwMDAwMDAwMDAwIiwiSGVhZGVyU3R5bGUiOnsiJGlkIjoiMTE1MiIsIlRleHRJc1ZlcnRpY2FsIjpmYWxzZSwiVGV4dFN0eWxlIjp7IiRpZCI6IjExNTMiLCJGb250U2V0dGluZ3MiOnsiJGlkIjoiMTE1NCIsIkZvbnRTaXplIjoxMiwiRm9udE5hbWUiOiJDYWxpYnJpIiwiSXNCb2xkIjp0cnVlLCJJc0l0YWxpYyI6ZmFsc2UsIklzVW5kZXJsaW5lZCI6ZmFsc2UsIlBhcmVudFN0eWxlIjpudWxsfSwiQXV0b1NpemUiOjIsIkZvcmVncm91bmQiOnsiJGlkIjoiMTE1NSIsIkNvbG9yIjp7IiRpZCI6IjExNTY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MTU3IiwiVG9wIjowLjAsIkxlZnQiOjAuMCwiUmlnaHQiOjAuMCwiQm90dG9tIjowLjB9LCJQYWRkaW5nIjp7IiRpZCI6IjExNTgiLCJUb3AiOjAuMCwiTGVmdCI6MC4wLCJSaWdodCI6MC4wLCJCb3R0b20iOjAuMH0sIkJhY2tncm91bmQiOm51bGwsIklzVmlzaWJsZSI6ZmFsc2UsIldpZHRoIjowLjAsIkhlaWdodCI6MC4wLCJCb3JkZXJTdHlsZSI6bnVsbCwiUGFyZW50U3R5bGUiOm51bGx9LCJSZWN0YW5nbGVTdHlsZSI6eyIkaWQiOiIxMTU5IiwiTWFyZ2luIjp7IiRpZCI6IjExNjAiLCJUb3AiOjAuMCwiTGVmdCI6MC4wLCJSaWdodCI6MC4wLCJCb3R0b20iOjAuMH0sIlBhZGRpbmciOnsiJGlkIjoiMTE2MSIsIlRvcCI6MC4wLCJMZWZ0IjowLjAsIlJpZ2h0IjowLjAsIkJvdHRvbSI6MC4wfSwiQmFja2dyb3VuZCI6eyIkaWQiOiIxMTYyIiwiQ29sb3IiOnsiJGlkIjoiMTE2MyIsIkEiOjI1NSwiUiI6MTEyLCJHIjoxNzMsIkIiOjcxfX0sIklzVmlzaWJsZSI6dHJ1ZSwiV2lkdGgiOjAuMCwiSGVpZ2h0IjowLjAsIkJvcmRlclN0eWxlIjp7IiRpZCI6IjExNjQiLCJMaW5lQ29sb3IiOnsiJGlkIjoiMTE2NSIsIiR0eXBlIjoiTkxSRS5Db21tb24uRG9tLlNvbGlkQ29sb3JCcnVzaCwgTkxSRS5Db21tb24iLCJDb2xvciI6eyIkaWQiOiIxMTY2IiwiQSI6MjU1LCJSIjo1NSwiRyI6NTUsIkIiOjU1fX0sIkxpbmVXZWlnaHQiOjAuMCwiTGluZVR5cGUiOjAsIlBhcmVudFN0eWxlIjpudWxsfSwiUGFyZW50U3R5bGUiOm51bGx9LCJNYXJnaW4iOnsiJGlkIjoiMTE2NyIsIlRvcCI6MC4wLCJMZWZ0IjowLjAsIlJpZ2h0IjowLjAsIkJvdHRvbSI6MC4wfSwiUGFkZGluZyI6eyIkaWQiOiIxMTY4IiwiVG9wIjowLjAsIkxlZnQiOjAuMCwiUmlnaHQiOjAuMCwiQm90dG9tIjowLjB9LCJCYWNrZ3JvdW5kIjpudWxsLCJJc1Zpc2libGUiOnRydWUsIldpZHRoIjowLjAsIkhlaWdodCI6MC4wLCJCb3JkZXJTdHlsZSI6bnVsbCwiUGFyZW50U3R5bGUiOm51bGx9LCJCYWNrZ3JvdW5kU3R5bGUiOnsiJGlkIjoiMTE2OSIsIk1hcmdpbiI6eyIkaWQiOiIxMTcwIiwiVG9wIjowLjAsIkxlZnQiOjAuMCwiUmlnaHQiOjAuMCwiQm90dG9tIjowLjB9LCJQYWRkaW5nIjp7IiRpZCI6IjExNzEiLCJUb3AiOjAuMCwiTGVmdCI6MC4wLCJSaWdodCI6MC4wLCJCb3R0b20iOjAuMH0sIkJhY2tncm91bmQiOnsiJGlkIjoiMTE3MiIsIkNvbG9yIjp7IiRpZCI6IjExNzMiLCJBIjozOCwiUiI6MTEyLCJHIjoxNzMsIkIiOjcxfX0sIklzVmlzaWJsZSI6dHJ1ZSwiV2lkdGgiOjAuMCwiSGVpZ2h0IjowLjAsIkJvcmRlclN0eWxlIjp7IiRpZCI6IjExNzQiLCJMaW5lQ29sb3IiOnsiJGlkIjoiMTE3NSIsIiR0eXBlIjoiTkxSRS5Db21tb24uRG9tLlNvbGlkQ29sb3JCcnVzaCwgTkxSRS5Db21tb24iLCJDb2xvciI6eyIkaWQiOiIxMTc2IiwiQSI6MjU1LCJSIjo1NSwiRyI6NTUsIkIiOjU1fX0sIkxpbmVXZWlnaHQiOjAuMCwiTGluZVR5cGUiOjAsIlBhcmVudFN0eWxlIjpudWxsfSwiUGFyZW50U3R5bGUiOm51bGx9LCJJc0Fib3ZlVGltZWJhbmQiOmZhbHNlLCJTcGFjaW5nIjoyLCJEZWZhdWx0U3dpbWxhbmVUYXNrU3R5bGUiOnsiJGlkIjoiMTE3NyIsIiR0eXBlIjoiTkxSRS5Db21tb24uRG9tLlN0eWxlcy5FeHBsaWNpdFNldGFibGVUYXNrU3R5bGUsIE5MUkUuQ29tbW9uIiwiU2hhcGUiOjcsIlNoYXBlVGhpY2tuZXNzIjoxLCJEdXJhdGlvbkZvcm1hdCI6NSwiSW5jbHVkZU5vbldvcmtpbmdEYXlzSW5EdXJhdGlvbiI6ZmFsc2UsIlBlcmNlbnRhZ2VDb21wbGV0ZVN0eWxlIjp7IiRpZCI6IjExNzgiLCJGb250U2V0dGluZ3MiOnsiJGlkIjoiMTE3OSIsIkZvbnRTaXplIjoxMCwiRm9udE5hbWUiOiJDYWxpYnJpIiwiSXNCb2xkIjp0cnVlLCJJc0l0YWxpYyI6ZmFsc2UsIklzVW5kZXJsaW5lZCI6ZmFsc2UsIlBhcmVudFN0eWxlIjpudWxsfSwiQXV0b1NpemUiOjAsIkZvcmVncm91bmQiOnsiJGlkIjoiMTE4MCIsIkNvbG9yIjp7IiRpZCI6IjExODEiLCJBIjoyNTUsIlIiOjU2LCJHIjo4NywiQiI6MzV9fSwiTWF4V2lkdGgiOjIwMC4wLCJNYXhIZWlnaHQiOiJJbmZpbml0eSIsIlNtYXJ0Rm9yZWdyb3VuZElzQWN0aXZlIjpmYWxzZSwiSG9yaXpvbnRhbEFsaWdubWVudCI6MiwiVmVydGljYWxBbGlnbm1lbnQiOjAsIlNtYXJ0Rm9yZWdyb3VuZCI6bnVsbCwiQmFja2dyb3VuZEZpbGxUeXBlIjowLCJNYXJnaW4iOnsiJGlkIjoiMTE4MiIsIlRvcCI6MC4wLCJMZWZ0IjowLjAsIlJpZ2h0IjowLjAsIkJvdHRvbSI6MC4wfSwiUGFkZGluZyI6eyIkaWQiOiIxMTgzIiwiVG9wIjowLjAsIkxlZnQiOjAuMCwiUmlnaHQiOjAuMCwiQm90dG9tIjowLjB9LCJCYWNrZ3JvdW5kIjp7IiRpZCI6IjExODQiLCJDb2xvciI6eyIkaWQiOiIxMTg1IiwiQSI6ODksIlIiOjAsIkciOjAsIkIiOjB9fSwiSXNWaXNpYmxlIjp0cnVlLCJXaWR0aCI6MC4wLCJIZWlnaHQiOjAuMCwiQm9yZGVyU3R5bGUiOnsiJGlkIjoiMTE4NiIsIkxpbmVDb2xvciI6bnVsbCwiTGluZVdlaWdodCI6MC4wLCJMaW5lVHlwZSI6MCwiUGFyZW50U3R5bGUiOm51bGx9LCJQYXJlbnRTdHlsZSI6bnVsbH0sIkR1cmF0aW9uU3R5bGUiOnsiJGlkIjoiMTE4NyIsIkZvbnRTZXR0aW5ncyI6eyIkaWQiOiIxMTg4IiwiRm9udFNpemUiOjEwLCJGb250TmFtZSI6IkNhbGlicmkiLCJJc0JvbGQiOnRydWUsIklzSXRhbGljIjpmYWxzZSwiSXNVbmRlcmxpbmVkIjpmYWxzZSwiUGFyZW50U3R5bGUiOm51bGx9LCJBdXRvU2l6ZSI6MCwiRm9yZWdyb3VuZCI6eyIkaWQiOiIxMTg5IiwiQ29sb3IiOnsiJGlkIjoiMTE5MCIsIkEiOjI1NSwiUiI6NTYsIkciOjg3LCJCIjozNX19LCJNYXhXaWR0aCI6MjAwLjAsIk1heEhlaWdodCI6IkluZmluaXR5IiwiU21hcnRGb3JlZ3JvdW5kSXNBY3RpdmUiOmZhbHNlLCJIb3Jpem9udGFsQWxpZ25tZW50IjowLCJWZXJ0aWNhbEFsaWdubWVudCI6MCwiU21hcnRGb3JlZ3JvdW5kIjpudWxsLCJCYWNrZ3JvdW5kRmlsbFR5cGUiOjAsIk1hcmdpbiI6eyIkaWQiOiIxMTkxIiwiVG9wIjowLjAsIkxlZnQiOjAuMCwiUmlnaHQiOjAuMCwiQm90dG9tIjowLjB9LCJQYWRkaW5nIjp7IiRpZCI6IjExOTIiLCJUb3AiOjAuMCwiTGVmdCI6MC4wLCJSaWdodCI6MC4wLCJCb3R0b20iOjAuMH0sIkJhY2tncm91bmQiOnsiJGlkIjoiMTE5MyIsIkNvbG9yIjp7IiRpZCI6IjExOTQiLCJBIjo4OSwiUiI6MCwiRyI6MCwiQiI6MH19LCJJc1Zpc2libGUiOnRydWUsIldpZHRoIjowLjAsIkhlaWdodCI6MC4wLCJCb3JkZXJTdHlsZSI6eyIkaWQiOiIxMTk1IiwiTGluZUNvbG9yIjpudWxsLCJMaW5lV2VpZ2h0IjowLjAsIkxpbmVUeXBlIjowLCJQYXJlbnRTdHlsZSI6bnVsbH0sIlBhcmVudFN0eWxlIjpudWxsfSwiSG9yaXpvbnRhbENvbm5lY3RvclN0eWxlIjp7IiRpZCI6IjExOTYiLCJMaW5lQ29sb3IiOnsiJGlkIjoiMTE5NyIsIiR0eXBlIjoiTkxSRS5Db21tb24uRG9tLlNvbGlkQ29sb3JCcnVzaCwgTkxSRS5Db21tb24iLCJDb2xvciI6eyIkaWQiOiIxMTk4IiwiQSI6MjU1LCJSIjoyMDQsIkciOjIwNCwiQiI6MjA0fX0sIkxpbmVXZWlnaHQiOjEuMCwiTGluZVR5cGUiOjAsIlBhcmVudFN0eWxlIjpudWxsfSwiVmVydGljYWxDb25uZWN0b3JTdHlsZSI6eyIkaWQiOiIxMTk5IiwiTGluZUNvbG9yIjp7IiRpZCI6IjEyMDAiLCIkdHlwZSI6Ik5MUkUuQ29tbW9uLkRvbS5Tb2xpZENvbG9yQnJ1c2gsIE5MUkUuQ29tbW9uIiwiQ29sb3IiOnsiJGlkIjoiMTIwMSIsIkEiOjI1NSwiUiI6MjA0LCJHIjoyMDQsIkIiOjIwNH19LCJMaW5lV2VpZ2h0IjowLjAsIkxpbmVUeXBlIjowLCJQYXJlbnRTdHlsZSI6bnVsbH0sIk1hcmdpbiI6bnVsbCwiU3RhcnREYXRlUG9zaXRpb24iOjYsIkVuZERhdGVQb3NpdGlvbiI6NiwiRGF0ZUlzVmlzaWJsZSI6ZmFsc2UsIlRpdGxlUG9zaXRpb24iOjEsIkR1cmF0aW9uUG9zaXRpb24iOjAsIlBlcmNlbnRhZ2VDb21wbGV0ZWRQb3NpdGlvbiI6MywiU3BhY2luZyI6MywiSXNCZWxvd1RpbWViYW5kIjp0cnVlLCJQZXJjZW50YWdlQ29tcGxldGVTaGFwZU9wYWNpdHkiOjM1LCJCYXNlbGluZVN0eWxlIjp7IiRpZCI6IjEyMDIiLCJTaGFwZVN0eWxlIjp7IiRpZCI6IjEyMDMiLCJNYXJnaW4iOnsiJGlkIjoiMTIwNCIsIlRvcCI6MC4wLCJMZWZ0IjowLjAsIlJpZ2h0IjowLjAsIkJvdHRvbSI6MC4wfSwiUGFkZGluZyI6eyIkaWQiOiIxMjA1IiwiVG9wIjowLjAsIkxlZnQiOjAuMCwiUmlnaHQiOjAuMCwiQm90dG9tIjowLjB9LCJCYWNrZ3JvdW5kIjp7IiRpZCI6IjEyMDYiLCJDb2xvciI6eyIkaWQiOiIxMjA3IiwiQSI6MTUzLCJSIjowLCJHIjowLCJCIjowfX0sIklzVmlzaWJsZSI6dHJ1ZSwiV2lkdGgiOjAuMCwiSGVpZ2h0IjowLjAsIkJvcmRlclN0eWxlIjp7IiRpZCI6IjEyMDgiLCJMaW5lQ29sb3IiOnsiJGlkIjoiMTIwOSIsIiR0eXBlIjoiTkxSRS5Db21tb24uRG9tLlNvbGlkQ29sb3JCcnVzaCwgTkxSRS5Db21tb24iLCJDb2xvciI6eyIkaWQiOiIxMjEwIiwiQSI6MjU1LCJSIjoyNTUsIkciOjAsIkIiOjB9fSwiTGluZVdlaWdodCI6MC4wLCJMaW5lVHlwZSI6MCwiUGFyZW50U3R5bGUiOm51bGx9LCJQYXJlbnRTdHlsZSI6bnVsbH0sIk1hcmdpbiI6eyIkaWQiOiIxMjExIiwiVG9wIjowLjAsIkxlZnQiOjAuMCwiUmlnaHQiOjAuMCwiQm90dG9tIjowLjB9LCJQYWRkaW5nIjp7IiRpZCI6IjEyMTIiLCJUb3AiOjAuMCwiTGVmdCI6MC4wLCJSaWdodCI6MC4wLCJCb3R0b20iOjAuMH0sIkJhY2tncm91bmQiOm51bGwsIklzVmlzaWJsZSI6dHJ1ZSwiV2lkdGgiOjAuMCwiSGVpZ2h0IjowLjAsIkJvcmRlclN0eWxlIjpudWxsLCJQYXJlbnRTdHlsZSI6bnVsbH0sIlNoYXBlU3R5bGUiOnsiJGlkIjoiMTIxMyIsIk1hcmdpbiI6eyIkaWQiOiIxMjE0IiwiVG9wIjowLjAsIkxlZnQiOjQuMCwiUmlnaHQiOjQuMCwiQm90dG9tIjowLjB9LCJQYWRkaW5nIjp7IiRpZCI6IjEyMTUiLCJUb3AiOjAuMCwiTGVmdCI6MC4wLCJSaWdodCI6MC4wLCJCb3R0b20iOjAuMH0sIkJhY2tncm91bmQiOnsiJGlkIjoiMTIxNiIsIkNvbG9yIjp7IiRpZCI6IjEyMTciLCJBIjoyNTUsIlIiOjExMiwiRyI6MTczLCJCIjo3MX19LCJJc1Zpc2libGUiOnRydWUsIldpZHRoIjowLjAsIkhlaWdodCI6MTYuMCwiQm9yZGVyU3R5bGUiOnsiJGlkIjoiMTIxOCIsIkxpbmVDb2xvciI6eyIkaWQiOiIxMjE5IiwiJHR5cGUiOiJOTFJFLkNvbW1vbi5Eb20uU29saWRDb2xvckJydXNoLCBOTFJFLkNvbW1vbiIsIkNvbG9yIjp7IiRpZCI6IjEyMjAiLCJBIjoyNTUsIlIiOjIzNCwiRyI6MjIsIkIiOjMwfX0sIkxpbmVXZWlnaHQiOjAuMCwiTGluZVR5cGUiOjAsIlBhcmVudFN0eWxlIjpudWxsfSwiUGFyZW50U3R5bGUiOm51bGx9LCJUaXRsZVN0eWxlIjp7IiRpZCI6IjEyMjEiLCJGb250U2V0dGluZ3MiOnsiJGlkIjoiMTIyMiIsIkZvbnRTaXplIjo5LCJGb250TmFtZSI6IkNhbGlicmkiLCJJc0JvbGQiOnRydWUsIklzSXRhbGljIjpmYWxzZSwiSXNVbmRlcmxpbmVkIjpmYWxzZSwiUGFyZW50U3R5bGUiOm51bGx9LCJBdXRvU2l6ZSI6MCwiRm9yZWdyb3VuZCI6eyIkaWQiOiIxMjIzIiwiQ29sb3IiOnsiJGlkIjoiMTIyNC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MjI1IiwiVG9wIjowLjAsIkxlZnQiOjAuMCwiUmlnaHQiOjAuMCwiQm90dG9tIjowLjB9LCJQYWRkaW5nIjp7IiRpZCI6IjEyMjYiLCJUb3AiOjAuMCwiTGVmdCI6MC4wLCJSaWdodCI6MC4wLCJCb3R0b20iOjAuMH0sIkJhY2tncm91bmQiOnsiJGlkIjoiMTIyNyIsIkNvbG9yIjp7IiRpZCI6IjEyMjgiLCJBIjo4OSwiUiI6MCwiRyI6MCwiQiI6MH19LCJJc1Zpc2libGUiOnRydWUsIldpZHRoIjowLjAsIkhlaWdodCI6MC4wLCJCb3JkZXJTdHlsZSI6eyIkaWQiOiIxMjI5IiwiTGluZUNvbG9yIjpudWxsLCJMaW5lV2VpZ2h0IjowLjAsIkxpbmVUeXBlIjowLCJQYXJlbnRTdHlsZSI6bnVsbH0sIlBhcmVudFN0eWxlIjpudWxsfSwiRGF0ZVN0eWxlIjp7IiRpZCI6IjEyMzAiLCJGb250U2V0dGluZ3MiOnsiJGlkIjoiMTIzMSIsIkZvbnRTaXplIjoxMCwiRm9udE5hbWUiOiJDYWxpYnJpIiwiSXNCb2xkIjpmYWxzZSwiSXNJdGFsaWMiOmZhbHNlLCJJc1VuZGVybGluZWQiOmZhbHNlLCJQYXJlbnRTdHlsZSI6bnVsbH0sIkF1dG9TaXplIjowLCJGb3JlZ3JvdW5kIjp7IiRpZCI6IjEyMzIiLCJDb2xvciI6eyIkaWQiOiIxMjMz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jM0IiwiVG9wIjowLjAsIkxlZnQiOjAuMCwiUmlnaHQiOjAuMCwiQm90dG9tIjowLjB9LCJQYWRkaW5nIjp7IiRpZCI6IjEyMzUiLCJUb3AiOjAuMCwiTGVmdCI6MC4wLCJSaWdodCI6MC4wLCJCb3R0b20iOjAuMH0sIkJhY2tncm91bmQiOnsiJGlkIjoiMTIzNiIsIkNvbG9yIjp7IiRpZCI6IjEyMzciLCJBIjo4OSwiUiI6MCwiRyI6MCwiQiI6MH19LCJJc1Zpc2libGUiOnRydWUsIldpZHRoIjowLjAsIkhlaWdodCI6MC4wLCJCb3JkZXJTdHlsZSI6eyIkaWQiOiIxMjM4IiwiTGluZUNvbG9yIjpudWxsLCJMaW5lV2VpZ2h0IjowLjAsIkxpbmVUeXBlIjowLCJQYXJlbnRTdHlsZSI6bnVsbH0sIlBhcmVudFN0eWxlIjpudWxsfSwiRGF0ZUZvcm1hdCI6eyIkaWQiOiIxMjM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NDAiLCJGb3JtYXQiOjAsIklzVmlzaWJsZSI6ZmFsc2UsIkxhc3RLbm93blZpc2liaWxpdHlTdGF0ZSI6ZmFsc2V9LCJJc1Zpc2libGUiOnRydWUsIlBhcmVudFN0eWxlIjpudWxsLCJfZXhwbGljaXRseVNldCI6eyIkaWQiOiIxMjQx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vdFN0eWxlIjp7IiRpZCI6IjEyNDIiLCJTaGFwZSI6MCwiQ29ubmVjdG9yTWFyZ2luIjp7IiRpZCI6IjEyNDMiLCJUb3AiOjAuMCwiTGVmdCI6Mi4wLCJSaWdodCI6Mi4wLCJCb3R0b20iOjAuMH0sIkNvbm5lY3RvclN0eWxlIjp7IiRpZCI6IjEyNDQiLCJMaW5lQ29sb3IiOnsiJGlkIjoiMTI0NSIsIiR0eXBlIjoiTkxSRS5Db21tb24uRG9tLlNvbGlkQ29sb3JCcnVzaCwgTkxSRS5Db21tb24iLCJDb2xvciI6eyIkaWQiOiIxMjQ2IiwiQSI6MTI3LCJSIjo3OSwiRyI6MTI5LCJCIjoxODl9fSwiTGluZVdlaWdodCI6MS4wLCJMaW5lVHlwZSI6MCwiUGFyZW50U3R5bGUiOm51bGx9LCJJc0JlbG93VGltZWJhbmQiOmZhbHNlLCJQb3NpdGlvbk9uVGFzayI6MSwiSGlkZURhdGUiOmZhbHNlLCJTaGFwZVNpemUiOjEsIlNwYWNpbmciOjAuMCwiUGFkZGluZyI6eyIkaWQiOiIxMjQ3IiwiVG9wIjo1LjAsIkxlZnQiOjMuMCwiUmlnaHQiOjAuMCwiQm90dG9tIjoyLjB9LCJTaGFwZVN0eWxlIjp7IiRpZCI6IjEyNDgiLCJNYXJnaW4iOnsiJGlkIjoiMTI0OSIsIlRvcCI6MC4wLCJMZWZ0IjowLjAsIlJpZ2h0IjowLjAsIkJvdHRvbSI6MC4wfSwiUGFkZGluZyI6eyIkaWQiOiIxMjUwIiwiVG9wIjowLjAsIkxlZnQiOjAuMCwiUmlnaHQiOjAuMCwiQm90dG9tIjowLjB9LCJCYWNrZ3JvdW5kIjp7IiRpZCI6IjEyNTEiLCJDb2xvciI6eyIkaWQiOiIxMjUyIiwiQSI6MjU1LCJSIjoxMTIsIkciOjE3MywiQiI6NzF9fSwiSXNWaXNpYmxlIjp0cnVlLCJXaWR0aCI6MTguMCwiSGVpZ2h0IjoyMC4wLCJCb3JkZXJTdHlsZSI6eyIkaWQiOiIxMjUzIiwiTGluZUNvbG9yIjp7IiRpZCI6IjEyNTQiLCIkdHlwZSI6Ik5MUkUuQ29tbW9uLkRvbS5Tb2xpZENvbG9yQnJ1c2gsIE5MUkUuQ29tbW9uIiwiQ29sb3IiOnsiJGlkIjoiMTI1NSIsIkEiOjI1NSwiUiI6MjM0LCJHIjoyMiwiQiI6MzB9fSwiTGluZVdlaWdodCI6MC4wLCJMaW5lVHlwZSI6MCwiUGFyZW50U3R5bGUiOm51bGx9LCJQYXJlbnRTdHlsZSI6bnVsbH0sIlRpdGxlU3R5bGUiOnsiJGlkIjoiMTI1NiIsIkZvbnRTZXR0aW5ncyI6eyIkaWQiOiIxMjU3IiwiRm9udFNpemUiOjksIkZvbnROYW1lIjoiQ2FsaWJyaSIsIklzQm9sZCI6dHJ1ZSwiSXNJdGFsaWMiOmZhbHNlLCJJc1VuZGVybGluZWQiOmZhbHNlLCJQYXJlbnRTdHlsZSI6bnVsbH0sIkF1dG9TaXplIjowLCJGb3JlZ3JvdW5kIjp7IiRpZCI6IjEyNTgiLCJDb2xvciI6eyIkaWQiOiIxMjU5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yNjAiLCJUb3AiOjAuMCwiTGVmdCI6MC4wLCJSaWdodCI6MC4wLCJCb3R0b20iOjAuMH0sIlBhZGRpbmciOnsiJGlkIjoiMTI2MSIsIlRvcCI6MC4wLCJMZWZ0IjowLjAsIlJpZ2h0IjowLjAsIkJvdHRvbSI6MC4wfSwiQmFja2dyb3VuZCI6eyIkaWQiOiIxMjYyIiwiQ29sb3IiOnsiJGlkIjoiMTI2MyIsIkEiOjg5LCJSIjowLCJHIjowLCJCIjowfX0sIklzVmlzaWJsZSI6dHJ1ZSwiV2lkdGgiOjAuMCwiSGVpZ2h0IjowLjAsIkJvcmRlclN0eWxlIjp7IiRpZCI6IjEyNjQiLCJMaW5lQ29sb3IiOm51bGwsIkxpbmVXZWlnaHQiOjAuMCwiTGluZVR5cGUiOjAsIlBhcmVudFN0eWxlIjpudWxsfSwiUGFyZW50U3R5bGUiOm51bGx9LCJEYXRlU3R5bGUiOnsiJGlkIjoiMTI2NSIsIkZvbnRTZXR0aW5ncyI6eyIkaWQiOiIxMjY2IiwiRm9udFNpemUiOjksIkZvbnROYW1lIjoiQ2FsaWJyaSIsIklzQm9sZCI6ZmFsc2UsIklzSXRhbGljIjpmYWxzZSwiSXNVbmRlcmxpbmVkIjpmYWxzZSwiUGFyZW50U3R5bGUiOm51bGx9LCJBdXRvU2l6ZSI6MCwiRm9yZWdyb3VuZCI6eyIkaWQiOiIxMjY3IiwiQ29sb3IiOnsiJGlkIjoiMTI2O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I2OSIsIlRvcCI6MC4wLCJMZWZ0IjowLjAsIlJpZ2h0IjowLjAsIkJvdHRvbSI6MC4wfSwiUGFkZGluZyI6eyIkaWQiOiIxMjcwIiwiVG9wIjowLjAsIkxlZnQiOjAuMCwiUmlnaHQiOjAuMCwiQm90dG9tIjowLjB9LCJCYWNrZ3JvdW5kIjp7IiRpZCI6IjEyNzEiLCJDb2xvciI6eyIkaWQiOiIxMjcyIiwiQSI6ODksIlIiOjAsIkciOjAsIkIiOjB9fSwiSXNWaXNpYmxlIjpmYWxzZSwiV2lkdGgiOjAuMCwiSGVpZ2h0IjowLjAsIkJvcmRlclN0eWxlIjp7IiRpZCI6IjEyNzMiLCJMaW5lQ29sb3IiOm51bGwsIkxpbmVXZWlnaHQiOjAuMCwiTGluZVR5cGUiOjAsIlBhcmVudFN0eWxlIjpudWxsfSwiUGFyZW50U3R5bGUiOm51bGx9LCJEYXRlRm9ybWF0Ijp7IiRpZCI6IjEyNz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3NSIsIkZvcm1hdCI6MCwiSXNWaXNpYmxlIjpmYWxzZSwiTGFzdEtub3duVmlzaWJpbGl0eVN0YXRlIjpmYWxzZX0sIklzVmlzaWJsZSI6dHJ1ZSwiUGFyZW50U3R5bGUiOm51bGx9LCJEZWZhdWx0U3dpbWxhbmVNaWxlc3RvbmVTdHlsZSI6eyIkaWQiOiIxMjc2IiwiVGl0bGVQb3NpdGlvbiI6IlJpZ2h0IiwiRGF0ZVBvc2l0aW9uIjoiTGVmdCIsIlNoYXBlVHlwZSI6MCwiU2hhcGVTaXplIjoxLCJTcGFjaW5nIjo1LCJTaGFwZVN0eWxlIjp7IiRpZCI6IjEyNzciLCJNYXJnaW4iOnsiJGlkIjoiMTI3OCIsIlRvcCI6MC4wLCJMZWZ0IjowLjAsIlJpZ2h0IjowLjAsIkJvdHRvbSI6MC4wfSwiUGFkZGluZyI6eyIkaWQiOiIxMjc5IiwiVG9wIjowLjAsIkxlZnQiOjAuMCwiUmlnaHQiOjAuMCwiQm90dG9tIjowLjB9LCJCYWNrZ3JvdW5kIjp7IiRpZCI6IjEyODAiLCJDb2xvciI6eyIkaWQiOiIxMjgxIiwiQSI6MjU1LCJSIjoxMTIsIkciOjE3MywiQiI6NzF9fSwiSXNWaXNpYmxlIjp0cnVlLCJXaWR0aCI6MTguMCwiSGVpZ2h0IjoyMC4wLCJCb3JkZXJTdHlsZSI6eyIkaWQiOiIxMjgyIiwiTGluZUNvbG9yIjp7IiRpZCI6IjEyODMiLCIkdHlwZSI6Ik5MUkUuQ29tbW9uLkRvbS5Tb2xpZENvbG9yQnJ1c2gsIE5MUkUuQ29tbW9uIiwiQ29sb3IiOnsiJGlkIjoiMTI4NCIsIkEiOjI1NSwiUiI6MjM0LCJHIjoyMiwiQiI6MzB9fSwiTGluZVdlaWdodCI6MC4wLCJMaW5lVHlwZSI6MCwiUGFyZW50U3R5bGUiOm51bGx9LCJQYXJlbnRTdHlsZSI6bnVsbH0sIlRpdGxlU3R5bGUiOnsiJGlkIjoiMTI4NSIsIkZvbnRTZXR0aW5ncyI6eyIkaWQiOiIxMjg2IiwiRm9udFNpemUiOjksIkZvbnROYW1lIjoiQ2FsaWJyaSIsIklzQm9sZCI6dHJ1ZSwiSXNJdGFsaWMiOmZhbHNlLCJJc1VuZGVybGluZWQiOmZhbHNlLCJQYXJlbnRTdHlsZSI6bnVsbH0sIkF1dG9TaXplIjowLCJGb3JlZ3JvdW5kIjp7IiRpZCI6IjEyODciLCJDb2xvciI6eyIkaWQiOiIxMjg4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yODkiLCJUb3AiOjAuMCwiTGVmdCI6MC4wLCJSaWdodCI6MC4wLCJCb3R0b20iOjAuMH0sIlBhZGRpbmciOnsiJGlkIjoiMTI5MCIsIlRvcCI6MC4wLCJMZWZ0IjowLjAsIlJpZ2h0IjowLjAsIkJvdHRvbSI6MC4wfSwiQmFja2dyb3VuZCI6eyIkaWQiOiIxMjkxIiwiQ29sb3IiOnsiJGlkIjoiMTI5MiIsIkEiOjg5LCJSIjowLCJHIjowLCJCIjowfX0sIklzVmlzaWJsZSI6dHJ1ZSwiV2lkdGgiOjAuMCwiSGVpZ2h0IjowLjAsIkJvcmRlclN0eWxlIjp7IiRpZCI6IjEyOTMiLCJMaW5lQ29sb3IiOm51bGwsIkxpbmVXZWlnaHQiOjAuMCwiTGluZVR5cGUiOjAsIlBhcmVudFN0eWxlIjpudWxsfSwiUGFyZW50U3R5bGUiOm51bGx9LCJEYXRlU3R5bGUiOnsiJGlkIjoiMTI5NCIsIkZvbnRTZXR0aW5ncyI6eyIkaWQiOiIxMjk1IiwiRm9udFNpemUiOjksIkZvbnROYW1lIjoiQ2FsaWJyaSIsIklzQm9sZCI6ZmFsc2UsIklzSXRhbGljIjpmYWxzZSwiSXNVbmRlcmxpbmVkIjpmYWxzZSwiUGFyZW50U3R5bGUiOm51bGx9LCJBdXRvU2l6ZSI6MCwiRm9yZWdyb3VuZCI6eyIkaWQiOiIxMjk2IiwiQ29sb3IiOnsiJGlkIjoiMTI5N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I5OCIsIlRvcCI6MC4wLCJMZWZ0IjowLjAsIlJpZ2h0IjowLjAsIkJvdHRvbSI6MC4wfSwiUGFkZGluZyI6eyIkaWQiOiIxMjk5IiwiVG9wIjowLjAsIkxlZnQiOjAuMCwiUmlnaHQiOjAuMCwiQm90dG9tIjowLjB9LCJCYWNrZ3JvdW5kIjp7IiRpZCI6IjEzMDAiLCJDb2xvciI6eyIkaWQiOiIxMzAxIiwiQSI6ODksIlIiOjAsIkciOjAsIkIiOjB9fSwiSXNWaXNpYmxlIjpmYWxzZSwiV2lkdGgiOjAuMCwiSGVpZ2h0IjowLjAsIkJvcmRlclN0eWxlIjp7IiRpZCI6IjEzMDIiLCJMaW5lQ29sb3IiOm51bGwsIkxpbmVXZWlnaHQiOjAuMCwiTGluZVR5cGUiOjAsIlBhcmVudFN0eWxlIjpudWxsfSwiUGFyZW50U3R5bGUiOm51bGx9LCJEYXRlRm9ybWF0Ijp7IiRpZCI6IjEzMD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MwNCIsIkZvcm1hdCI6MCwiSXNWaXNpYmxlIjpmYWxzZSwiTGFzdEtub3duVmlzaWJpbGl0eVN0YXRlIjpmYWxzZX0sIklzVmlzaWJsZSI6dHJ1ZSwiUGFyZW50U3R5bGUiOm51bGx9LCJEZWZhdWx0U3dpbWxhbmVBY3Rpdml0eVN0eWxlIjp7IiRpZCI6IjEzMDUiLCJIZWFkZXJTdHlsZSI6eyIkaWQiOiIxMzA2IiwiVGV4dFN0eWxlIjp7IiRpZCI6IjEzMDciLCJGb250U2V0dGluZ3MiOnsiJGlkIjoiMTMwOCIsIkZvbnRTaXplIjoxMiwiRm9udE5hbWUiOiJDYWxpYnJpIiwiSXNCb2xkIjpmYWxzZSwiSXNJdGFsaWMiOmZhbHNlLCJJc1VuZGVybGluZWQiOmZhbHNlLCJQYXJlbnRTdHlsZSI6bnVsbH0sIkF1dG9TaXplIjowLCJGb3JlZ3JvdW5kIjp7IiRpZCI6IjEzMDkiLCJDb2xvciI6eyIkaWQiOiIxMzEwIiwiQSI6MjU1LCJSIjowLCJHIjowLCJCIjowfX0sIk1heFdpZHRoIjowLjAsIk1heEhlaWdodCI6MC4wLCJTbWFydEZvcmVncm91bmRJc0FjdGl2ZSI6ZmFsc2UsIkhvcml6b250YWxBbGlnbm1lbnQiOjAsIlZlcnRpY2FsQWxpZ25tZW50IjowLCJTbWFydEZvcmVncm91bmQiOm51bGwsIkJhY2tncm91bmRGaWxsVHlwZSI6MCwiTWFyZ2luIjp7IiRpZCI6IjEzMTEiLCJUb3AiOjAuMCwiTGVmdCI6MC4wLCJSaWdodCI6MC4wLCJCb3R0b20iOjAuMH0sIlBhZGRpbmciOnsiJGlkIjoiMTMxMiIsIlRvcCI6MC4wLCJMZWZ0IjowLjAsIlJpZ2h0IjowLjAsIkJvdHRvbSI6MC4wfSwiQmFja2dyb3VuZCI6bnVsbCwiSXNWaXNpYmxlIjpmYWxzZSwiV2lkdGgiOjAuMCwiSGVpZ2h0IjowLjAsIkJvcmRlclN0eWxlIjpudWxsLCJQYXJlbnRTdHlsZSI6bnVsbH0sIlJlY3RhbmdsZVN0eWxlIjp7IiRpZCI6IjEzMTMiLCJNYXJnaW4iOnsiJGlkIjoiMTMxNCIsIlRvcCI6MC4wLCJMZWZ0IjowLjAsIlJpZ2h0IjowLjAsIkJvdHRvbSI6MC4wfSwiUGFkZGluZyI6eyIkaWQiOiIxMzE1IiwiVG9wIjowLjAsIkxlZnQiOjAuMCwiUmlnaHQiOjAuMCwiQm90dG9tIjowLjB9LCJCYWNrZ3JvdW5kIjp7IiRpZCI6IjEzMTYiLCJDb2xvciI6eyIkaWQiOiIxMzE3IiwiQSI6NjMsIlIiOjExMiwiRyI6MTczLCJCIjo3MX19LCJJc1Zpc2libGUiOmZhbHNlLCJXaWR0aCI6MC4wLCJIZWlnaHQiOjAuMCwiQm9yZGVyU3R5bGUiOnsiJGlkIjoiMTMxOCIsIkxpbmVDb2xvciI6eyIkaWQiOiIxMzE5IiwiJHR5cGUiOiJOTFJFLkNvbW1vbi5Eb20uU29saWRDb2xvckJydXNoLCBOTFJFLkNvbW1vbiIsIkNvbG9yIjp7IiRpZCI6IjEzMjAiLCJBIjoyNTUsIlIiOjI1NSwiRyI6MCwiQiI6MH19LCJMaW5lV2VpZ2h0IjowLjAsIkxpbmVUeXBlIjowLCJQYXJlbnRTdHlsZSI6bnVsbH0sIlBhcmVudFN0eWxlIjpudWxsfSwiTWFyZ2luIjp7IiRpZCI6IjEzMjEiLCJUb3AiOjAuMCwiTGVmdCI6MC4wLCJSaWdodCI6MC4wLCJCb3R0b20iOjAuMH0sIlBhZGRpbmciOnsiJGlkIjoiMTMyMiIsIlRvcCI6MC4wLCJMZWZ0IjowLjAsIlJpZ2h0IjowLjAsIkJvdHRvbSI6MC4wfSwiQmFja2dyb3VuZCI6bnVsbCwiSXNWaXNpYmxlIjp0cnVlLCJXaWR0aCI6MC4wLCJIZWlnaHQiOjAuMCwiQm9yZGVyU3R5bGUiOm51bGwsIlBhcmVudFN0eWxlIjpudWxsfSwiQmFja2dyb3VuZFN0eWxlIjp7IiRpZCI6IjEzMjMiLCJNYXJnaW4iOnsiJGlkIjoiMTMyNCIsIlRvcCI6MC4wLCJMZWZ0IjowLjAsIlJpZ2h0IjowLjAsIkJvdHRvbSI6MC4wfSwiUGFkZGluZyI6eyIkaWQiOiIxMzI1IiwiVG9wIjowLjAsIkxlZnQiOjAuMCwiUmlnaHQiOjAuMCwiQm90dG9tIjowLjB9LCJCYWNrZ3JvdW5kIjp7IiRpZCI6IjEzMjYiLCJDb2xvciI6eyIkaWQiOiIxMzI3IiwiQSI6MzgsIlIiOjExMiwiRyI6MTczLCJCIjo3MX19LCJJc1Zpc2libGUiOnRydWUsIldpZHRoIjowLjAsIkhlaWdodCI6MC4wLCJCb3JkZXJTdHlsZSI6eyIkaWQiOiIxMzI4IiwiTGluZUNvbG9yIjp7IiRpZCI6IjEzMjkiLCIkdHlwZSI6Ik5MUkUuQ29tbW9uLkRvbS5Tb2xpZENvbG9yQnJ1c2gsIE5MUkUuQ29tbW9uIiwiQ29sb3IiOnsiJGlkIjoiMTMzMCIsIkEiOjI1NSwiUiI6MjM0LCJHIjoyMiwiQiI6MzB9fSwiTGluZVdlaWdodCI6MC4wLCJMaW5lVHlwZSI6MCwiUGFyZW50U3R5bGUiOm51bGx9LCJQYXJlbnRTdHlsZSI6bnVsbH0sIk1hcmdpbiI6eyIkaWQiOiIxMzMxIiwiVG9wIjowLjAsIkxlZnQiOjAuMCwiUmlnaHQiOjAuMCwiQm90dG9tIjowLjB9LCJQYWRkaW5nIjp7IiRpZCI6IjEzMzIiLCJUb3AiOjAuMCwiTGVmdCI6MC4wLCJSaWdodCI6MC4wLCJCb3R0b20iOjAuMH0sIklzVmlzaWJsZSI6dHJ1ZSwiV2lkdGgiOjAuMCwiSGVpZ2h0IjowLjAsIkJvcmRlclN0eWxlIjp7IiRpZCI6IjEzMzMiLCJMaW5lQ29sb3IiOm51bGwsIkxpbmVXZWlnaHQiOjAuMCwiTGluZVR5cGUiOjAsIlBhcmVudFN0eWxlIjpudWxsfSwiUGFyZW50U3R5bGUiOm51bGx9LCJNYXJnaW4iOnsiJGlkIjoiMTMzNCIsIlRvcCI6MC4wLCJMZWZ0IjowLjAsIlJpZ2h0IjowLjAsIkJvdHRvbSI6MC4wfSwiUGFkZGluZyI6eyIkaWQiOiIxMzM1IiwiVG9wIjowLjAsIkxlZnQiOjAuMCwiUmlnaHQiOjAuMCwiQm90dG9tIjowLjB9LCJJc1Zpc2libGUiOnRydWUsIldpZHRoIjowLjAsIkhlaWdodCI6MC4wLCJCb3JkZXJTdHlsZSI6eyIkaWQiOiIxMzM2IiwiTGluZUNvbG9yIjpudWxsLCJMaW5lV2VpZ2h0IjowLjAsIkxpbmVUeXBlIjowLCJQYXJlbnRTdHlsZSI6bnVsbH0sIlBhcmVudFN0eWxlIjpudWxsfX0seyIkaWQiOiIxMzM3IiwiX2FjdGl2aXRpZXMiOlt7IiRpZCI6IjEzMzgiLCJfcm93cyI6W3siJGlkIjoiMTMzOSIsIl90YXNrcyI6W3siJGlkIjoiMTM0MCIsIl9hdHRhY2hlZE1pbGVzdG9uZXMiOltdLCJUYXNrRGVmaW5pdGlvbiI6eyIkaWQiOiIxMzQxIiwiR3JvdXBOYW1lIjpudWxsLCJTdGFydERhdGUiOiIyMDI2LTA5LTAxVDAwOjAwOjAwWiIsIkVuZERhdGUiOiIyMDI3LTAzLTMxVDIzOjU5OjAwWiIsIlBlcmNlbnRhZ2VDb21wbGV0ZSI6bnVsbCwiU3R5bGUiOnsiJGlkIjoiMTM0MiIsIlNoYXBlIjo3LCJTaGFwZVRoaWNrbmVzcyI6MCwiRHVyYXRpb25Gb3JtYXQiOjUsIkluY2x1ZGVOb25Xb3JraW5nRGF5c0luRHVyYXRpb24iOmZhbHNlLCJQZXJjZW50YWdlQ29tcGxldGVTdHlsZSI6eyIkaWQiOiIxMzQzIiwiRm9udFNldHRpbmdzIjp7IiRpZCI6IjEzNDQiLCJGb250U2l6ZSI6MTAsIkZvbnROYW1lIjoiQ2FsaWJyaSIsIklzQm9sZCI6ZmFsc2UsIklzSXRhbGljIjpmYWxzZSwiSXNVbmRlcmxpbmVkIjpmYWxzZSwiUGFyZW50U3R5bGUiOm51bGx9LCJBdXRvU2l6ZSI6MCwiRm9yZWdyb3VuZCI6eyIkaWQiOiIxMzQ1IiwiQ29sb3IiOnsiJGlkIjoiMTM0NiIsIkEiOjI1NSwiUiI6MTkyLCJHIjo4MCwiQiI6Nzd9fSwiTWF4V2lkdGgiOjIwMC4wLCJNYXhIZWlnaHQiOiJJbmZpbml0eSIsIlNtYXJ0Rm9yZWdyb3VuZElzQWN0aXZlIjpmYWxzZSwiSG9yaXpvbnRhbEFsaWdubWVudCI6MSwiVmVydGljYWxBbGlnbm1lbnQiOjAsIlNtYXJ0Rm9yZWdyb3VuZCI6bnVsbCwiQmFja2dyb3VuZEZpbGxUeXBlIjowLCJNYXJnaW4iOnsiJGlkIjoiMTM0NyIsIlRvcCI6MC4wLCJMZWZ0IjowLjAsIlJpZ2h0IjowLjAsIkJvdHRvbSI6MC4wfSwiUGFkZGluZyI6eyIkaWQiOiIxMzQ4IiwiVG9wIjowLjAsIkxlZnQiOjAuMCwiUmlnaHQiOjAuMCwiQm90dG9tIjowLjB9LCJCYWNrZ3JvdW5kIjp7IiRpZCI6IjEzNDkiLCJDb2xvciI6eyIkaWQiOiIxMzUwIiwiQSI6ODksIlIiOjAsIkciOjAsIkIiOjB9fSwiSXNWaXNpYmxlIjp0cnVlLCJXaWR0aCI6MC4wLCJIZWlnaHQiOjAuMCwiQm9yZGVyU3R5bGUiOnsiJGlkIjoiMTM1MSIsIkxpbmVDb2xvciI6bnVsbCwiTGluZVdlaWdodCI6MC4wLCJMaW5lVHlwZSI6MCwiUGFyZW50U3R5bGUiOm51bGx9LCJQYXJlbnRTdHlsZSI6bnVsbH0sIkR1cmF0aW9uU3R5bGUiOnsiJGlkIjoiMTM1MiIsIkZvbnRTZXR0aW5ncyI6eyIkaWQiOiIxMzUzIiwiRm9udFNpemUiOjEwLCJGb250TmFtZSI6IkNhbGlicmkiLCJJc0JvbGQiOmZhbHNlLCJJc0l0YWxpYyI6ZmFsc2UsIklzVW5kZXJsaW5lZCI6ZmFsc2UsIlBhcmVudFN0eWxlIjpudWxsfSwiQXV0b1NpemUiOjAsIkZvcmVncm91bmQiOnsiJGlkIjoiMTM1NCIsIkNvbG9yIjp7IiRpZCI6IjEzNT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zU2IiwiVG9wIjowLjAsIkxlZnQiOjAuMCwiUmlnaHQiOjAuMCwiQm90dG9tIjowLjB9LCJQYWRkaW5nIjp7IiRpZCI6IjEzNTciLCJUb3AiOjAuMCwiTGVmdCI6MC4wLCJSaWdodCI6MC4wLCJCb3R0b20iOjAuMH0sIkJhY2tncm91bmQiOnsiJGlkIjoiMTM1OCIsIkNvbG9yIjp7IiRpZCI6IjEzNTkiLCJBIjo4OSwiUiI6MCwiRyI6MCwiQiI6MH19LCJJc1Zpc2libGUiOnRydWUsIldpZHRoIjowLjAsIkhlaWdodCI6MC4wLCJCb3JkZXJTdHlsZSI6eyIkaWQiOiIxMzYwIiwiTGluZUNvbG9yIjpudWxsLCJMaW5lV2VpZ2h0IjowLjAsIkxpbmVUeXBlIjowLCJQYXJlbnRTdHlsZSI6bnVsbH0sIlBhcmVudFN0eWxlIjpudWxsfSwiSG9yaXpvbnRhbENvbm5lY3RvclN0eWxlIjp7IiRpZCI6IjEzNjEiLCJMaW5lQ29sb3IiOnsiJGlkIjoiMTM2MiIsIiR0eXBlIjoiTkxSRS5Db21tb24uRG9tLlNvbGlkQ29sb3JCcnVzaCwgTkxSRS5Db21tb24iLCJDb2xvciI6eyIkaWQiOiIxMzYzIiwiQSI6MjU1LCJSIjoyMDQsIkciOjIwNCwiQiI6MjA0fX0sIkxpbmVXZWlnaHQiOjEuMCwiTGluZVR5cGUiOjAsIlBhcmVudFN0eWxlIjpudWxsfSwiVmVydGljYWxDb25uZWN0b3JTdHlsZSI6eyIkaWQiOiIxMzY0IiwiTGluZUNvbG9yIjp7IiRpZCI6IjEzNjUiLCIkdHlwZSI6Ik5MUkUuQ29tbW9uLkRvbS5Tb2xpZENvbG9yQnJ1c2gsIE5MUkUuQ29tbW9uIiwiQ29sb3IiOnsiJGlkIjoiMTM2NiIsIkEiOjI1NSwiUiI6MjA0LCJHIjoyMDQsIkIiOjIwNH1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NCwiSXNCZWxvd1RpbWViYW5kIjp0cnVlLCJQZXJjZW50YWdlQ29tcGxldGVTaGFwZU9wYWNpdHkiOjM1LCJCYXNlbGluZVN0eWxlIjp7IiRpZCI6IjEzNjciLCJTaGFwZVN0eWxlIjp7IiRpZCI6IjEzNjgiLCJNYXJnaW4iOnsiJGlkIjoiMTM2OSIsIlRvcCI6MC4wLCJMZWZ0IjowLjAsIlJpZ2h0IjowLjAsIkJvdHRvbSI6MC4wfSwiUGFkZGluZyI6eyIkaWQiOiIxMzcwIiwiVG9wIjowLjAsIkxlZnQiOjAuMCwiUmlnaHQiOjAuMCwiQm90dG9tIjowLjB9LCJCYWNrZ3JvdW5kIjp7IiRpZCI6IjEzNzEiLCJDb2xvciI6eyIkaWQiOiIxMzcyIiwiQSI6MTUzLCJSIjowLCJHIjowLCJCIjowfX0sIklzVmlzaWJsZSI6dHJ1ZSwiV2lkdGgiOjAuMCwiSGVpZ2h0IjowLjAsIkJvcmRlclN0eWxlIjpudWxsLCJQYXJlbnRTdHlsZSI6bnVsbH0sIk1hcmdpbiI6eyIkaWQiOiIxMzczIiwiVG9wIjowLjAsIkxlZnQiOjAuMCwiUmlnaHQiOjAuMCwiQm90dG9tIjowLjB9LCJQYWRkaW5nIjp7IiRpZCI6IjEzNzQiLCJUb3AiOjAuMCwiTGVmdCI6MC4wLCJSaWdodCI6MC4wLCJCb3R0b20iOjAuMH0sIkJhY2tncm91bmQiOm51bGwsIklzVmlzaWJsZSI6dHJ1ZSwiV2lkdGgiOjAuMCwiSGVpZ2h0IjowLjAsIkJvcmRlclN0eWxlIjpudWxsLCJQYXJlbnRTdHlsZSI6bnVsbH0sIlNoYXBlU3R5bGUiOnsiJGlkIjoiMTM3NSIsIk1hcmdpbiI6eyIkaWQiOiIxMzc2IiwiVG9wIjowLjAsIkxlZnQiOjQuMCwiUmlnaHQiOjQuMCwiQm90dG9tIjowLjB9LCJQYWRkaW5nIjp7IiRpZCI6IjEzNzciLCJUb3AiOjAuMCwiTGVmdCI6MC4wLCJSaWdodCI6MC4wLCJCb3R0b20iOjAuMH0sIkJhY2tncm91bmQiOnsiJGlkIjoiMTM3OCIsIkNvbG9yIjp7IiRpZCI6IjEzNzkiLCJBIjoyNTUsIlIiOjY4LCJHIjoxMTQsIkIiOjE5Nn19LCJJc1Zpc2libGUiOnRydWUsIldpZHRoIjowLjAsIkhlaWdodCI6MTAuMCwiQm9yZGVyU3R5bGUiOnsiJGlkIjoiMTM4MCIsIkxpbmVDb2xvciI6eyIkaWQiOiIxMzgxIiwiJHR5cGUiOiJOTFJFLkNvbW1vbi5Eb20uU29saWRDb2xvckJydXNoLCBOTFJFLkNvbW1vbiIsIkNvbG9yIjp7IiRpZCI6IjEzODIiLCJBIjoyNTUsIlIiOjI2LCJHIjoxOCwiQiI6ODl9fSwiTGluZVdlaWdodCI6MC4wLCJMaW5lVHlwZSI6MCwiUGFyZW50U3R5bGUiOm51bGx9LCJQYXJlbnRTdHlsZSI6bnVsbH0sIlRpdGxlU3R5bGUiOnsiJGlkIjoiMTM4MyIsIkZvbnRTZXR0aW5ncyI6eyIkaWQiOiIxMzg0IiwiRm9udFNpemUiOjksIkZvbnROYW1lIjoiQ2FsaWJyaSIsIklzQm9sZCI6dHJ1ZSwiSXNJdGFsaWMiOmZhbHNlLCJJc1VuZGVybGluZWQiOmZhbHNlLCJQYXJlbnRTdHlsZSI6bnVsbH0sIkF1dG9TaXplIjowLCJGb3JlZ3JvdW5kIjp7IiRpZCI6IjEzODUiLCJDb2xvciI6eyIkaWQiOiIxMzg2IiwiQSI6MjU1LCJSIjoyNTUsIkciOjMwLCJCIjoxNTN9fSwiTWF4V2lkdGgiOjcyMC4wLCJNYXhIZWlnaHQiOiJJbmZpbml0eSIsIlNtYXJ0Rm9yZWdyb3VuZElzQWN0aXZlIjpmYWxzZSwiSG9yaXpvbnRhbEFsaWdubWVudCI6MSwiVmVydGljYWxBbGlnbm1lbnQiOjAsIlNtYXJ0Rm9yZWdyb3VuZCI6bnVsbCwiQmFja2dyb3VuZEZpbGxUeXBlIjowLCJNYXJnaW4iOnsiJGlkIjoiMTM4NyIsIlRvcCI6MC4wLCJMZWZ0IjowLjAsIlJpZ2h0IjowLjAsIkJvdHRvbSI6MC4wfSwiUGFkZGluZyI6eyIkaWQiOiIxMzg4IiwiVG9wIjowLjAsIkxlZnQiOjAuMCwiUmlnaHQiOjAuMCwiQm90dG9tIjowLjB9LCJCYWNrZ3JvdW5kIjp7IiRpZCI6IjEzODkiLCJDb2xvciI6eyIkaWQiOiIxMzkwIiwiQSI6MCwiUiI6MjU1LCJHIjoyNTUsIkIiOjI1NX19LCJJc1Zpc2libGUiOnRydWUsIldpZHRoIjowLjAsIkhlaWdodCI6MC4wLCJCb3JkZXJTdHlsZSI6eyIkaWQiOiIxMzkxIiwiTGluZUNvbG9yIjpudWxsLCJMaW5lV2VpZ2h0IjowLjAsIkxpbmVUeXBlIjowLCJQYXJlbnRTdHlsZSI6bnVsbH0sIlBhcmVudFN0eWxlIjpudWxsfSwiRGF0ZVN0eWxlIjp7IiRpZCI6IjEzOTIiLCJGb250U2V0dGluZ3MiOnsiJGlkIjoiMTM5MyIsIkZvbnRTaXplIjoxMCwiRm9udE5hbWUiOiJDYWxpYnJpIiwiSXNCb2xkIjpmYWxzZSwiSXNJdGFsaWMiOmZhbHNlLCJJc1VuZGVybGluZWQiOmZhbHNlLCJQYXJlbnRTdHlsZSI6bnVsbH0sIkF1dG9TaXplIjowLCJGb3JlZ3JvdW5kIjp7IiRpZCI6IjEzOTQiLCJDb2xvciI6eyIkaWQiOiIxMzk1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zk2IiwiVG9wIjowLjAsIkxlZnQiOjAuMCwiUmlnaHQiOjAuMCwiQm90dG9tIjowLjB9LCJQYWRkaW5nIjp7IiRpZCI6IjEzOTciLCJUb3AiOjAuMCwiTGVmdCI6MC4wLCJSaWdodCI6MC4wLCJCb3R0b20iOjAuMH0sIkJhY2tncm91bmQiOnsiJGlkIjoiMTM5OCIsIkNvbG9yIjp7IiRpZCI6IjEzOTkiLCJBIjowLCJSIjoyNTUsIkciOjI1NSwiQiI6MjU1fX0sIklzVmlzaWJsZSI6dHJ1ZSwiV2lkdGgiOjAuMCwiSGVpZ2h0IjowLjAsIkJvcmRlclN0eWxlIjp7IiRpZCI6IjE0MDAiLCJMaW5lQ29sb3IiOm51bGwsIkxpbmVXZWlnaHQiOjAuMCwiTGluZVR5cGUiOjAsIlBhcmVudFN0eWxlIjpudWxsfSwiUGFyZW50U3R5bGUiOm51bGx9LCJEYXRlRm9ybWF0Ijp7IiRpZCI6IjE0M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wMiIsIkZvcm1hdCI6MCwiSXNWaXNpYmxlIjpmYWxzZSwiTGFzdEtub3duVmlzaWJpbGl0eVN0YXRlIjpmYWxzZX0sIklzVmlzaWJsZSI6dHJ1ZSwiUGFyZW50U3R5bGUiOm51bGx9LCJJbmRleCI6MCwiU21hcnREdXJhdGlvbkFjdGl2YXRlZCI6ZmFsc2UsIkRhdGVGb3JtYXQiOnsiJHJlZiI6IjE0MDEifSwiV2Vla051bWJlcmluZyI6eyIkaWQiOiIxNDAzIiwiRm9ybWF0IjowLCJJc1Zpc2libGUiOmZhbHNlLCJMYXN0S25vd25WaXNpYmlsaXR5U3RhdGUiOmZhbHNlfSwiQmFzZWxpbmVEYXRhIjp7IiRpZCI6IjE0MDQiLCJTdGFydERhdGUiOiIyMDI2LTA5LTAxVDAwOjAwOjAwIiwiRW5kRGF0ZSI6IjIwMjctMDMtMzFUMjM6NTk6MDAifSwiSWQiOiIxNTRjOWVjOC0wZDUxLTRjZTAtYWM1MS05YzhhMGMyNTE1NzciLCJJbXBvcnRJZCI6bnVsbCwiVGl0bGUiOiJTeXN0ZW0gQWNjZXB0YW5jZSIsIk5vdGUiOm51bGwsIkh5cGVybGluayI6eyIkaWQiOiIxNDA1IiwiQWRkcmVzcyI6bnVsbCwiU3ViQWRkcmVzcyI6bnVsbH0sIklzQ2hhbmdlZCI6ZmFsc2UsIklzTmV3IjpmYWxzZX19XSwiX21pbGVzdG9uZXMiOltdLCJJZCI6IjAwMDAwMDAwLTAwMDAtMDAwMC0wMDAwLTAwMDAwMDAwMDAwMCIsIklzU2luZ2xlSXRlbVJvdyI6dHJ1ZX0seyIkaWQiOiIxNDA2IiwiX3Rhc2tzIjpbeyIkaWQiOiIxNDA3IiwiX2F0dGFjaGVkTWlsZXN0b25lcyI6W10sIlRhc2tEZWZpbml0aW9uIjp7IiRpZCI6IjE0MDgiLCJHcm91cE5hbWUiOm51bGwsIlN0YXJ0RGF0ZSI6IjIwMjYtMDktMDFUMDA6MDA6MDBaIiwiRW5kRGF0ZSI6IjIwMjctMDMtMzFUMjM6NTk6MDBaIiwiUGVyY2VudGFnZUNvbXBsZXRlIjpudWxsLCJTdHlsZSI6eyIkaWQiOiIxNDA5IiwiU2hhcGUiOjcsIlNoYXBlVGhpY2tuZXNzIjowLCJEdXJhdGlvbkZvcm1hdCI6NSwiSW5jbHVkZU5vbldvcmtpbmdEYXlzSW5EdXJhdGlvbiI6ZmFsc2UsIlBlcmNlbnRhZ2VDb21wbGV0ZVN0eWxlIjp7IiRpZCI6IjE0MTAiLCJGb250U2V0dGluZ3MiOnsiJGlkIjoiMTQxMSIsIkZvbnRTaXplIjoxMCwiRm9udE5hbWUiOiJDYWxpYnJpIiwiSXNCb2xkIjpmYWxzZSwiSXNJdGFsaWMiOmZhbHNlLCJJc1VuZGVybGluZWQiOmZhbHNlLCJQYXJlbnRTdHlsZSI6bnVsbH0sIkF1dG9TaXplIjowLCJGb3JlZ3JvdW5kIjp7IiRpZCI6IjE0MTIiLCJDb2xvciI6eyIkaWQiOiIxNDEzIiwiQSI6MjU1LCJSIjoxOTIsIkciOjgwLCJCIjo3N319LCJNYXhXaWR0aCI6MjAwLjAsIk1heEhlaWdodCI6IkluZmluaXR5IiwiU21hcnRGb3JlZ3JvdW5kSXNBY3RpdmUiOmZhbHNlLCJIb3Jpem9udGFsQWxpZ25tZW50IjoxLCJWZXJ0aWNhbEFsaWdubWVudCI6MCwiU21hcnRGb3JlZ3JvdW5kIjpudWxsLCJCYWNrZ3JvdW5kRmlsbFR5cGUiOjAsIk1hcmdpbiI6eyIkaWQiOiIxNDE0IiwiVG9wIjowLjAsIkxlZnQiOjAuMCwiUmlnaHQiOjAuMCwiQm90dG9tIjowLjB9LCJQYWRkaW5nIjp7IiRpZCI6IjE0MTUiLCJUb3AiOjAuMCwiTGVmdCI6MC4wLCJSaWdodCI6MC4wLCJCb3R0b20iOjAuMH0sIkJhY2tncm91bmQiOnsiJGlkIjoiMTQxNiIsIkNvbG9yIjp7IiRpZCI6IjE0MTciLCJBIjo4OSwiUiI6MCwiRyI6MCwiQiI6MH19LCJJc1Zpc2libGUiOnRydWUsIldpZHRoIjowLjAsIkhlaWdodCI6MC4wLCJCb3JkZXJTdHlsZSI6eyIkaWQiOiIxNDE4IiwiTGluZUNvbG9yIjpudWxsLCJMaW5lV2VpZ2h0IjowLjAsIkxpbmVUeXBlIjowLCJQYXJlbnRTdHlsZSI6bnVsbH0sIlBhcmVudFN0eWxlIjpudWxsfSwiRHVyYXRpb25TdHlsZSI6eyIkaWQiOiIxNDE5IiwiRm9udFNldHRpbmdzIjp7IiRpZCI6IjE0MjAiLCJGb250U2l6ZSI6MTAsIkZvbnROYW1lIjoiQ2FsaWJyaSIsIklzQm9sZCI6ZmFsc2UsIklzSXRhbGljIjpmYWxzZSwiSXNVbmRlcmxpbmVkIjpmYWxzZSwiUGFyZW50U3R5bGUiOm51bGx9LCJBdXRvU2l6ZSI6MCwiRm9yZWdyb3VuZCI6eyIkaWQiOiIxNDIxIiwiQ29sb3IiOnsiJGlkIjoiMTQyM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0MjMiLCJUb3AiOjAuMCwiTGVmdCI6MC4wLCJSaWdodCI6MC4wLCJCb3R0b20iOjAuMH0sIlBhZGRpbmciOnsiJGlkIjoiMTQyNCIsIlRvcCI6MC4wLCJMZWZ0IjowLjAsIlJpZ2h0IjowLjAsIkJvdHRvbSI6MC4wfSwiQmFja2dyb3VuZCI6eyIkaWQiOiIxNDI1IiwiQ29sb3IiOnsiJGlkIjoiMTQyNiIsIkEiOjg5LCJSIjowLCJHIjowLCJCIjowfX0sIklzVmlzaWJsZSI6dHJ1ZSwiV2lkdGgiOjAuMCwiSGVpZ2h0IjowLjAsIkJvcmRlclN0eWxlIjp7IiRpZCI6IjE0MjciLCJMaW5lQ29sb3IiOm51bGwsIkxpbmVXZWlnaHQiOjAuMCwiTGluZVR5cGUiOjAsIlBhcmVudFN0eWxlIjpudWxsfSwiUGFyZW50U3R5bGUiOm51bGx9LCJIb3Jpem9udGFsQ29ubmVjdG9yU3R5bGUiOnsiJGlkIjoiMTQyOCIsIkxpbmVDb2xvciI6eyIkaWQiOiIxNDI5IiwiJHR5cGUiOiJOTFJFLkNvbW1vbi5Eb20uU29saWRDb2xvckJydXNoLCBOTFJFLkNvbW1vbiIsIkNvbG9yIjp7IiRpZCI6IjE0MzAiLCJBIjoyNTUsIlIiOjIwNCwiRyI6MjA0LCJCIjoyMDR9fSwiTGluZVdlaWdodCI6MS4wLCJMaW5lVHlwZSI6MCwiUGFyZW50U3R5bGUiOm51bGx9LCJWZXJ0aWNhbENvbm5lY3RvclN0eWxlIjp7IiRpZCI6IjE0MzEiLCJMaW5lQ29sb3IiOnsiJGlkIjoiMTQzMiIsIiR0eXBlIjoiTkxSRS5Db21tb24uRG9tLlNvbGlkQ29sb3JCcnVzaCwgTkxSRS5Db21tb24iLCJDb2xvciI6eyIkaWQiOiIxNDMz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0LCJJc0JlbG93VGltZWJhbmQiOnRydWUsIlBlcmNlbnRhZ2VDb21wbGV0ZVNoYXBlT3BhY2l0eSI6MzUsIkJhc2VsaW5lU3R5bGUiOnsiJGlkIjoiMTQzNCIsIlNoYXBlU3R5bGUiOnsiJGlkIjoiMTQzNSIsIk1hcmdpbiI6eyIkaWQiOiIxNDM2IiwiVG9wIjowLjAsIkxlZnQiOjAuMCwiUmlnaHQiOjAuMCwiQm90dG9tIjowLjB9LCJQYWRkaW5nIjp7IiRpZCI6IjE0MzciLCJUb3AiOjAuMCwiTGVmdCI6MC4wLCJSaWdodCI6MC4wLCJCb3R0b20iOjAuMH0sIkJhY2tncm91bmQiOnsiJGlkIjoiMTQzOCIsIkNvbG9yIjp7IiRpZCI6IjE0MzkiLCJBIjoxNTMsIlIiOjAsIkciOjAsIkIiOjB9fSwiSXNWaXNpYmxlIjp0cnVlLCJXaWR0aCI6MC4wLCJIZWlnaHQiOjAuMCwiQm9yZGVyU3R5bGUiOm51bGwsIlBhcmVudFN0eWxlIjpudWxsfSwiTWFyZ2luIjp7IiRpZCI6IjE0NDAiLCJUb3AiOjAuMCwiTGVmdCI6MC4wLCJSaWdodCI6MC4wLCJCb3R0b20iOjAuMH0sIlBhZGRpbmciOnsiJGlkIjoiMTQ0MSIsIlRvcCI6MC4wLCJMZWZ0IjowLjAsIlJpZ2h0IjowLjAsIkJvdHRvbSI6MC4wfSwiQmFja2dyb3VuZCI6bnVsbCwiSXNWaXNpYmxlIjp0cnVlLCJXaWR0aCI6MC4wLCJIZWlnaHQiOjAuMCwiQm9yZGVyU3R5bGUiOm51bGwsIlBhcmVudFN0eWxlIjpudWxsfSwiU2hhcGVTdHlsZSI6eyIkaWQiOiIxNDQyIiwiTWFyZ2luIjp7IiRpZCI6IjE0NDMiLCJUb3AiOjAuMCwiTGVmdCI6NC4wLCJSaWdodCI6NC4wLCJCb3R0b20iOjAuMH0sIlBhZGRpbmciOnsiJGlkIjoiMTQ0NCIsIlRvcCI6MC4wLCJMZWZ0IjowLjAsIlJpZ2h0IjowLjAsIkJvdHRvbSI6MC4wfSwiQmFja2dyb3VuZCI6eyIkaWQiOiIxNDQ1IiwiQ29sb3IiOnsiJGlkIjoiMTQ0NiIsIkEiOjI1NSwiUiI6NjgsIkciOjExNCwiQiI6MTk2fX0sIklzVmlzaWJsZSI6dHJ1ZSwiV2lkdGgiOjAuMCwiSGVpZ2h0IjoxMC4wLCJCb3JkZXJTdHlsZSI6eyIkaWQiOiIxNDQ3IiwiTGluZUNvbG9yIjp7IiRpZCI6IjE0NDgiLCIkdHlwZSI6Ik5MUkUuQ29tbW9uLkRvbS5Tb2xpZENvbG9yQnJ1c2gsIE5MUkUuQ29tbW9uIiwiQ29sb3IiOnsiJGlkIjoiMTQ0OSIsIkEiOjI1NSwiUiI6MjYsIkciOjE4LCJCIjo4OX19LCJMaW5lV2VpZ2h0IjowLjAsIkxpbmVUeXBlIjowLCJQYXJlbnRTdHlsZSI6bnVsbH0sIlBhcmVudFN0eWxlIjpudWxsfSwiVGl0bGVTdHlsZSI6eyIkaWQiOiIxNDUwIiwiRm9udFNldHRpbmdzIjp7IiRpZCI6IjE0NTEiLCJGb250U2l6ZSI6OSwiRm9udE5hbWUiOiJDYWxpYnJpIiwiSXNCb2xkIjp0cnVlLCJJc0l0YWxpYyI6ZmFsc2UsIklzVW5kZXJsaW5lZCI6ZmFsc2UsIlBhcmVudFN0eWxlIjpudWxsfSwiQXV0b1NpemUiOjAsIkZvcmVncm91bmQiOnsiJGlkIjoiMTQ1MiIsIkNvbG9yIjp7IiRpZCI6IjE0NTMiLCJBIjoyNTUsIlIiOjAsIkciOjAsIkIiOjB9fSwiTWF4V2lkdGgiOjcyMC4wLCJNYXhIZWlnaHQiOiJJbmZpbml0eSIsIlNtYXJ0Rm9yZWdyb3VuZElzQWN0aXZlIjpmYWxzZSwiSG9yaXpvbnRhbEFsaWdubWVudCI6MSwiVmVydGljYWxBbGlnbm1lbnQiOjAsIlNtYXJ0Rm9yZWdyb3VuZCI6bnVsbCwiQmFja2dyb3VuZEZpbGxUeXBlIjowLCJNYXJnaW4iOnsiJGlkIjoiMTQ1NCIsIlRvcCI6MC4wLCJMZWZ0IjowLjAsIlJpZ2h0IjowLjAsIkJvdHRvbSI6MC4wfSwiUGFkZGluZyI6eyIkaWQiOiIxNDU1IiwiVG9wIjowLjAsIkxlZnQiOjAuMCwiUmlnaHQiOjAuMCwiQm90dG9tIjowLjB9LCJCYWNrZ3JvdW5kIjp7IiRpZCI6IjE0NTYiLCJDb2xvciI6eyIkaWQiOiIxNDU3IiwiQSI6MCwiUiI6MjU1LCJHIjoyNTUsIkIiOjI1NX19LCJJc1Zpc2libGUiOnRydWUsIldpZHRoIjowLjAsIkhlaWdodCI6MC4wLCJCb3JkZXJTdHlsZSI6eyIkaWQiOiIxNDU4IiwiTGluZUNvbG9yIjpudWxsLCJMaW5lV2VpZ2h0IjowLjAsIkxpbmVUeXBlIjowLCJQYXJlbnRTdHlsZSI6bnVsbH0sIlBhcmVudFN0eWxlIjpudWxsfSwiRGF0ZVN0eWxlIjp7IiRpZCI6IjE0NTkiLCJGb250U2V0dGluZ3MiOnsiJGlkIjoiMTQ2MCIsIkZvbnRTaXplIjoxMCwiRm9udE5hbWUiOiJDYWxpYnJpIiwiSXNCb2xkIjpmYWxzZSwiSXNJdGFsaWMiOmZhbHNlLCJJc1VuZGVybGluZWQiOmZhbHNlLCJQYXJlbnRTdHlsZSI6bnVsbH0sIkF1dG9TaXplIjowLCJGb3JlZ3JvdW5kIjp7IiRpZCI6IjE0NjEiLCJDb2xvciI6eyIkaWQiOiIxNDY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NDYzIiwiVG9wIjowLjAsIkxlZnQiOjAuMCwiUmlnaHQiOjAuMCwiQm90dG9tIjowLjB9LCJQYWRkaW5nIjp7IiRpZCI6IjE0NjQiLCJUb3AiOjAuMCwiTGVmdCI6MC4wLCJSaWdodCI6MC4wLCJCb3R0b20iOjAuMH0sIkJhY2tncm91bmQiOnsiJGlkIjoiMTQ2NSIsIkNvbG9yIjp7IiRpZCI6IjE0NjYiLCJBIjowLCJSIjoyNTUsIkciOjI1NSwiQiI6MjU1fX0sIklzVmlzaWJsZSI6dHJ1ZSwiV2lkdGgiOjAuMCwiSGVpZ2h0IjowLjAsIkJvcmRlclN0eWxlIjp7IiRpZCI6IjE0NjciLCJMaW5lQ29sb3IiOm51bGwsIkxpbmVXZWlnaHQiOjAuMCwiTGluZVR5cGUiOjAsIlBhcmVudFN0eWxlIjpudWxsfSwiUGFyZW50U3R5bGUiOm51bGx9LCJEYXRlRm9ybWF0Ijp7IiRpZCI6IjE0Nj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2OSIsIkZvcm1hdCI6MCwiSXNWaXNpYmxlIjpmYWxzZSwiTGFzdEtub3duVmlzaWJpbGl0eVN0YXRlIjpmYWxzZX0sIklzVmlzaWJsZSI6dHJ1ZSwiUGFyZW50U3R5bGUiOm51bGx9LCJJbmRleCI6MSwiU21hcnREdXJhdGlvbkFjdGl2YXRlZCI6ZmFsc2UsIkRhdGVGb3JtYXQiOnsiJHJlZiI6IjE0NjgifSwiV2Vla051bWJlcmluZyI6eyIkaWQiOiIxNDcwIiwiRm9ybWF0IjowLCJJc1Zpc2libGUiOmZhbHNlLCJMYXN0S25vd25WaXNpYmlsaXR5U3RhdGUiOmZhbHNlfSwiQmFzZWxpbmVEYXRhIjp7IiRpZCI6IjE0NzEiLCJTdGFydERhdGUiOiIyMDI2LTA5LTAxVDAwOjAwOjAwIiwiRW5kRGF0ZSI6IjIwMjctMDMtMzFUMjM6NTk6MDAifSwiSWQiOiIyNWZiYjFmZC1kZDhhLTRmNDYtYTlkNC01MzMyODYxZDM4MjIiLCJJbXBvcnRJZCI6bnVsbCwiVGl0bGUiOiJEdWFsIERlbGl2ZXJ5IFBlcmlvZCIsIk5vdGUiOm51bGwsIkh5cGVybGluayI6eyIkaWQiOiIxNDcyIiwiQWRkcmVzcyI6bnVsbCwiU3ViQWRkcmVzcyI6bnVsbH0sIklzQ2hhbmdlZCI6ZmFsc2UsIklzTmV3IjpmYWxzZX19XSwiX21pbGVzdG9uZXMiOltdLCJJZCI6IjAwMDAwMDAwLTAwMDAtMDAwMC0wMDAwLTAwMDAwMDAwMDAwMCIsIklzU2luZ2xlSXRlbVJvdyI6dHJ1ZX0seyIkaWQiOiIxNDczIiwiX3Rhc2tzIjpbXSwiX21pbGVzdG9uZXMiOlt7IiRpZCI6IjE0NzQiLCJJZCI6IjRlOWEzNzI3LWQwNjAtNGU3ZS04MTZmLTgxNzRhNTAxOGNlNCIsIkluZGV4IjoyLCJHcm91cElkIjpudWxsLCJUaXRsZSI6IlN0cmF0IE9mIFN1YnNjcmlwcnNpb24iLCJEYXRlVGltZSI6IjIwMjctMDQtMzBUMjM6NTk6MDAiLCJQZXJjZW50YWdlQ29tcGxldGUiOm51bGwsIk5vdGUiOm51bGwsIlN0eWxlIjp7IiRpZCI6IjE0NzUiLCJUaXRsZVBvc2l0aW9uIjoiTGVmdCIsIkRhdGVQb3NpdGlvbiI6IkxlZnQiLCJTaGFwZVR5cGUiOjE5LCJTaGFwZVNpemUiOjEsIlNwYWNpbmciOjQsIlNoYXBlU3R5bGUiOnsiJGlkIjoiMTQ3NiIsIk1hcmdpbiI6eyIkaWQiOiIxNDc3IiwiVG9wIjowLjAsIkxlZnQiOjAuMCwiUmlnaHQiOjAuMCwiQm90dG9tIjowLjB9LCJQYWRkaW5nIjp7IiRpZCI6IjE0NzgiLCJUb3AiOjAuMCwiTGVmdCI6MC4wLCJSaWdodCI6MC4wLCJCb3R0b20iOjAuMH0sIkJhY2tncm91bmQiOnsiJGlkIjoiMTQ3OSIsIkNvbG9yIjp7IiRpZCI6IjE0ODAiLCJBIjoyNTUsIlIiOjE3NywiRyI6OTMsIkIiOjM2fX0sIklzVmlzaWJsZSI6dHJ1ZSwiV2lkdGgiOjEzLjAsIkhlaWdodCI6MTMuMCwiQm9yZGVyU3R5bGUiOnsiJGlkIjoiMTQ4MSIsIkxpbmVDb2xvciI6eyIkaWQiOiIxNDgyIiwiJHR5cGUiOiJOTFJFLkNvbW1vbi5Eb20uU29saWRDb2xvckJydXNoLCBOTFJFLkNvbW1vbiIsIkNvbG9yIjp7IiRpZCI6IjE0ODMiLCJBIjoyNTUsIlIiOjIzNCwiRyI6MjIsIkIiOjMwfX0sIkxpbmVXZWlnaHQiOjAuMCwiTGluZVR5cGUiOjAsIlBhcmVudFN0eWxlIjpudWxsfSwiUGFyZW50U3R5bGUiOm51bGx9LCJUaXRsZVN0eWxlIjp7IiRpZCI6IjE0ODQiLCJGb250U2V0dGluZ3MiOnsiJGlkIjoiMTQ4NSIsIkZvbnRTaXplIjo5LCJGb250TmFtZSI6IkNhbGlicmkiLCJJc0JvbGQiOnRydWUsIklzSXRhbGljIjpmYWxzZSwiSXNVbmRlcmxpbmVkIjpmYWxzZSwiUGFyZW50U3R5bGUiOm51bGx9LCJBdXRvU2l6ZSI6MCwiRm9yZWdyb3VuZCI6eyIkaWQiOiIxNDg2IiwiQ29sb3IiOnsiJGlkIjoiMTQ4Ny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xNDg4IiwiVG9wIjowLjAsIkxlZnQiOjAuMCwiUmlnaHQiOjAuMCwiQm90dG9tIjowLjB9LCJQYWRkaW5nIjp7IiRpZCI6IjE0ODkiLCJUb3AiOjAuMCwiTGVmdCI6MC4wLCJSaWdodCI6MC4wLCJCb3R0b20iOjAuMH0sIkJhY2tncm91bmQiOnsiJGlkIjoiMTQ5MCIsIkNvbG9yIjp7IiRpZCI6IjE0OTEiLCJBIjowLCJSIjoyNTUsIkciOjI1NSwiQiI6MjU1fX0sIklzVmlzaWJsZSI6dHJ1ZSwiV2lkdGgiOjAuMCwiSGVpZ2h0IjowLjAsIkJvcmRlclN0eWxlIjp7IiRpZCI6IjE0OTIiLCJMaW5lQ29sb3IiOm51bGwsIkxpbmVXZWlnaHQiOjAuMCwiTGluZVR5cGUiOjAsIlBhcmVudFN0eWxlIjpudWxsfSwiUGFyZW50U3R5bGUiOm51bGx9LCJEYXRlU3R5bGUiOnsiJGlkIjoiMTQ5MyIsIkZvbnRTZXR0aW5ncyI6eyIkaWQiOiIxNDk0IiwiRm9udFNpemUiOjksIkZvbnROYW1lIjoiQ2FsaWJyaSIsIklzQm9sZCI6ZmFsc2UsIklzSXRhbGljIjpmYWxzZSwiSXNVbmRlcmxpbmVkIjpmYWxzZSwiUGFyZW50U3R5bGUiOm51bGx9LCJBdXRvU2l6ZSI6MCwiRm9yZWdyb3VuZCI6eyIkaWQiOiIxNDk1IiwiQ29sb3IiOnsiJGlkIjoiMTQ5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Q5NyIsIlRvcCI6MC4wLCJMZWZ0IjowLjAsIlJpZ2h0IjowLjAsIkJvdHRvbSI6MC4wfSwiUGFkZGluZyI6eyIkaWQiOiIxNDk4IiwiVG9wIjowLjAsIkxlZnQiOjAuMCwiUmlnaHQiOjAuMCwiQm90dG9tIjowLjB9LCJCYWNrZ3JvdW5kIjp7IiRpZCI6IjE0OTkiLCJDb2xvciI6eyIkaWQiOiIxNTAwIiwiQSI6MCwiUiI6MjU1LCJHIjoyNTUsIkIiOjI1NX19LCJJc1Zpc2libGUiOmZhbHNlLCJXaWR0aCI6MC4wLCJIZWlnaHQiOjAuMCwiQm9yZGVyU3R5bGUiOnsiJGlkIjoiMTUwMSIsIkxpbmVDb2xvciI6bnVsbCwiTGluZVdlaWdodCI6MC4wLCJMaW5lVHlwZSI6MCwiUGFyZW50U3R5bGUiOm51bGx9LCJQYXJlbnRTdHlsZSI6bnVsbH0sIkRhdGVGb3JtYXQiOnsiJGlkIjoiMTUw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TAz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E1MDQiLCJfdGFza3MiOltdLCJfbWlsZXN0b25lcyI6W3siJGlkIjoiMTUwNSIsIklkIjoiN2JlNTY2NzctNjVlMy00ZWI0LWIzODYtYTYxZDQ1ZjdiZjZkIiwiSW5kZXgiOjMsIkdyb3VwSWQiOm51bGwsIlRpdGxlIjoiQ3V0IE92ZXIgIiwiRGF0ZVRpbWUiOiIyMDI3LTA0LTMwVDIzOjU5OjAwIiwiUGVyY2VudGFnZUNvbXBsZXRlIjpudWxsLCJOb3RlIjpudWxsLCJTdHlsZSI6eyIkaWQiOiIxNTA2IiwiVGl0bGVQb3NpdGlvbiI6IkxlZnQiLCJEYXRlUG9zaXRpb24iOiJMZWZ0IiwiU2hhcGVUeXBlIjoxOSwiU2hhcGVTaXplIjoxLCJTcGFjaW5nIjo0LCJTaGFwZVN0eWxlIjp7IiRpZCI6IjE1MDciLCJNYXJnaW4iOnsiJGlkIjoiMTUwOCIsIlRvcCI6MC4wLCJMZWZ0IjowLjAsIlJpZ2h0IjowLjAsIkJvdHRvbSI6MC4wfSwiUGFkZGluZyI6eyIkaWQiOiIxNTA5IiwiVG9wIjowLjAsIkxlZnQiOjAuMCwiUmlnaHQiOjAuMCwiQm90dG9tIjowLjB9LCJCYWNrZ3JvdW5kIjp7IiRpZCI6IjE1MTAiLCJDb2xvciI6eyIkaWQiOiIxNTExIiwiQSI6MjU1LCJSIjoxNzcsIkciOjkzLCJCIjozNn19LCJJc1Zpc2libGUiOnRydWUsIldpZHRoIjoxMy4wLCJIZWlnaHQiOjEzLjAsIkJvcmRlclN0eWxlIjp7IiRpZCI6IjE1MTIiLCJMaW5lQ29sb3IiOnsiJGlkIjoiMTUxMyIsIiR0eXBlIjoiTkxSRS5Db21tb24uRG9tLlNvbGlkQ29sb3JCcnVzaCwgTkxSRS5Db21tb24iLCJDb2xvciI6eyIkaWQiOiIxNTE0IiwiQSI6MjU1LCJSIjoyMzQsIkciOjIyLCJCIjozMH19LCJMaW5lV2VpZ2h0IjowLjAsIkxpbmVUeXBlIjowLCJQYXJlbnRTdHlsZSI6bnVsbH0sIlBhcmVudFN0eWxlIjpudWxsfSwiVGl0bGVTdHlsZSI6eyIkaWQiOiIxNTE1IiwiRm9udFNldHRpbmdzIjp7IiRpZCI6IjE1MTYiLCJGb250U2l6ZSI6OSwiRm9udE5hbWUiOiJDYWxpYnJpIiwiSXNCb2xkIjp0cnVlLCJJc0l0YWxpYyI6ZmFsc2UsIklzVW5kZXJsaW5lZCI6ZmFsc2UsIlBhcmVudFN0eWxlIjpudWxsfSwiQXV0b1NpemUiOjAsIkZvcmVncm91bmQiOnsiJGlkIjoiMTUxNyIsIkNvbG9yIjp7IiRpZCI6IjE1MT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UxOSIsIlRvcCI6MC4wLCJMZWZ0IjowLjAsIlJpZ2h0IjowLjAsIkJvdHRvbSI6MC4wfSwiUGFkZGluZyI6eyIkaWQiOiIxNTIwIiwiVG9wIjowLjAsIkxlZnQiOjAuMCwiUmlnaHQiOjAuMCwiQm90dG9tIjowLjB9LCJCYWNrZ3JvdW5kIjp7IiRpZCI6IjE1MjEiLCJDb2xvciI6eyIkaWQiOiIxNTIyIiwiQSI6MCwiUiI6MjU1LCJHIjoyNTUsIkIiOjI1NX19LCJJc1Zpc2libGUiOnRydWUsIldpZHRoIjowLjAsIkhlaWdodCI6MC4wLCJCb3JkZXJTdHlsZSI6eyIkaWQiOiIxNTIzIiwiTGluZUNvbG9yIjpudWxsLCJMaW5lV2VpZ2h0IjowLjAsIkxpbmVUeXBlIjowLCJQYXJlbnRTdHlsZSI6bnVsbH0sIlBhcmVudFN0eWxlIjpudWxsfSwiRGF0ZVN0eWxlIjp7IiRpZCI6IjE1MjQiLCJGb250U2V0dGluZ3MiOnsiJGlkIjoiMTUyNSIsIkZvbnRTaXplIjo5LCJGb250TmFtZSI6IkNhbGlicmkiLCJJc0JvbGQiOmZhbHNlLCJJc0l0YWxpYyI6ZmFsc2UsIklzVW5kZXJsaW5lZCI6ZmFsc2UsIlBhcmVudFN0eWxlIjpudWxsfSwiQXV0b1NpemUiOjAsIkZvcmVncm91bmQiOnsiJGlkIjoiMTUyNiIsIkNvbG9yIjp7IiRpZCI6IjE1Mjc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1MjgiLCJUb3AiOjAuMCwiTGVmdCI6MC4wLCJSaWdodCI6MC4wLCJCb3R0b20iOjAuMH0sIlBhZGRpbmciOnsiJGlkIjoiMTUyOSIsIlRvcCI6MC4wLCJMZWZ0IjowLjAsIlJpZ2h0IjowLjAsIkJvdHRvbSI6MC4wfSwiQmFja2dyb3VuZCI6eyIkaWQiOiIxNTMwIiwiQ29sb3IiOnsiJGlkIjoiMTUzMSIsIkEiOjAsIlIiOjI1NSwiRyI6MjU1LCJCIjoyNTV9fSwiSXNWaXNpYmxlIjpmYWxzZSwiV2lkdGgiOjAuMCwiSGVpZ2h0IjowLjAsIkJvcmRlclN0eWxlIjp7IiRpZCI6IjE1MzIiLCJMaW5lQ29sb3IiOm51bGwsIkxpbmVXZWlnaHQiOjAuMCwiTGluZVR5cGUiOjAsIlBhcmVudFN0eWxlIjpudWxsfSwiUGFyZW50U3R5bGUiOm51bGx9LCJEYXRlRm9ybWF0Ijp7IiRpZCI6IjE1Mz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UzNCIsIkZvcm1hdCI6MCwiSXNWaXNpYmxlIjpmYWxzZSwiTGFzdEtub3duVmlzaWJpbGl0eVN0YXRlIjpmYWxzZX0sIklzVmlzaWJsZSI6dHJ1ZSwiUGFyZW50U3R5bGUiOm51bGx9LCJIeXBlcmxpbmsiOm51bGwsIkltcG9ydElkIjoiIn1dLCJJZCI6IjAwMDAwMDAwLTAwMDAtMDAwMC0wMDAwLTAwMDAwMDAwMDAwMCIsIklzU2luZ2xlSXRlbVJvdyI6dHJ1ZX1dLCJJbmRleCI6MTYsIklkIjoiZjFmNjAyMTMtODhlYi00ODRjLWI1M2YtMjI5OTI5ZjVjNzU2IiwiSGVhZGVyVGV4dCI6bnVsbCwiSXNEZWZhdWx0Ijp0cnVlLCJTdHlsZSI6eyIkaWQiOiIxNTM1IiwiSGVhZGVyU3R5bGUiOnsiJGlkIjoiMTUzNiIsIlRleHRTdHlsZSI6eyIkaWQiOiIxNTM3IiwiRm9udFNldHRpbmdzIjp7IiRpZCI6IjE1MzgiLCJGb250U2l6ZSI6MTIsIkZvbnROYW1lIjoiQ2FsaWJyaSIsIklzQm9sZCI6ZmFsc2UsIklzSXRhbGljIjpmYWxzZSwiSXNVbmRlcmxpbmVkIjpmYWxzZSwiUGFyZW50U3R5bGUiOm51bGx9LCJBdXRvU2l6ZSI6MCwiRm9yZWdyb3VuZCI6eyIkaWQiOiIxNTM5IiwiQ29sb3IiOnsiJGlkIjoiMTU0MCIsIkEiOjI1NSwiUiI6MCwiRyI6MCwiQiI6MH19LCJNYXhXaWR0aCI6MC4wLCJNYXhIZWlnaHQiOjAuMCwiU21hcnRGb3JlZ3JvdW5kSXNBY3RpdmUiOmZhbHNlLCJIb3Jpem9udGFsQWxpZ25tZW50IjowLCJWZXJ0aWNhbEFsaWdubWVudCI6MCwiU21hcnRGb3JlZ3JvdW5kIjpudWxsLCJCYWNrZ3JvdW5kRmlsbFR5cGUiOjAsIk1hcmdpbiI6eyIkaWQiOiIxNTQxIiwiVG9wIjowLjAsIkxlZnQiOjAuMCwiUmlnaHQiOjAuMCwiQm90dG9tIjowLjB9LCJQYWRkaW5nIjp7IiRpZCI6IjE1NDIiLCJUb3AiOjAuMCwiTGVmdCI6MC4wLCJSaWdodCI6MC4wLCJCb3R0b20iOjAuMH0sIkJhY2tncm91bmQiOm51bGwsIklzVmlzaWJsZSI6ZmFsc2UsIldpZHRoIjowLjAsIkhlaWdodCI6MC4wLCJCb3JkZXJTdHlsZSI6bnVsbCwiUGFyZW50U3R5bGUiOm51bGx9LCJSZWN0YW5nbGVTdHlsZSI6eyIkaWQiOiIxNTQzIiwiTWFyZ2luIjp7IiRpZCI6IjE1NDQiLCJUb3AiOjAuMCwiTGVmdCI6MC4wLCJSaWdodCI6MC4wLCJCb3R0b20iOjAuMH0sIlBhZGRpbmciOnsiJGlkIjoiMTU0NSIsIlRvcCI6MC4wLCJMZWZ0IjowLjAsIlJpZ2h0IjowLjAsIkJvdHRvbSI6MC4wfSwiQmFja2dyb3VuZCI6eyIkaWQiOiIxNTQ2IiwiQ29sb3IiOnsiJGlkIjoiMTU0NyIsIkEiOjYzLCJSIjo2OCwiRyI6MTE0LCJCIjoxOTZ9fSwiSXNWaXNpYmxlIjpmYWxzZSwiV2lkdGgiOjAuMCwiSGVpZ2h0IjowLjAsIkJvcmRlclN0eWxlIjp7IiRpZCI6IjE1NDgiLCJMaW5lQ29sb3IiOnsiJGlkIjoiMTU0OSIsIiR0eXBlIjoiTkxSRS5Db21tb24uRG9tLlNvbGlkQ29sb3JCcnVzaCwgTkxSRS5Db21tb24iLCJDb2xvciI6eyIkaWQiOiIxNTUwIiwiQSI6MjU1LCJSIjoyNTUsIkciOjAsIkIiOjB9fSwiTGluZVdlaWdodCI6MC4wLCJMaW5lVHlwZSI6MCwiUGFyZW50U3R5bGUiOm51bGx9LCJQYXJlbnRTdHlsZSI6bnVsbH0sIk1hcmdpbiI6eyIkaWQiOiIxNTUxIiwiVG9wIjowLjAsIkxlZnQiOjAuMCwiUmlnaHQiOjAuMCwiQm90dG9tIjowLjB9LCJQYWRkaW5nIjp7IiRpZCI6IjE1NTIiLCJUb3AiOjAuMCwiTGVmdCI6MC4wLCJSaWdodCI6MC4wLCJCb3R0b20iOjAuMH0sIkJhY2tncm91bmQiOm51bGwsIklzVmlzaWJsZSI6dHJ1ZSwiV2lkdGgiOjAuMCwiSGVpZ2h0IjowLjAsIkJvcmRlclN0eWxlIjpudWxsLCJQYXJlbnRTdHlsZSI6bnVsbH0sIkJhY2tncm91bmRTdHlsZSI6eyIkaWQiOiIxNTUzIiwiTWFyZ2luIjp7IiRpZCI6IjE1NTQiLCJUb3AiOjAuMCwiTGVmdCI6MC4wLCJSaWdodCI6MC4wLCJCb3R0b20iOjAuMH0sIlBhZGRpbmciOnsiJGlkIjoiMTU1NSIsIlRvcCI6MC4wLCJMZWZ0IjowLjAsIlJpZ2h0IjowLjAsIkJvdHRvbSI6MC4wfSwiQmFja2dyb3VuZCI6eyIkaWQiOiIxNTU2IiwiQ29sb3IiOnsiJGlkIjoiMTU1NyIsIkEiOjM4LCJSIjo2OCwiRyI6MTE0LCJCIjoxOTZ9fSwiSXNWaXNpYmxlIjp0cnVlLCJXaWR0aCI6MC4wLCJIZWlnaHQiOjAuMCwiQm9yZGVyU3R5bGUiOnsiJGlkIjoiMTU1OCIsIkxpbmVDb2xvciI6eyIkaWQiOiIxNTU5IiwiJHR5cGUiOiJOTFJFLkNvbW1vbi5Eb20uU29saWRDb2xvckJydXNoLCBOTFJFLkNvbW1vbiIsIkNvbG9yIjp7IiRpZCI6IjE1NjAiLCJBIjoyNTUsIlIiOjIzNCwiRyI6MjIsIkIiOjMwfX0sIkxpbmVXZWlnaHQiOjAuMCwiTGluZVR5cGUiOjAsIlBhcmVudFN0eWxlIjpudWxsfSwiUGFyZW50U3R5bGUiOm51bGx9LCJNYXJnaW4iOnsiJGlkIjoiMTU2MSIsIlRvcCI6MC4wLCJMZWZ0IjowLjAsIlJpZ2h0IjowLjAsIkJvdHRvbSI6MC4wfSwiUGFkZGluZyI6eyIkaWQiOiIxNTYyIiwiVG9wIjowLjAsIkxlZnQiOjAuMCwiUmlnaHQiOjAuMCwiQm90dG9tIjowLjB9LCJJc1Zpc2libGUiOnRydWUsIldpZHRoIjowLjAsIkhlaWdodCI6MC4wLCJCb3JkZXJTdHlsZSI6eyIkaWQiOiIxNTYzIiwiTGluZUNvbG9yIjpudWxsLCJMaW5lV2VpZ2h0IjowLjAsIkxpbmVUeXBlIjowLCJQYXJlbnRTdHlsZSI6bnVsbH0sIlBhcmVudFN0eWxlIjpudWxsfX1dLCJJZCI6ImE4OGYxNDVlLTRkMjgtNDQyMC1hMmJhLWE2ODVhZjA4NTU0NiIsIkluZGV4IjoyLCJIZWFkZXJUZXh0IjoiQWNjZXB0YW5jZSAmIER1YWwgZGVsaWVyeSIsIlN0eWxlIjp7IiRpZCI6IjE1NjQiLCJTdHlsZUlkIjoiMDAwMDAwMDAtMDAwMC0wMDAwLTAwMDAtMDAwMDAwMDAwMDAwIiwiSGVhZGVyU3R5bGUiOnsiJGlkIjoiMTU2NSIsIlRleHRJc1ZlcnRpY2FsIjpmYWxzZSwiVGV4dFN0eWxlIjp7IiRpZCI6IjE1NjYiLCJGb250U2V0dGluZ3MiOnsiJGlkIjoiMTU2NyIsIkZvbnRTaXplIjoxMiwiRm9udE5hbWUiOiJDYWxpYnJpIiwiSXNCb2xkIjp0cnVlLCJJc0l0YWxpYyI6ZmFsc2UsIklzVW5kZXJsaW5lZCI6ZmFsc2UsIlBhcmVudFN0eWxlIjpudWxsfSwiQXV0b1NpemUiOjIsIkZvcmVncm91bmQiOnsiJGlkIjoiMTU2OCIsIkNvbG9yIjp7IiRpZCI6IjE1Njk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NTcwIiwiVG9wIjowLjAsIkxlZnQiOjAuMCwiUmlnaHQiOjAuMCwiQm90dG9tIjowLjB9LCJQYWRkaW5nIjp7IiRpZCI6IjE1NzEiLCJUb3AiOjAuMCwiTGVmdCI6MC4wLCJSaWdodCI6MC4wLCJCb3R0b20iOjAuMH0sIkJhY2tncm91bmQiOm51bGwsIklzVmlzaWJsZSI6ZmFsc2UsIldpZHRoIjowLjAsIkhlaWdodCI6MC4wLCJCb3JkZXJTdHlsZSI6bnVsbCwiUGFyZW50U3R5bGUiOm51bGx9LCJSZWN0YW5nbGVTdHlsZSI6eyIkaWQiOiIxNTcyIiwiTWFyZ2luIjp7IiRpZCI6IjE1NzMiLCJUb3AiOjAuMCwiTGVmdCI6MC4wLCJSaWdodCI6MC4wLCJCb3R0b20iOjAuMH0sIlBhZGRpbmciOnsiJGlkIjoiMTU3NCIsIlRvcCI6MC4wLCJMZWZ0IjowLjAsIlJpZ2h0IjowLjAsIkJvdHRvbSI6MC4wfSwiQmFja2dyb3VuZCI6eyIkaWQiOiIxNTc1IiwiQ29sb3IiOnsiJGlkIjoiMTU3NiIsIkEiOjI1NSwiUiI6NjgsIkciOjExNCwiQiI6MTk2fX0sIklzVmlzaWJsZSI6dHJ1ZSwiV2lkdGgiOjAuMCwiSGVpZ2h0IjowLjAsIkJvcmRlclN0eWxlIjp7IiRpZCI6IjE1NzciLCJMaW5lQ29sb3IiOnsiJGlkIjoiMTU3OCIsIiR0eXBlIjoiTkxSRS5Db21tb24uRG9tLlNvbGlkQ29sb3JCcnVzaCwgTkxSRS5Db21tb24iLCJDb2xvciI6eyIkaWQiOiIxNTc5IiwiQSI6MjU1LCJSIjo4OCwiRyI6MzksIkIiOjd9fSwiTGluZVdlaWdodCI6MC4wLCJMaW5lVHlwZSI6MCwiUGFyZW50U3R5bGUiOm51bGx9LCJQYXJlbnRTdHlsZSI6bnVsbH0sIk1hcmdpbiI6eyIkaWQiOiIxNTgwIiwiVG9wIjowLjAsIkxlZnQiOjAuMCwiUmlnaHQiOjAuMCwiQm90dG9tIjowLjB9LCJQYWRkaW5nIjp7IiRpZCI6IjE1ODEiLCJUb3AiOjAuMCwiTGVmdCI6MC4wLCJSaWdodCI6MC4wLCJCb3R0b20iOjAuMH0sIkJhY2tncm91bmQiOm51bGwsIklzVmlzaWJsZSI6dHJ1ZSwiV2lkdGgiOjAuMCwiSGVpZ2h0IjowLjAsIkJvcmRlclN0eWxlIjpudWxsLCJQYXJlbnRTdHlsZSI6bnVsbH0sIkJhY2tncm91bmRTdHlsZSI6eyIkaWQiOiIxNTgyIiwiTWFyZ2luIjp7IiRpZCI6IjE1ODMiLCJUb3AiOjAuMCwiTGVmdCI6MC4wLCJSaWdodCI6MC4wLCJCb3R0b20iOjAuMH0sIlBhZGRpbmciOnsiJGlkIjoiMTU4NCIsIlRvcCI6MC4wLCJMZWZ0IjowLjAsIlJpZ2h0IjowLjAsIkJvdHRvbSI6MC4wfSwiQmFja2dyb3VuZCI6eyIkaWQiOiIxNTg1IiwiQ29sb3IiOnsiJGlkIjoiMTU4NiIsIkEiOjM4LCJSIjo2OCwiRyI6MTE0LCJCIjoxOTZ9fSwiSXNWaXNpYmxlIjp0cnVlLCJXaWR0aCI6MC4wLCJIZWlnaHQiOjAuMCwiQm9yZGVyU3R5bGUiOnsiJGlkIjoiMTU4NyIsIkxpbmVDb2xvciI6eyIkaWQiOiIxNTg4IiwiJHR5cGUiOiJOTFJFLkNvbW1vbi5Eb20uU29saWRDb2xvckJydXNoLCBOTFJFLkNvbW1vbiIsIkNvbG9yIjp7IiRpZCI6IjE1ODkiLCJBIjoyNTUsIlIiOjg4LCJHIjozOSwiQiI6N319LCJMaW5lV2VpZ2h0IjowLjAsIkxpbmVUeXBlIjowLCJQYXJlbnRTdHlsZSI6bnVsbH0sIlBhcmVudFN0eWxlIjpudWxsfSwiSXNBYm92ZVRpbWViYW5kIjpmYWxzZSwiU3BhY2luZyI6MiwiRGVmYXVsdFN3aW1sYW5lVGFza1N0eWxlIjp7IiRpZCI6IjE1OTAiLCIkdHlwZSI6Ik5MUkUuQ29tbW9uLkRvbS5TdHlsZXMuRXhwbGljaXRTZXRhYmxlVGFza1N0eWxlLCBOTFJFLkNvbW1vbiIsIlNoYXBlIjo3LCJTaGFwZVRoaWNrbmVzcyI6MCwiRHVyYXRpb25Gb3JtYXQiOjUsIkluY2x1ZGVOb25Xb3JraW5nRGF5c0luRHVyYXRpb24iOmZhbHNlLCJQZXJjZW50YWdlQ29tcGxldGVTdHlsZSI6eyIkaWQiOiIxNTkxIiwiRm9udFNldHRpbmdzIjp7IiRpZCI6IjE1OTIiLCJGb250U2l6ZSI6MTAsIkZvbnROYW1lIjoiQ2FsaWJyaSIsIklzQm9sZCI6ZmFsc2UsIklzSXRhbGljIjpmYWxzZSwiSXNVbmRlcmxpbmVkIjpmYWxzZSwiUGFyZW50U3R5bGUiOm51bGx9LCJBdXRvU2l6ZSI6MCwiRm9yZWdyb3VuZCI6eyIkaWQiOiIxNTkzIiwiQ29sb3IiOnsiJGlkIjoiMTU5NCIsIkEiOjI1NSwiUiI6MjM4LCJHIjoyMzYsIkIiOjIyNX19LCJNYXhXaWR0aCI6MjAwLjAsIk1heEhlaWdodCI6IkluZmluaXR5IiwiU21hcnRGb3JlZ3JvdW5kSXNBY3RpdmUiOmZhbHNlLCJIb3Jpem9udGFsQWxpZ25tZW50IjoxLCJWZXJ0aWNhbEFsaWdubWVudCI6MCwiU21hcnRGb3JlZ3JvdW5kIjpudWxsLCJCYWNrZ3JvdW5kRmlsbFR5cGUiOjAsIk1hcmdpbiI6eyIkaWQiOiIxNTk1IiwiVG9wIjowLjAsIkxlZnQiOjAuMCwiUmlnaHQiOjAuMCwiQm90dG9tIjowLjB9LCJQYWRkaW5nIjp7IiRpZCI6IjE1OTYiLCJUb3AiOjAuMCwiTGVmdCI6MC4wLCJSaWdodCI6MC4wLCJCb3R0b20iOjAuMH0sIkJhY2tncm91bmQiOnsiJGlkIjoiMTU5NyIsIkNvbG9yIjp7IiRpZCI6IjE1OTgiLCJBIjo4OSwiUiI6MCwiRyI6MCwiQiI6MH19LCJJc1Zpc2libGUiOnRydWUsIldpZHRoIjowLjAsIkhlaWdodCI6MC4wLCJCb3JkZXJTdHlsZSI6eyIkaWQiOiIxNTk5IiwiTGluZUNvbG9yIjpudWxsLCJMaW5lV2VpZ2h0IjowLjAsIkxpbmVUeXBlIjowLCJQYXJlbnRTdHlsZSI6bnVsbH0sIlBhcmVudFN0eWxlIjpudWxsfSwiRHVyYXRpb25TdHlsZSI6eyIkaWQiOiIxNjAwIiwiRm9udFNldHRpbmdzIjp7IiRpZCI6IjE2MDEiLCJGb250U2l6ZSI6MTAsIkZvbnROYW1lIjoiQ2FsaWJyaSIsIklzQm9sZCI6ZmFsc2UsIklzSXRhbGljIjpmYWxzZSwiSXNVbmRlcmxpbmVkIjpmYWxzZSwiUGFyZW50U3R5bGUiOm51bGx9LCJBdXRvU2l6ZSI6MCwiRm9yZWdyb3VuZCI6eyIkaWQiOiIxNjAyIiwiQ29sb3IiOnsiJGlkIjoiMTYwM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2MDQiLCJUb3AiOjAuMCwiTGVmdCI6MC4wLCJSaWdodCI6MC4wLCJCb3R0b20iOjAuMH0sIlBhZGRpbmciOnsiJGlkIjoiMTYwNSIsIlRvcCI6MC4wLCJMZWZ0IjowLjAsIlJpZ2h0IjowLjAsIkJvdHRvbSI6MC4wfSwiQmFja2dyb3VuZCI6eyIkaWQiOiIxNjA2IiwiQ29sb3IiOnsiJGlkIjoiMTYwNyIsIkEiOjg5LCJSIjowLCJHIjowLCJCIjowfX0sIklzVmlzaWJsZSI6dHJ1ZSwiV2lkdGgiOjAuMCwiSGVpZ2h0IjowLjAsIkJvcmRlclN0eWxlIjp7IiRpZCI6IjE2MDgiLCJMaW5lQ29sb3IiOm51bGwsIkxpbmVXZWlnaHQiOjAuMCwiTGluZVR5cGUiOjAsIlBhcmVudFN0eWxlIjpudWxsfSwiUGFyZW50U3R5bGUiOm51bGx9LCJIb3Jpem9udGFsQ29ubmVjdG9yU3R5bGUiOnsiJGlkIjoiMTYwOSIsIkxpbmVDb2xvciI6eyIkaWQiOiIxNjEwIiwiJHR5cGUiOiJOTFJFLkNvbW1vbi5Eb20uU29saWRDb2xvckJydXNoLCBOTFJFLkNvbW1vbiIsIkNvbG9yIjp7IiRpZCI6IjE2MTEiLCJBIjoyNTUsIlIiOjIwNCwiRyI6MjA0LCJCIjoyMDR9fSwiTGluZVdlaWdodCI6MS4wLCJMaW5lVHlwZSI6MCwiUGFyZW50U3R5bGUiOm51bGx9LCJWZXJ0aWNhbENvbm5lY3RvclN0eWxlIjp7IiRpZCI6IjE2MTIiLCJMaW5lQ29sb3IiOnsiJGlkIjoiMTYxMyIsIiR0eXBlIjoiTkxSRS5Db21tb24uRG9tLlNvbGlkQ29sb3JCcnVzaCwgTkxSRS5Db21tb24iLCJDb2xvciI6eyIkaWQiOiIxNjE0IiwiQSI6MjU1LCJSIjoyMDQsIkciOjIwNCwiQiI6MjA0fX0sIkxpbmVXZWlnaHQiOjAuMCwiTGluZVR5cGUiOjAsIlBhcmVudFN0eWxlIjpudWxsfSwiTWFyZ2luIjpudWxsLCJTdGFydERhdGVQb3NpdGlvbiI6NCwiRW5kRGF0ZVBvc2l0aW9uIjo0LCJEYXRlSXNWaXNpYmxlIjp0cnVlLCJUaXRsZVBvc2l0aW9uIjozLCJEdXJhdGlvblBvc2l0aW9uIjo2LCJQZXJjZW50YWdlQ29tcGxldGVkUG9zaXRpb24iOjYsIlNwYWNpbmciOjMsIklzQmVsb3dUaW1lYmFuZCI6dHJ1ZSwiUGVyY2VudGFnZUNvbXBsZXRlU2hhcGVPcGFjaXR5IjozNSwiQmFzZWxpbmVTdHlsZSI6eyIkaWQiOiIxNjE1IiwiU2hhcGVTdHlsZSI6eyIkaWQiOiIxNjE2IiwiTWFyZ2luIjp7IiRpZCI6IjE2MTciLCJUb3AiOjAuMCwiTGVmdCI6MC4wLCJSaWdodCI6MC4wLCJCb3R0b20iOjAuMH0sIlBhZGRpbmciOnsiJGlkIjoiMTYxOCIsIlRvcCI6MC4wLCJMZWZ0IjowLjAsIlJpZ2h0IjowLjAsIkJvdHRvbSI6MC4wfSwiQmFja2dyb3VuZCI6eyIkaWQiOiIxNjE5IiwiQ29sb3IiOnsiJGlkIjoiMTYyMCIsIkEiOjE1MywiUiI6MCwiRyI6MCwiQiI6MH19LCJJc1Zpc2libGUiOnRydWUsIldpZHRoIjowLjAsIkhlaWdodCI6MC4wLCJCb3JkZXJTdHlsZSI6eyIkaWQiOiIxNjIxIiwiTGluZUNvbG9yIjp7IiRpZCI6IjE2MjIiLCIkdHlwZSI6Ik5MUkUuQ29tbW9uLkRvbS5Tb2xpZENvbG9yQnJ1c2gsIE5MUkUuQ29tbW9uIiwiQ29sb3IiOnsiJGlkIjoiMTYyMyIsIkEiOjI1NSwiUiI6MjU1LCJHIjowLCJCIjowfX0sIkxpbmVXZWlnaHQiOjAuMCwiTGluZVR5cGUiOjAsIlBhcmVudFN0eWxlIjpudWxsfSwiUGFyZW50U3R5bGUiOm51bGx9LCJNYXJnaW4iOnsiJGlkIjoiMTYyNCIsIlRvcCI6MC4wLCJMZWZ0IjowLjAsIlJpZ2h0IjowLjAsIkJvdHRvbSI6MC4wfSwiUGFkZGluZyI6eyIkaWQiOiIxNjI1IiwiVG9wIjowLjAsIkxlZnQiOjAuMCwiUmlnaHQiOjAuMCwiQm90dG9tIjowLjB9LCJCYWNrZ3JvdW5kIjpudWxsLCJJc1Zpc2libGUiOnRydWUsIldpZHRoIjowLjAsIkhlaWdodCI6MC4wLCJCb3JkZXJTdHlsZSI6bnVsbCwiUGFyZW50U3R5bGUiOm51bGx9LCJTaGFwZVN0eWxlIjp7IiRpZCI6IjE2MjYiLCJNYXJnaW4iOnsiJGlkIjoiMTYyNyIsIlRvcCI6MC4wLCJMZWZ0Ijo0LjAsIlJpZ2h0Ijo0LjAsIkJvdHRvbSI6MC4wfSwiUGFkZGluZyI6eyIkaWQiOiIxNjI4IiwiVG9wIjowLjAsIkxlZnQiOjAuMCwiUmlnaHQiOjAuMCwiQm90dG9tIjowLjB9LCJCYWNrZ3JvdW5kIjp7IiRpZCI6IjE2MjkiLCJDb2xvciI6eyIkaWQiOiIxNjMwIiwiQSI6MjU1LCJSIjo2OCwiRyI6MTE0LCJCIjoxOTZ9fSwiSXNWaXNpYmxlIjp0cnVlLCJXaWR0aCI6MC4wLCJIZWlnaHQiOjEwLjAsIkJvcmRlclN0eWxlIjp7IiRpZCI6IjE2MzEiLCJMaW5lQ29sb3IiOnsiJGlkIjoiMTYzMiIsIiR0eXBlIjoiTkxSRS5Db21tb24uRG9tLlNvbGlkQ29sb3JCcnVzaCwgTkxSRS5Db21tb24iLCJDb2xvciI6eyIkaWQiOiIxNjMzIiwiQSI6MjU1LCJSIjoyMzQsIkciOjIyLCJCIjozMH19LCJMaW5lV2VpZ2h0IjowLjAsIkxpbmVUeXBlIjowLCJQYXJlbnRTdHlsZSI6bnVsbH0sIlBhcmVudFN0eWxlIjpudWxsfSwiVGl0bGVTdHlsZSI6eyIkaWQiOiIxNjM0IiwiRm9udFNldHRpbmdzIjp7IiRpZCI6IjE2MzUiLCJGb250U2l6ZSI6OSwiRm9udE5hbWUiOiJDYWxpYnJpIiwiSXNCb2xkIjp0cnVlLCJJc0l0YWxpYyI6ZmFsc2UsIklzVW5kZXJsaW5lZCI6ZmFsc2UsIlBhcmVudFN0eWxlIjpudWxsfSwiQXV0b1NpemUiOjAsIkZvcmVncm91bmQiOnsiJGlkIjoiMTYzNiIsIkNvbG9yIjp7IiRpZCI6IjE2MzciLCJBIjoyNTUsIlIiOjAsIkciOjAsIkIiOjB9fSwiTWF4V2lkdGgiOjk2MC4wLCJNYXhIZWlnaHQiOiJJbmZpbml0eSIsIlNtYXJ0Rm9yZWdyb3VuZElzQWN0aXZlIjpmYWxzZSwiSG9yaXpvbnRhbEFsaWdubWVudCI6MiwiVmVydGljYWxBbGlnbm1lbnQiOjAsIlNtYXJ0Rm9yZWdyb3VuZCI6bnVsbCwiQmFja2dyb3VuZEZpbGxUeXBlIjowLCJNYXJnaW4iOnsiJGlkIjoiMTYzOCIsIlRvcCI6MC4wLCJMZWZ0IjowLjAsIlJpZ2h0IjowLjAsIkJvdHRvbSI6MC4wfSwiUGFkZGluZyI6eyIkaWQiOiIxNjM5IiwiVG9wIjowLjAsIkxlZnQiOjAuMCwiUmlnaHQiOjAuMCwiQm90dG9tIjowLjB9LCJCYWNrZ3JvdW5kIjp7IiRpZCI6IjE2NDAiLCJDb2xvciI6eyIkaWQiOiIxNjQxIiwiQSI6ODksIlIiOjAsIkciOjAsIkIiOjB9fSwiSXNWaXNpYmxlIjp0cnVlLCJXaWR0aCI6MC4wLCJIZWlnaHQiOjAuMCwiQm9yZGVyU3R5bGUiOnsiJGlkIjoiMTY0MiIsIkxpbmVDb2xvciI6bnVsbCwiTGluZVdlaWdodCI6MC4wLCJMaW5lVHlwZSI6MCwiUGFyZW50U3R5bGUiOm51bGx9LCJQYXJlbnRTdHlsZSI6bnVsbH0sIkRhdGVTdHlsZSI6eyIkaWQiOiIxNjQzIiwiRm9udFNldHRpbmdzIjp7IiRpZCI6IjE2NDQiLCJGb250U2l6ZSI6MTAsIkZvbnROYW1lIjoiQ2FsaWJyaSIsIklzQm9sZCI6ZmFsc2UsIklzSXRhbGljIjpmYWxzZSwiSXNVbmRlcmxpbmVkIjpmYWxzZSwiUGFyZW50U3R5bGUiOm51bGx9LCJBdXRvU2l6ZSI6MCwiRm9yZWdyb3VuZCI6eyIkaWQiOiIxNjQ1IiwiQ29sb3IiOnsiJGlkIjoiMTY0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Y0NyIsIlRvcCI6MC4wLCJMZWZ0IjowLjAsIlJpZ2h0IjowLjAsIkJvdHRvbSI6MC4wfSwiUGFkZGluZyI6eyIkaWQiOiIxNjQ4IiwiVG9wIjowLjAsIkxlZnQiOjAuMCwiUmlnaHQiOjAuMCwiQm90dG9tIjowLjB9LCJCYWNrZ3JvdW5kIjp7IiRpZCI6IjE2NDkiLCJDb2xvciI6eyIkaWQiOiIxNjUwIiwiQSI6ODksIlIiOjAsIkciOjAsIkIiOjB9fSwiSXNWaXNpYmxlIjp0cnVlLCJXaWR0aCI6MC4wLCJIZWlnaHQiOjAuMCwiQm9yZGVyU3R5bGUiOnsiJGlkIjoiMTY1MSIsIkxpbmVDb2xvciI6bnVsbCwiTGluZVdlaWdodCI6MC4wLCJMaW5lVHlwZSI6MCwiUGFyZW50U3R5bGUiOm51bGx9LCJQYXJlbnRTdHlsZSI6bnVsbH0sIkRhdGVGb3JtYXQiOnsiJGlkIjoiMTY1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UzIiwiRm9ybWF0IjowLCJJc1Zpc2libGUiOmZhbHNlLCJMYXN0S25vd25WaXNpYmlsaXR5U3RhdGUiOmZhbHNlfSwiSXNWaXNpYmxlIjp0cnVlLCJQYXJlbnRTdHlsZSI6bnVsbCwiX2V4cGxpY2l0bHlTZXQiOnsiJGlkIjoiMTY1NC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xNjU1IiwiU2hhcGUiOjAsIkNvbm5lY3Rvck1hcmdpbiI6eyIkaWQiOiIxNjU2IiwiVG9wIjowLjAsIkxlZnQiOjIuMCwiUmlnaHQiOjIuMCwiQm90dG9tIjowLjB9LCJDb25uZWN0b3JTdHlsZSI6eyIkaWQiOiIxNjU3IiwiTGluZUNvbG9yIjp7IiRpZCI6IjE2NTgiLCIkdHlwZSI6Ik5MUkUuQ29tbW9uLkRvbS5Tb2xpZENvbG9yQnJ1c2gsIE5MUkUuQ29tbW9uIiwiQ29sb3IiOnsiJGlkIjoiMTY1OSIsIkEiOjEyNywiUiI6NzksIkciOjEyOSwiQiI6MTg5fX0sIkxpbmVXZWlnaHQiOjEuMCwiTGluZVR5cGUiOjAsIlBhcmVudFN0eWxlIjpudWxsfSwiSXNCZWxvd1RpbWViYW5kIjpmYWxzZSwiUG9zaXRpb25PblRhc2siOjEsIkhpZGVEYXRlIjpmYWxzZSwiU2hhcGVTaXplIjoxLCJTcGFjaW5nIjowLjAsIlBhZGRpbmciOnsiJGlkIjoiMTY2MCIsIlRvcCI6NS4wLCJMZWZ0IjozLjAsIlJpZ2h0IjowLjAsIkJvdHRvbSI6Mi4wfSwiU2hhcGVTdHlsZSI6eyIkaWQiOiIxNjYxIiwiTWFyZ2luIjp7IiRpZCI6IjE2NjIiLCJUb3AiOjAuMCwiTGVmdCI6MC4wLCJSaWdodCI6MC4wLCJCb3R0b20iOjAuMH0sIlBhZGRpbmciOnsiJGlkIjoiMTY2MyIsIlRvcCI6MC4wLCJMZWZ0IjowLjAsIlJpZ2h0IjowLjAsIkJvdHRvbSI6MC4wfSwiQmFja2dyb3VuZCI6eyIkaWQiOiIxNjY0IiwiQ29sb3IiOnsiJGlkIjoiMTY2NSIsIkEiOjI1NSwiUiI6NjgsIkciOjExNCwiQiI6MTk2fX0sIklzVmlzaWJsZSI6dHJ1ZSwiV2lkdGgiOjE4LjAsIkhlaWdodCI6MjAuMCwiQm9yZGVyU3R5bGUiOnsiJGlkIjoiMTY2NiIsIkxpbmVDb2xvciI6eyIkaWQiOiIxNjY3IiwiJHR5cGUiOiJOTFJFLkNvbW1vbi5Eb20uU29saWRDb2xvckJydXNoLCBOTFJFLkNvbW1vbiIsIkNvbG9yIjp7IiRpZCI6IjE2NjgiLCJBIjoyNTUsIlIiOjIzNCwiRyI6MjIsIkIiOjMwfX0sIkxpbmVXZWlnaHQiOjAuMCwiTGluZVR5cGUiOjAsIlBhcmVudFN0eWxlIjpudWxsfSwiUGFyZW50U3R5bGUiOm51bGx9LCJUaXRsZVN0eWxlIjp7IiRpZCI6IjE2NjkiLCJGb250U2V0dGluZ3MiOnsiJGlkIjoiMTY3MCIsIkZvbnRTaXplIjo5LCJGb250TmFtZSI6IkNhbGlicmkiLCJJc0JvbGQiOnRydWUsIklzSXRhbGljIjpmYWxzZSwiSXNVbmRlcmxpbmVkIjpmYWxzZSwiUGFyZW50U3R5bGUiOm51bGx9LCJBdXRvU2l6ZSI6MCwiRm9yZWdyb3VuZCI6eyIkaWQiOiIxNjcxIiwiQ29sb3IiOnsiJGlkIjoiMTY3Mi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xNjczIiwiVG9wIjowLjAsIkxlZnQiOjAuMCwiUmlnaHQiOjAuMCwiQm90dG9tIjowLjB9LCJQYWRkaW5nIjp7IiRpZCI6IjE2NzQiLCJUb3AiOjAuMCwiTGVmdCI6MC4wLCJSaWdodCI6MC4wLCJCb3R0b20iOjAuMH0sIkJhY2tncm91bmQiOnsiJGlkIjoiMTY3NSIsIkNvbG9yIjp7IiRpZCI6IjE2NzYiLCJBIjo4OSwiUiI6MCwiRyI6MCwiQiI6MH19LCJJc1Zpc2libGUiOnRydWUsIldpZHRoIjowLjAsIkhlaWdodCI6MC4wLCJCb3JkZXJTdHlsZSI6eyIkaWQiOiIxNjc3IiwiTGluZUNvbG9yIjpudWxsLCJMaW5lV2VpZ2h0IjowLjAsIkxpbmVUeXBlIjowLCJQYXJlbnRTdHlsZSI6bnVsbH0sIlBhcmVudFN0eWxlIjpudWxsfSwiRGF0ZVN0eWxlIjp7IiRpZCI6IjE2NzgiLCJGb250U2V0dGluZ3MiOnsiJGlkIjoiMTY3OSIsIkZvbnRTaXplIjo5LCJGb250TmFtZSI6IkNhbGlicmkiLCJJc0JvbGQiOmZhbHNlLCJJc0l0YWxpYyI6ZmFsc2UsIklzVW5kZXJsaW5lZCI6ZmFsc2UsIlBhcmVudFN0eWxlIjpudWxsfSwiQXV0b1NpemUiOjAsIkZvcmVncm91bmQiOnsiJGlkIjoiMTY4MCIsIkNvbG9yIjp7IiRpZCI6IjE2ODE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2ODIiLCJUb3AiOjAuMCwiTGVmdCI6MC4wLCJSaWdodCI6MC4wLCJCb3R0b20iOjAuMH0sIlBhZGRpbmciOnsiJGlkIjoiMTY4MyIsIlRvcCI6MC4wLCJMZWZ0IjowLjAsIlJpZ2h0IjowLjAsIkJvdHRvbSI6MC4wfSwiQmFja2dyb3VuZCI6eyIkaWQiOiIxNjg0IiwiQ29sb3IiOnsiJGlkIjoiMTY4NSIsIkEiOjg5LCJSIjowLCJHIjowLCJCIjowfX0sIklzVmlzaWJsZSI6ZmFsc2UsIldpZHRoIjowLjAsIkhlaWdodCI6MC4wLCJCb3JkZXJTdHlsZSI6eyIkaWQiOiIxNjg2IiwiTGluZUNvbG9yIjpudWxsLCJMaW5lV2VpZ2h0IjowLjAsIkxpbmVUeXBlIjowLCJQYXJlbnRTdHlsZSI6bnVsbH0sIlBhcmVudFN0eWxlIjpudWxsfSwiRGF0ZUZvcm1hdCI6eyIkaWQiOiIxNjg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ODgiLCJGb3JtYXQiOjAsIklzVmlzaWJsZSI6ZmFsc2UsIkxhc3RLbm93blZpc2liaWxpdHlTdGF0ZSI6ZmFsc2V9LCJJc1Zpc2libGUiOnRydWUsIlBhcmVudFN0eWxlIjpudWxsfSwiRGVmYXVsdFN3aW1sYW5lTWlsZXN0b25lU3R5bGUiOnsiJGlkIjoiMTY4OSIsIlRpdGxlUG9zaXRpb24iOiJMZWZ0IiwiRGF0ZVBvc2l0aW9uIjoiTGVmdCIsIlNoYXBlVHlwZSI6NiwiU2hhcGVTaXplIjoxLCJTcGFjaW5nIjo1LCJTaGFwZVN0eWxlIjp7IiRpZCI6IjE2OTAiLCJNYXJnaW4iOnsiJGlkIjoiMTY5MSIsIlRvcCI6MC4wLCJMZWZ0IjowLjAsIlJpZ2h0IjowLjAsIkJvdHRvbSI6MC4wfSwiUGFkZGluZyI6eyIkaWQiOiIxNjkyIiwiVG9wIjowLjAsIkxlZnQiOjAuMCwiUmlnaHQiOjAuMCwiQm90dG9tIjowLjB9LCJCYWNrZ3JvdW5kIjp7IiRpZCI6IjE2OTMiLCJDb2xvciI6eyIkaWQiOiIxNjk0IiwiQSI6MjU1LCJSIjo2OCwiRyI6MTE0LCJCIjoxOTZ9fSwiSXNWaXNpYmxlIjp0cnVlLCJXaWR0aCI6MTguMCwiSGVpZ2h0IjoyMC4wLCJCb3JkZXJTdHlsZSI6eyIkaWQiOiIxNjk1IiwiTGluZUNvbG9yIjp7IiRpZCI6IjE2OTYiLCIkdHlwZSI6Ik5MUkUuQ29tbW9uLkRvbS5Tb2xpZENvbG9yQnJ1c2gsIE5MUkUuQ29tbW9uIiwiQ29sb3IiOnsiJGlkIjoiMTY5NyIsIkEiOjI1NSwiUiI6MjM0LCJHIjoyMiwiQiI6MzB9fSwiTGluZVdlaWdodCI6MC4wLCJMaW5lVHlwZSI6MCwiUGFyZW50U3R5bGUiOm51bGx9LCJQYXJlbnRTdHlsZSI6bnVsbH0sIlRpdGxlU3R5bGUiOnsiJGlkIjoiMTY5OCIsIkZvbnRTZXR0aW5ncyI6eyIkaWQiOiIxNjk5IiwiRm9udFNpemUiOjksIkZvbnROYW1lIjoiQ2FsaWJyaSIsIklzQm9sZCI6dHJ1ZSwiSXNJdGFsaWMiOmZhbHNlLCJJc1VuZGVybGluZWQiOmZhbHNlLCJQYXJlbnRTdHlsZSI6bnVsbH0sIkF1dG9TaXplIjowLCJGb3JlZ3JvdW5kIjp7IiRpZCI6IjE3MDAiLCJDb2xvciI6eyIkaWQiOiIxNzAx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E3MDIiLCJUb3AiOjAuMCwiTGVmdCI6MC4wLCJSaWdodCI6MC4wLCJCb3R0b20iOjAuMH0sIlBhZGRpbmciOnsiJGlkIjoiMTcwMyIsIlRvcCI6MC4wLCJMZWZ0IjowLjAsIlJpZ2h0IjowLjAsIkJvdHRvbSI6MC4wfSwiQmFja2dyb3VuZCI6eyIkaWQiOiIxNzA0IiwiQ29sb3IiOnsiJGlkIjoiMTcwNSIsIkEiOjg5LCJSIjowLCJHIjowLCJCIjowfX0sIklzVmlzaWJsZSI6dHJ1ZSwiV2lkdGgiOjAuMCwiSGVpZ2h0IjowLjAsIkJvcmRlclN0eWxlIjp7IiRpZCI6IjE3MDYiLCJMaW5lQ29sb3IiOm51bGwsIkxpbmVXZWlnaHQiOjAuMCwiTGluZVR5cGUiOjAsIlBhcmVudFN0eWxlIjpudWxsfSwiUGFyZW50U3R5bGUiOm51bGx9LCJEYXRlU3R5bGUiOnsiJGlkIjoiMTcwNyIsIkZvbnRTZXR0aW5ncyI6eyIkaWQiOiIxNzA4IiwiRm9udFNpemUiOjksIkZvbnROYW1lIjoiQ2FsaWJyaSIsIklzQm9sZCI6ZmFsc2UsIklzSXRhbGljIjpmYWxzZSwiSXNVbmRlcmxpbmVkIjpmYWxzZSwiUGFyZW50U3R5bGUiOm51bGx9LCJBdXRvU2l6ZSI6MCwiRm9yZWdyb3VuZCI6eyIkaWQiOiIxNzA5IiwiQ29sb3IiOnsiJGlkIjoiMTcxM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cxMSIsIlRvcCI6MC4wLCJMZWZ0IjowLjAsIlJpZ2h0IjowLjAsIkJvdHRvbSI6MC4wfSwiUGFkZGluZyI6eyIkaWQiOiIxNzEyIiwiVG9wIjowLjAsIkxlZnQiOjAuMCwiUmlnaHQiOjAuMCwiQm90dG9tIjowLjB9LCJCYWNrZ3JvdW5kIjp7IiRpZCI6IjE3MTMiLCJDb2xvciI6eyIkaWQiOiIxNzE0IiwiQSI6ODksIlIiOjAsIkciOjAsIkIiOjB9fSwiSXNWaXNpYmxlIjpmYWxzZSwiV2lkdGgiOjAuMCwiSGVpZ2h0IjowLjAsIkJvcmRlclN0eWxlIjp7IiRpZCI6IjE3MTUiLCJMaW5lQ29sb3IiOm51bGwsIkxpbmVXZWlnaHQiOjAuMCwiTGluZVR5cGUiOjAsIlBhcmVudFN0eWxlIjpudWxsfSwiUGFyZW50U3R5bGUiOm51bGx9LCJEYXRlRm9ybWF0Ijp7IiRpZCI6IjE3M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cxNyIsIkZvcm1hdCI6MCwiSXNWaXNpYmxlIjpmYWxzZSwiTGFzdEtub3duVmlzaWJpbGl0eVN0YXRlIjpmYWxzZX0sIklzVmlzaWJsZSI6dHJ1ZSwiUGFyZW50U3R5bGUiOm51bGx9LCJEZWZhdWx0U3dpbWxhbmVBY3Rpdml0eVN0eWxlIjp7IiRpZCI6IjE3MTgiLCJIZWFkZXJTdHlsZSI6eyIkaWQiOiIxNzE5IiwiVGV4dFN0eWxlIjp7IiRpZCI6IjE3MjAiLCJGb250U2V0dGluZ3MiOnsiJGlkIjoiMTcyMSIsIkZvbnRTaXplIjoxMiwiRm9udE5hbWUiOiJDYWxpYnJpIiwiSXNCb2xkIjpmYWxzZSwiSXNJdGFsaWMiOmZhbHNlLCJJc1VuZGVybGluZWQiOmZhbHNlLCJQYXJlbnRTdHlsZSI6bnVsbH0sIkF1dG9TaXplIjowLCJGb3JlZ3JvdW5kIjp7IiRpZCI6IjE3MjIiLCJDb2xvciI6eyIkaWQiOiIxNzIzIiwiQSI6MjU1LCJSIjowLCJHIjowLCJCIjowfX0sIk1heFdpZHRoIjowLjAsIk1heEhlaWdodCI6MC4wLCJTbWFydEZvcmVncm91bmRJc0FjdGl2ZSI6ZmFsc2UsIkhvcml6b250YWxBbGlnbm1lbnQiOjAsIlZlcnRpY2FsQWxpZ25tZW50IjowLCJTbWFydEZvcmVncm91bmQiOm51bGwsIkJhY2tncm91bmRGaWxsVHlwZSI6MCwiTWFyZ2luIjp7IiRpZCI6IjE3MjQiLCJUb3AiOjAuMCwiTGVmdCI6MC4wLCJSaWdodCI6MC4wLCJCb3R0b20iOjAuMH0sIlBhZGRpbmciOnsiJGlkIjoiMTcyNSIsIlRvcCI6MC4wLCJMZWZ0IjowLjAsIlJpZ2h0IjowLjAsIkJvdHRvbSI6MC4wfSwiQmFja2dyb3VuZCI6bnVsbCwiSXNWaXNpYmxlIjpmYWxzZSwiV2lkdGgiOjAuMCwiSGVpZ2h0IjowLjAsIkJvcmRlclN0eWxlIjpudWxsLCJQYXJlbnRTdHlsZSI6bnVsbH0sIlJlY3RhbmdsZVN0eWxlIjp7IiRpZCI6IjE3MjYiLCJNYXJnaW4iOnsiJGlkIjoiMTcyNyIsIlRvcCI6MC4wLCJMZWZ0IjowLjAsIlJpZ2h0IjowLjAsIkJvdHRvbSI6MC4wfSwiUGFkZGluZyI6eyIkaWQiOiIxNzI4IiwiVG9wIjowLjAsIkxlZnQiOjAuMCwiUmlnaHQiOjAuMCwiQm90dG9tIjowLjB9LCJCYWNrZ3JvdW5kIjp7IiRpZCI6IjE3MjkiLCJDb2xvciI6eyIkaWQiOiIxNzMwIiwiQSI6NjMsIlIiOjY4LCJHIjoxMTQsIkIiOjE5Nn19LCJJc1Zpc2libGUiOmZhbHNlLCJXaWR0aCI6MC4wLCJIZWlnaHQiOjAuMCwiQm9yZGVyU3R5bGUiOnsiJGlkIjoiMTczMSIsIkxpbmVDb2xvciI6eyIkaWQiOiIxNzMyIiwiJHR5cGUiOiJOTFJFLkNvbW1vbi5Eb20uU29saWRDb2xvckJydXNoLCBOTFJFLkNvbW1vbiIsIkNvbG9yIjp7IiRpZCI6IjE3MzMiLCJBIjoyNTUsIlIiOjI1NSwiRyI6MCwiQiI6MH19LCJMaW5lV2VpZ2h0IjowLjAsIkxpbmVUeXBlIjowLCJQYXJlbnRTdHlsZSI6bnVsbH0sIlBhcmVudFN0eWxlIjpudWxsfSwiTWFyZ2luIjp7IiRpZCI6IjE3MzQiLCJUb3AiOjAuMCwiTGVmdCI6MC4wLCJSaWdodCI6MC4wLCJCb3R0b20iOjAuMH0sIlBhZGRpbmciOnsiJGlkIjoiMTczNSIsIlRvcCI6MC4wLCJMZWZ0IjowLjAsIlJpZ2h0IjowLjAsIkJvdHRvbSI6MC4wfSwiQmFja2dyb3VuZCI6bnVsbCwiSXNWaXNpYmxlIjp0cnVlLCJXaWR0aCI6MC4wLCJIZWlnaHQiOjAuMCwiQm9yZGVyU3R5bGUiOm51bGwsIlBhcmVudFN0eWxlIjpudWxsfSwiQmFja2dyb3VuZFN0eWxlIjp7IiRpZCI6IjE3MzYiLCJNYXJnaW4iOnsiJGlkIjoiMTczNyIsIlRvcCI6MC4wLCJMZWZ0IjowLjAsIlJpZ2h0IjowLjAsIkJvdHRvbSI6MC4wfSwiUGFkZGluZyI6eyIkaWQiOiIxNzM4IiwiVG9wIjowLjAsIkxlZnQiOjAuMCwiUmlnaHQiOjAuMCwiQm90dG9tIjowLjB9LCJCYWNrZ3JvdW5kIjp7IiRpZCI6IjE3MzkiLCJDb2xvciI6eyIkaWQiOiIxNzQwIiwiQSI6MzgsIlIiOjY4LCJHIjoxMTQsIkIiOjE5Nn19LCJJc1Zpc2libGUiOnRydWUsIldpZHRoIjowLjAsIkhlaWdodCI6MC4wLCJCb3JkZXJTdHlsZSI6eyIkaWQiOiIxNzQxIiwiTGluZUNvbG9yIjp7IiRpZCI6IjE3NDIiLCIkdHlwZSI6Ik5MUkUuQ29tbW9uLkRvbS5Tb2xpZENvbG9yQnJ1c2gsIE5MUkUuQ29tbW9uIiwiQ29sb3IiOnsiJGlkIjoiMTc0MyIsIkEiOjI1NSwiUiI6MjM0LCJHIjoyMiwiQiI6MzB9fSwiTGluZVdlaWdodCI6MC4wLCJMaW5lVHlwZSI6MCwiUGFyZW50U3R5bGUiOm51bGx9LCJQYXJlbnRTdHlsZSI6bnVsbH0sIk1hcmdpbiI6eyIkaWQiOiIxNzQ0IiwiVG9wIjowLjAsIkxlZnQiOjAuMCwiUmlnaHQiOjAuMCwiQm90dG9tIjowLjB9LCJQYWRkaW5nIjp7IiRpZCI6IjE3NDUiLCJUb3AiOjAuMCwiTGVmdCI6MC4wLCJSaWdodCI6MC4wLCJCb3R0b20iOjAuMH0sIklzVmlzaWJsZSI6dHJ1ZSwiV2lkdGgiOjAuMCwiSGVpZ2h0IjowLjAsIkJvcmRlclN0eWxlIjp7IiRpZCI6IjE3NDYiLCJMaW5lQ29sb3IiOm51bGwsIkxpbmVXZWlnaHQiOjAuMCwiTGluZVR5cGUiOjAsIlBhcmVudFN0eWxlIjpudWxsfSwiUGFyZW50U3R5bGUiOm51bGx9LCJNYXJnaW4iOnsiJGlkIjoiMTc0NyIsIlRvcCI6MC4wLCJMZWZ0IjowLjAsIlJpZ2h0IjowLjAsIkJvdHRvbSI6MC4wfSwiUGFkZGluZyI6eyIkaWQiOiIxNzQ4IiwiVG9wIjowLjAsIkxlZnQiOjAuMCwiUmlnaHQiOjAuMCwiQm90dG9tIjowLjB9LCJJc1Zpc2libGUiOnRydWUsIldpZHRoIjowLjAsIkhlaWdodCI6MC4wLCJCb3JkZXJTdHlsZSI6eyIkaWQiOiIxNzQ5IiwiTGluZUNvbG9yIjpudWxsLCJMaW5lV2VpZ2h0IjowLjAsIkxpbmVUeXBlIjowLCJQYXJlbnRTdHlsZSI6bnVsbH0sIlBhcmVudFN0eWxlIjpudWxsfX1dLCJIYXNCYXNlbGluZXMiOmZhbHNlLCJDdWx0dXJlSW5mb05hbWUiOiJlbi1VUyIsIlN0eWxlTmFtZSI6bnVsbCwiVmVyc2lvbiI6eyIkaWQiOiIxNzUwIiwiVmVyc2lvbiI6IjUuMC4wIiwiT3JpZ2luYWxBc3NlbWJseVZlcnNpb24iOiIxMS4wMS4wMC4wMCIsIkVkaXRpb24iOm51bGwsIkxhc3RTYXZlZEVkaXRpb24iOjMsIklzUGx1c0VkaXRpb24iOmZhbHNlLCJJc1Byb0VkaXRpb24iOmZhbHNlfSwiRWZmZWN0IjowLCJTdHlsZSI6eyIkaWQiOiIxNzUxIiwiRGVmYXVsdERlcGVuZGVuY3lTdHlsZSI6eyIkaWQiOiIxNzUyIiwiTGluZVN0eWxlIjp7IiRpZCI6IjE3NTMiLCJMaW5lQ29sb3IiOnsiJGlkIjoiMTc1NCIsIiR0eXBlIjoiTkxSRS5Db21tb24uRG9tLlNvbGlkQ29sb3JCcnVzaCwgTkxSRS5Db21tb24iLCJDb2xvciI6eyIkaWQiOiIxNzU1IiwiQSI6MjU1LCJSIjowLCJHIjowLCJCIjowfX0sIkxpbmVXZWlnaHQiOjEuMCwiTGluZVR5cGUiOjAsIlBhcmVudFN0eWxlIjpudWxsfSwiRW5kQXJyb3doZWFkTGluZVN0eWxlIjp7IiRpZCI6IjE3NTYiLCJLaW5kIjoxLCJXaWR0aCI6MSwiTGVuZ3RoIjowLCJQYXJlbnRTdHlsZSI6bnVsbH0sIkJyaW5nVG9Gcm9udCI6dHJ1ZSwiRWxib3dSYWRpdXMiOjAuMCwiTWFyZ2luIjp7IiRpZCI6IjE3NTciLCJUb3AiOjAuMCwiTGVmdCI6MC4wLCJSaWdodCI6MC4wLCJCb3R0b20iOjAuMH0sIlBhZGRpbmciOnsiJGlkIjoiMTc1OCIsIlRvcCI6MC4wLCJMZWZ0IjowLjAsIlJpZ2h0IjowLjAsIkJvdHRvbSI6MC4wfSwiQmFja2dyb3VuZCI6bnVsbCwiSXNWaXNpYmxlIjp0cnVlLCJXaWR0aCI6MC4wLCJIZWlnaHQiOjAuMCwiQm9yZGVyU3R5bGUiOm51bGwsIlBhcmVudFN0eWxlIjpudWxsfSwiQ3JpdGljYWxQYXRoU3R5bGUiOnsiJGlkIjoiMTc1OSIsIkNyaXRpY2FsUGF0aFN0eWxlT3B0aW9ucyI6MTQsIkxpbmVTdHlsZSI6eyIkaWQiOiIxNzYwIiwiTGluZUNvbG9yIjp7IiRpZCI6IjE3NjEiLCIkdHlwZSI6Ik5MUkUuQ29tbW9uLkRvbS5Tb2xpZENvbG9yQnJ1c2gsIE5MUkUuQ29tbW9uIiwiQ29sb3IiOnsiJGlkIjoiMTc2MiIsIkEiOjI1NSwiUiI6MjIyLCJHIjo1MCwiQiI6NTB9fSwiTGluZVdlaWdodCI6MS4wLCJMaW5lVHlwZSI6MCwiUGFyZW50U3R5bGUiOm51bGx9LCJUaXRsZUZvcmVncm91bmQiOnsiJGlkIjoiMTc2MyIsIkNvbG9yIjp7IiRpZCI6IjE3NjQiLCJBIjoyNTUsIlIiOjE3NiwiRyI6MTksIkIiOjI1fX0sIlNoYXBlc0JhY2tncm91bmQiOnsiJGlkIjoiMTc2NSIsIkNvbG9yIjp7IiRpZCI6IjE3NjYiLCJBIjoyNTUsIlIiOjI1MywiRyI6MjAzLCJCIjoyMDh9fSwiU2hhcGVzQm9yZGVyU3R5bGUiOnsiJGlkIjoiMTc2NyIsIkxpbmVDb2xvciI6eyIkaWQiOiIxNzY4IiwiJHR5cGUiOiJOTFJFLkNvbW1vbi5Eb20uU29saWRDb2xvckJydXNoLCBOTFJFLkNvbW1vbiIsIkNvbG9yIjp7IiRpZCI6IjE3NjkiLCJBIjoyNTUsIlIiOjIyMiwiRyI6NTAsIkIiOjUwfX0sIkxpbmVXZWlnaHQiOjEuNSwiTGluZVR5cGUiOjAsIlBhcmVudFN0eWxlIjpudWxsfSwiTWFyZ2luIjp7IiRpZCI6IjE3NzAiLCJUb3AiOjAuMCwiTGVmdCI6MC4wLCJSaWdodCI6MC4wLCJCb3R0b20iOjAuMH0sIlBhZGRpbmciOnsiJGlkIjoiMTc3MSIsIlRvcCI6MC4wLCJMZWZ0IjowLjAsIlJpZ2h0IjowLjAsIkJvdHRvbSI6MC4wfSwiQmFja2dyb3VuZCI6bnVsbCwiSXNWaXNpYmxlIjpmYWxzZSwiV2lkdGgiOjAuMCwiSGVpZ2h0IjowLjAsIkJvcmRlclN0eWxlIjp7IiRpZCI6IjE3NzIiLCJMaW5lQ29sb3IiOm51bGwsIkxpbmVXZWlnaHQiOjAuMCwiTGluZVR5cGUiOjAsIlBhcmVudFN0eWxlIjpudWxsfSwiUGFyZW50U3R5bGUiOm51bGx9LCJQYW5lbHNTcGFjaW5nRGVmaW5pdGlvbiI6eyIkaWQiOiIxNzczIiwiU3BhY2luZ0Fib3ZlVGltZWJhbmQiOjUsIlNwYWNpbmdCZWxvd1RpbWViYW5kIjo1LCJTcGFjaW5nQWJvdmVCZXR3ZWVuU3dpbWxhbmVzQW5kVGFza3MiOjQsIlNwYWNpbmdCZWxvd0JldHdlZW5Td2ltbGFuZXNBbmRUYXNrcyI6NH0sIlRpbWViYW5kU3R5bGUiOnsiJGlkIjoiMTc3NCIsIlNjYWxlTWFya2luZyI6MCwiU2hhcGUiOjAsIlNoYXBlU3R5bGUiOnsiJGlkIjoiMTc3NSIsIk1hcmdpbiI6eyIkaWQiOiIxNzc2IiwiVG9wIjowLjAsIkxlZnQiOjEyLjAsIlJpZ2h0IjoxMi4wLCJCb3R0b20iOjAuMH0sIlBhZGRpbmciOnsiJGlkIjoiMTc3NyIsIlRvcCI6MC4wLCJMZWZ0IjowLjAsIlJpZ2h0IjowLjAsIkJvdHRvbSI6MC4wfSwiQmFja2dyb3VuZCI6eyIkaWQiOiIxNzc4IiwiQ29sb3IiOnsiJGlkIjoiMTc3OSIsIkEiOjI1NSwiUiI6NjQsIkciOjY0LCJCIjo2NH19LCJJc1Zpc2libGUiOnRydWUsIldpZHRoIjo4NTguMCwiSGVpZ2h0IjoxNC4zOTk5OTk2MTg1MzAyNzMsIkJvcmRlclN0eWxlIjp7IiRpZCI6IjE3ODAiLCJMaW5lQ29sb3IiOnsiJGlkIjoiMTc4MSIsIiR0eXBlIjoiTkxSRS5Db21tb24uRG9tLlNvbGlkQ29sb3JCcnVzaCwgTkxSRS5Db21tb24iLCJDb2xvciI6eyIkaWQiOiIxNzgyIiwiQSI6MjU1LCJSIjoyNTUsIkciOjAsIkIiOjB9fSwiTGluZVdlaWdodCI6MC4wLCJMaW5lVHlwZSI6MCwiUGFyZW50U3R5bGUiOm51bGx9LCJQYXJlbnRTdHlsZSI6bnVsbH0sIk1pZGRsZVRpZXJTaGFwZVN0eWxlIjp7IiRpZCI6IjE3ODMiLCJNYXJnaW4iOnsiJGlkIjoiMTc4NCIsIlRvcCI6MC4wLCJMZWZ0IjoxMi4wLCJSaWdodCI6MTIuMCwiQm90dG9tIjowLjB9LCJQYWRkaW5nIjp7IiRpZCI6IjE3ODUiLCJUb3AiOjAuMCwiTGVmdCI6MC4wLCJSaWdodCI6MC4wLCJCb3R0b20iOjAuMH0sIkJhY2tncm91bmQiOnsiJGlkIjoiMTc4NiIsIkNvbG9yIjp7IiRpZCI6IjE3ODciLCJBIjoyNTUsIlIiOjY0LCJHIjo2NCwiQiI6NjR9fSwiSXNWaXNpYmxlIjp0cnVlLCJXaWR0aCI6ODU4LjAsIkhlaWdodCI6MTQuMzk5OTk5NjE4NTMwMjczLCJCb3JkZXJTdHlsZSI6eyIkaWQiOiIxNzg4IiwiTGluZUNvbG9yIjp7IiRpZCI6IjE3ODkiLCIkdHlwZSI6Ik5MUkUuQ29tbW9uLkRvbS5Tb2xpZENvbG9yQnJ1c2gsIE5MUkUuQ29tbW9uIiwiQ29sb3IiOnsiJGlkIjoiMTc5MCIsIkEiOjI1NSwiUiI6MjU1LCJHIjowLCJCIjowfX0sIkxpbmVXZWlnaHQiOjAuMCwiTGluZVR5cGUiOjAsIlBhcmVudFN0eWxlIjpudWxsfSwiUGFyZW50U3R5bGUiOm51bGx9LCJCb3R0b21UaWVyU2hhcGVTdHlsZSI6eyIkaWQiOiIxNzkxIiwiTWFyZ2luIjp7IiRpZCI6IjE3OTIiLCJUb3AiOjAuMCwiTGVmdCI6MTIuMCwiUmlnaHQiOjEyLjAsIkJvdHRvbSI6MC4wfSwiUGFkZGluZyI6eyIkaWQiOiIxNzkzIiwiVG9wIjowLjAsIkxlZnQiOjAuMCwiUmlnaHQiOjAuMCwiQm90dG9tIjowLjB9LCJCYWNrZ3JvdW5kIjp7IiRpZCI6IjE3OTQiLCJDb2xvciI6eyIkaWQiOiIxNzk1IiwiQSI6MjU1LCJSIjo2NCwiRyI6NjQsIkIiOjY0fX0sIklzVmlzaWJsZSI6dHJ1ZSwiV2lkdGgiOjg1OC4wLCJIZWlnaHQiOjE0LjM5OTk5OTYxODUzMDI3MywiQm9yZGVyU3R5bGUiOnsiJGlkIjoiMTc5NiIsIkxpbmVDb2xvciI6eyIkaWQiOiIxNzk3IiwiJHR5cGUiOiJOTFJFLkNvbW1vbi5Eb20uU29saWRDb2xvckJydXNoLCBOTFJFLkNvbW1vbiIsIkNvbG9yIjp7IiRpZCI6IjE3OTgiLCJBIjoyNTUsIlIiOjI1NSwiRyI6MCwiQiI6MH19LCJMaW5lV2VpZ2h0IjowLjAsIkxpbmVUeXBlIjowLCJQYXJlbnRTdHlsZSI6bnVsbH0sIlBhcmVudFN0eWxlIjpudWxsfSwiUmlnaHRFbmRDYXBzU3R5bGUiOnsiJGlkIjoiMTc5OSIsIkZvbnRTZXR0aW5ncyI6eyIkaWQiOiIxODAwIiwiRm9udFNpemUiOjEsIkZvbnROYW1lIjoiQ2FsaWJyaSIsIklzQm9sZCI6dHJ1ZSwiSXNJdGFsaWMiOmZhbHNlLCJJc1VuZGVybGluZWQiOmZhbHNlLCJQYXJlbnRTdHlsZSI6bnVsbH0sIkF1dG9TaXplIjowLCJGb3JlZ3JvdW5kIjp7IiRpZCI6IjE4MDEiLCJDb2xvciI6eyIkaWQiOiIxODAy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xODAzIiwiVG9wIjowLjAsIkxlZnQiOjAuMCwiUmlnaHQiOjI1LjAsIkJvdHRvbSI6MC4wfSwiUGFkZGluZyI6eyIkaWQiOiIxODA0IiwiVG9wIjowLjAsIkxlZnQiOjAuMCwiUmlnaHQiOjAuMCwiQm90dG9tIjowLjB9LCJCYWNrZ3JvdW5kIjp7IiRpZCI6IjE4MDUiLCJDb2xvciI6eyIkaWQiOiIxODA2IiwiQSI6ODksIlIiOjAsIkciOjAsIkIiOjB9fSwiSXNWaXNpYmxlIjpmYWxzZSwiV2lkdGgiOjAuMCwiSGVpZ2h0IjowLjAsIkJvcmRlclN0eWxlIjp7IiRpZCI6IjE4MDciLCJMaW5lQ29sb3IiOm51bGwsIkxpbmVXZWlnaHQiOjAuMCwiTGluZVR5cGUiOjAsIlBhcmVudFN0eWxlIjpudWxsfSwiUGFyZW50U3R5bGUiOm51bGx9LCJMZWZ0RW5kQ2Fwc1N0eWxlIjp7IiRpZCI6IjE4MDgiLCJGb250U2V0dGluZ3MiOnsiJGlkIjoiMTgwOSIsIkZvbnRTaXplIjozMiwiRm9udE5hbWUiOiJDYWxpYnJpIiwiSXNCb2xkIjp0cnVlLCJJc0l0YWxpYyI6ZmFsc2UsIklzVW5kZXJsaW5lZCI6ZmFsc2UsIlBhcmVudFN0eWxlIjpudWxsfSwiQXV0b1NpemUiOjAsIkZvcmVncm91bmQiOnsiJGlkIjoiMTgxMCIsIkNvbG9yIjp7IiRpZCI6IjE4MTE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E4MTIiLCJUb3AiOjAuMCwiTGVmdCI6MjUuMCwiUmlnaHQiOjAuMCwiQm90dG9tIjowLjB9LCJQYWRkaW5nIjp7IiRpZCI6IjE4MTMiLCJUb3AiOjAuMCwiTGVmdCI6MC4wLCJSaWdodCI6MC4wLCJCb3R0b20iOjAuMH0sIkJhY2tncm91bmQiOnsiJGlkIjoiMTgxNCIsIkNvbG9yIjp7IiRpZCI6IjE4MTUiLCJBIjo4OSwiUiI6MCwiRyI6MCwiQiI6MH19LCJJc1Zpc2libGUiOmZhbHNlLCJXaWR0aCI6MC4wLCJIZWlnaHQiOjAuMCwiQm9yZGVyU3R5bGUiOnsiJGlkIjoiMTgxNiIsIkxpbmVDb2xvciI6bnVsbCwiTGluZVdlaWdodCI6MC4wLCJMaW5lVHlwZSI6MCwiUGFyZW50U3R5bGUiOm51bGx9LCJQYXJlbnRTdHlsZSI6bnVsbH0sIlRvZGF5VGV4dFN0eWxlIjp7IiRpZCI6IjE4MTciLCJGb250U2V0dGluZ3MiOnsiJGlkIjoiMTgxOCIsIkZvbnRTaXplIjoxMiwiRm9udE5hbWUiOiJDYWxpYnJpIiwiSXNCb2xkIjpmYWxzZSwiSXNJdGFsaWMiOmZhbHNlLCJJc1VuZGVybGluZWQiOmZhbHNlLCJQYXJlbnRTdHlsZSI6bnVsbH0sIkF1dG9TaXplIjowLCJGb3JlZ3JvdW5kIjp7IiRpZCI6IjE4MTkiLCJDb2xvciI6eyIkaWQiOiIxODIw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E4MjEiLCJUb3AiOjAuMCwiTGVmdCI6MC4wLCJSaWdodCI6MC4wLCJCb3R0b20iOjAuMH0sIlBhZGRpbmciOnsiJGlkIjoiMTgyMiIsIlRvcCI6MC4wLCJMZWZ0IjowLjAsIlJpZ2h0IjowLjAsIkJvdHRvbSI6MC4wfSwiQmFja2dyb3VuZCI6eyIkaWQiOiIxODIzIiwiQ29sb3IiOnsiJGlkIjoiMTgyNCIsIkEiOjg5LCJSIjowLCJHIjowLCJCIjowfX0sIklzVmlzaWJsZSI6dHJ1ZSwiV2lkdGgiOjAuMCwiSGVpZ2h0IjowLjAsIkJvcmRlclN0eWxlIjp7IiRpZCI6IjE4MjUiLCJMaW5lQ29sb3IiOm51bGwsIkxpbmVXZWlnaHQiOjAuMCwiTGluZVR5cGUiOjAsIlBhcmVudFN0eWxlIjpudWxsfSwiUGFyZW50U3R5bGUiOm51bGx9LCJUb2RheU1hcmtlclN0eWxlIjp7IiRpZCI6IjE4MjYiLCJNYXJnaW4iOnsiJGlkIjoiMTgyNyIsIlRvcCI6MC4wLCJMZWZ0IjowLjAsIlJpZ2h0IjowLjAsIkJvdHRvbSI6MC4wfSwiUGFkZGluZyI6eyIkaWQiOiIxODI4IiwiVG9wIjowLjAsIkxlZnQiOjAuMCwiUmlnaHQiOjAuMCwiQm90dG9tIjowLjB9LCJCYWNrZ3JvdW5kIjp7IiRpZCI6IjE4MjkiLCJDb2xvciI6eyIkaWQiOiIxODMwIiwiQSI6MjU1LCJSIjoyNTUsIkciOjAsIkIiOjB9fSwiSXNWaXNpYmxlIjp0cnVlLCJXaWR0aCI6MC4wLCJIZWlnaHQiOjAuMCwiQm9yZGVyU3R5bGUiOm51bGwsIlBhcmVudFN0eWxlIjpudWxsfSwiU2NhbGVTdHlsZSI6eyIkaWQiOiIxODMxIiwiU2hhcGUiOjAsIlNob3dTZWdtZW50U2VwYXJhdG9ycyI6dHJ1ZSwiU2VnbWVudFNlcGFyYXRvck9wYWNpdHkiOjMwLCJIYXNCZWVuVmlzaWJsZUJlZm9yZSI6dHJ1ZSwiRm9udFNldHRpbmdzIjp7IiRpZCI6IjE4MzIiLCJGb250U2l6ZSI6MTQsIkZvbnROYW1lIjoiQ2FsaWJyaSIsIklzQm9sZCI6ZmFsc2UsIklzSXRhbGljIjpmYWxzZSwiSXNVbmRlcmxpbmVkIjpmYWxzZSwiUGFyZW50U3R5bGUiOm51bGx9LCJBdXRvU2l6ZSI6MCwiRm9yZWdyb3VuZCI6eyIkaWQiOiIxODMzIiwiQ29sb3IiOnsiJGlkIjoiMTgzNC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xODM1IiwiVG9wIjowLjAsIkxlZnQiOjQuMCwiUmlnaHQiOjQuMCwiQm90dG9tIjowLjB9LCJQYWRkaW5nIjp7IiRpZCI6IjE4MzYiLCJUb3AiOjAuMCwiTGVmdCI6MC4wLCJSaWdodCI6MC4wLCJCb3R0b20iOjAuMH0sIkJhY2tncm91bmQiOnsiJGlkIjoiMTgzNyIsIkNvbG9yIjp7IiRpZCI6IjE4MzgiLCJBIjo4OSwiUiI6MCwiRyI6MCwiQiI6MH19LCJJc1Zpc2libGUiOnRydWUsIldpZHRoIjowLjAsIkhlaWdodCI6MC4wLCJCb3JkZXJTdHlsZSI6eyIkaWQiOiIxODM5IiwiTGluZUNvbG9yIjpudWxsLCJMaW5lV2VpZ2h0IjowLjAsIkxpbmVUeXBlIjowLCJQYXJlbnRTdHlsZSI6bnVsbH0sIlBhcmVudFN0eWxlIjpudWxsfSwiU2luZ2xlU2NhbGVTaGFwZVN0eWxlIjp7IiRpZCI6IjE4NDAiLCJTaGFwZSI6MCwiSGVpZ2h0IjozMC4wfSwiTWlkZGxlVGllclNjYWxlU3R5bGUiOnsiJGlkIjoiMTg0MSIsIlNoYXBlIjowLCJTaG93U2VnbWVudFNlcGFyYXRvcnMiOnRydWUsIlNlZ21lbnRTZXBhcmF0b3JPcGFjaXR5IjozMCwiSGFzQmVlblZpc2libGVCZWZvcmUiOnRydWUsIkZvbnRTZXR0aW5ncyI6eyIkaWQiOiIxODQyIiwiRm9udFNpemUiOjE0LCJGb250TmFtZSI6IkNhbGlicmkiLCJJc0JvbGQiOmZhbHNlLCJJc0l0YWxpYyI6ZmFsc2UsIklzVW5kZXJsaW5lZCI6ZmFsc2UsIlBhcmVudFN0eWxlIjpudWxsfSwiQXV0b1NpemUiOjAsIkZvcmVncm91bmQiOnsiJHJlZiI6IjE4MzMifSwiTWF4V2lkdGgiOjIwMC4wLCJNYXhIZWlnaHQiOiJJbmZpbml0eSIsIlNtYXJ0Rm9yZWdyb3VuZElzQWN0aXZlIjpmYWxzZSwiSG9yaXpvbnRhbEFsaWdubWVudCI6MCwiVmVydGljYWxBbGlnbm1lbnQiOjEsIlNtYXJ0Rm9yZWdyb3VuZCI6bnVsbCwiQmFja2dyb3VuZEZpbGxUeXBlIjowLCJNYXJnaW4iOnsiJGlkIjoiMTg0MyIsIlRvcCI6MC4wLCJMZWZ0Ijo0LjAsIlJpZ2h0Ijo0LjAsIkJvdHRvbSI6MC4wfSwiUGFkZGluZyI6eyIkaWQiOiIxODQ0IiwiVG9wIjowLjAsIkxlZnQiOjAuMCwiUmlnaHQiOjAuMCwiQm90dG9tIjowLjB9LCJCYWNrZ3JvdW5kIjp7IiRpZCI6IjE4NDUiLCJDb2xvciI6eyIkaWQiOiIxODQ2IiwiQSI6ODksIlIiOjAsIkciOjAsIkIiOjB9fSwiSXNWaXNpYmxlIjp0cnVlLCJXaWR0aCI6MC4wLCJIZWlnaHQiOjAuMCwiQm9yZGVyU3R5bGUiOnsiJGlkIjoiMTg0NyIsIkxpbmVDb2xvciI6bnVsbCwiTGluZVdlaWdodCI6MC4wLCJMaW5lVHlwZSI6MCwiUGFyZW50U3R5bGUiOm51bGx9LCJQYXJlbnRTdHlsZSI6bnVsbH0sIkJvdHRvbVRpZXJTY2FsZVN0eWxlIjp7IiRpZCI6IjE4NDgiLCJTaGFwZSI6MCwiU2hvd1NlZ21lbnRTZXBhcmF0b3JzIjp0cnVlLCJTZWdtZW50U2VwYXJhdG9yT3BhY2l0eSI6MzAsIkhhc0JlZW5WaXNpYmxlQmVmb3JlIjpmYWxzZSwiRm9udFNldHRpbmdzIjp7IiRpZCI6IjE4NDkiLCJGb250U2l6ZSI6MTQsIkZvbnROYW1lIjoiQ2FsaWJyaSIsIklzQm9sZCI6ZmFsc2UsIklzSXRhbGljIjpmYWxzZSwiSXNVbmRlcmxpbmVkIjpmYWxzZSwiUGFyZW50U3R5bGUiOm51bGx9LCJBdXRvU2l6ZSI6MCwiRm9yZWdyb3VuZCI6eyIkaWQiOiIxODUwIiwiQ29sb3IiOnsiJGlkIjoiMTg1MS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xODUyIiwiVG9wIjowLjAsIkxlZnQiOjQuMCwiUmlnaHQiOjQuMCwiQm90dG9tIjowLjB9LCJQYWRkaW5nIjp7IiRpZCI6IjE4NTMiLCJUb3AiOjAuMCwiTGVmdCI6MC4wLCJSaWdodCI6MC4wLCJCb3R0b20iOjAuMH0sIkJhY2tncm91bmQiOnsiJGlkIjoiMTg1NCIsIkNvbG9yIjp7IiRpZCI6IjE4NTUiLCJBIjo4OSwiUiI6MCwiRyI6MCwiQiI6MH19LCJJc1Zpc2libGUiOmZhbHNlLCJXaWR0aCI6MC4wLCJIZWlnaHQiOjAuMCwiQm9yZGVyU3R5bGUiOnsiJGlkIjoiMTg1NiIsIkxpbmVDb2xvciI6bnVsbCwiTGluZVdlaWdodCI6MC4wLCJMaW5lVHlwZSI6MCwiUGFyZW50U3R5bGUiOm51bGx9LCJQYXJlbnRTdHlsZSI6bnVsbH0sIkVsYXBzZWRUaW1lQmFja2dyb3VuZCI6eyIkaWQiOiIxODU3IiwiQ29sb3IiOnsiJGlkIjoiMTg1OCIsIkEiOjE5MSwiUiI6MjU1LCJHIjowLCJCIjowfX0sIkFwcGVuZFllYXJPblllYXJDaGFuZ2UiOmZhbHNlLCJFbGFwc2VkVGltZUZvcm1hdCI6MiwiVG9kYXlNYXJrZXJQb3NpdGlvbiI6MSwiUXVpY2tQb3NpdGlvbiI6MywiQWJzb2x1dGVQb3NpdGlvbiI6MTIwLjkyMjIsIk1hcmdpbiI6eyIkaWQiOiIxODU5IiwiVG9wIjowLjAsIkxlZnQiOjEwLjAsIlJpZ2h0IjoxMC4wLCJCb3R0b20iOjAuMH0sIlBhZGRpbmciOnsiJGlkIjoiMTg2MCIsIlRvcCI6MC4wLCJMZWZ0IjowLjAsIlJpZ2h0IjowLjAsIkJvdHRvbSI6MC4wfSwiQmFja2dyb3VuZCI6eyIkaWQiOiIxODYxIiwiQ29sb3IiOnsiJGlkIjoiMTg2MiIsIkEiOjI1NSwiUiI6NDcsIkciOjU0LCJCIjoxNTN9fSwiSXNWaXNpYmxlIjp0cnVlLCJXaWR0aCI6MC4wLCJIZWlnaHQiOjAuMCwiQm9yZGVyU3R5bGUiOm51bGwsIlBhcmVudFN0eWxlIjpudWxsfSwiRGVmYXVsdE1pbGVzdG9uZVN0eWxlIjp7IiRpZCI6IjE4NjMiLCJTaGFwZSI6NSwiQ29ubmVjdG9yTWFyZ2luIjp7IiRpZCI6IjE4NjQiLCJUb3AiOjAuMCwiTGVmdCI6Mi4wLCJSaWdodCI6Mi4wLCJCb3R0b20iOjAuMH0sIkNvbm5lY3RvclN0eWxlIjp7IiRpZCI6IjE4NjUiLCJMaW5lQ29sb3IiOnsiJGlkIjoiMTg2NiIsIiR0eXBlIjoiTkxSRS5Db21tb24uRG9tLlNvbGlkQ29sb3JCcnVzaCwgTkxSRS5Db21tb24iLCJDb2xvciI6eyIkaWQiOiIxODY3IiwiQSI6MTI3LCJSIjo3OSwiRyI6MTI5LCJCIjoxODl9fSwiTGluZVdlaWdodCI6MS4wLCJMaW5lVHlwZSI6MCwiUGFyZW50U3R5bGUiOm51bGx9LCJJc0JlbG93VGltZWJhbmQiOmZhbHNlLCJQb3NpdGlvbk9uVGFzayI6MCwiSGlkZURhdGUiOmZhbHNlLCJTaGFwZVNpemUiOjEsIlNwYWNpbmciOjAuMCwiUGFkZGluZyI6eyIkaWQiOiIxODY4IiwiVG9wIjo1LjAsIkxlZnQiOjMuMCwiUmlnaHQiOjAuMCwiQm90dG9tIjoyLjB9LCJTaGFwZVN0eWxlIjp7IiRpZCI6IjE4NjkiLCJNYXJnaW4iOnsiJGlkIjoiMTg3MCIsIlRvcCI6MC4wLCJMZWZ0IjowLjAsIlJpZ2h0IjowLjAsIkJvdHRvbSI6MC4wfSwiUGFkZGluZyI6eyIkaWQiOiIxODcxIiwiVG9wIjowLjAsIkxlZnQiOjAuMCwiUmlnaHQiOjAuMCwiQm90dG9tIjowLjB9LCJCYWNrZ3JvdW5kIjp7IiRpZCI6IjE4NzIiLCJDb2xvciI6eyIkaWQiOiIxODczIiwiQSI6MjU1LCJSIjoxNzgsIkciOjE0LCJCIjoxOH19LCJJc1Zpc2libGUiOnRydWUsIldpZHRoIjoxOC4wLCJIZWlnaHQiOjIwLjAsIkJvcmRlclN0eWxlIjp7IiRpZCI6IjE4NzQiLCJMaW5lQ29sb3IiOnsiJGlkIjoiMTg3NSIsIiR0eXBlIjoiTkxSRS5Db21tb24uRG9tLlNvbGlkQ29sb3JCcnVzaCwgTkxSRS5Db21tb24iLCJDb2xvciI6eyIkaWQiOiIxODc2IiwiQSI6MjU1LCJSIjoyMzQsIkciOjIyLCJCIjozMH19LCJMaW5lV2VpZ2h0IjowLjAsIkxpbmVUeXBlIjowLCJQYXJlbnRTdHlsZSI6bnVsbH0sIlBhcmVudFN0eWxlIjpudWxsfSwiVGl0bGVTdHlsZSI6eyIkaWQiOiIxODc3IiwiRm9udFNldHRpbmdzIjp7IiRpZCI6IjE4NzgiLCJGb250U2l6ZSI6OSwiRm9udE5hbWUiOiJDYWxpYnJpIiwiSXNCb2xkIjp0cnVlLCJJc0l0YWxpYyI6ZmFsc2UsIklzVW5kZXJsaW5lZCI6ZmFsc2UsIlBhcmVudFN0eWxlIjpudWxsfSwiQXV0b1NpemUiOjAsIkZvcmVncm91bmQiOnsiJGlkIjoiMTg3OSIsIkNvbG9yIjp7IiRpZCI6IjE4ODA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g4MSIsIlRvcCI6MC4wLCJMZWZ0IjowLjAsIlJpZ2h0IjowLjAsIkJvdHRvbSI6MC4wfSwiUGFkZGluZyI6eyIkaWQiOiIxODgyIiwiVG9wIjowLjAsIkxlZnQiOjAuMCwiUmlnaHQiOjAuMCwiQm90dG9tIjowLjB9LCJCYWNrZ3JvdW5kIjp7IiRpZCI6IjE4ODMiLCJDb2xvciI6eyIkaWQiOiIxODg0IiwiQSI6ODksIlIiOjAsIkciOjAsIkIiOjB9fSwiSXNWaXNpYmxlIjp0cnVlLCJXaWR0aCI6MC4wLCJIZWlnaHQiOjAuMCwiQm9yZGVyU3R5bGUiOnsiJGlkIjoiMTg4NSIsIkxpbmVDb2xvciI6bnVsbCwiTGluZVdlaWdodCI6MC4wLCJMaW5lVHlwZSI6MCwiUGFyZW50U3R5bGUiOm51bGx9LCJQYXJlbnRTdHlsZSI6bnVsbH0sIkRhdGVTdHlsZSI6eyIkaWQiOiIxODg2IiwiRm9udFNldHRpbmdzIjp7IiRpZCI6IjE4ODciLCJGb250U2l6ZSI6OSwiRm9udE5hbWUiOiJDYWxpYnJpIiwiSXNCb2xkIjpmYWxzZSwiSXNJdGFsaWMiOmZhbHNlLCJJc1VuZGVybGluZWQiOmZhbHNlLCJQYXJlbnRTdHlsZSI6bnVsbH0sIkF1dG9TaXplIjowLCJGb3JlZ3JvdW5kIjp7IiRpZCI6IjE4ODgiLCJDb2xvciI6eyIkaWQiOiIxODg5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ODkwIiwiVG9wIjowLjAsIkxlZnQiOjAuMCwiUmlnaHQiOjAuMCwiQm90dG9tIjowLjB9LCJQYWRkaW5nIjp7IiRpZCI6IjE4OTEiLCJUb3AiOjAuMCwiTGVmdCI6MC4wLCJSaWdodCI6MC4wLCJCb3R0b20iOjAuMH0sIkJhY2tncm91bmQiOnsiJGlkIjoiMTg5MiIsIkNvbG9yIjp7IiRpZCI6IjE4OTMiLCJBIjo4OSwiUiI6MCwiRyI6MCwiQiI6MH19LCJJc1Zpc2libGUiOnRydWUsIldpZHRoIjowLjAsIkhlaWdodCI6MC4wLCJCb3JkZXJTdHlsZSI6eyIkaWQiOiIxODk0IiwiTGluZUNvbG9yIjpudWxsLCJMaW5lV2VpZ2h0IjowLjAsIkxpbmVUeXBlIjowLCJQYXJlbnRTdHlsZSI6bnVsbH0sIlBhcmVudFN0eWxlIjpudWxsfSwiRGF0ZUZvcm1hdCI6eyIkaWQiOiIxODk1IiwiRm9ybWF0U3RyaW5nIjoieXl5eS9NTU0iLCJTZXBhcmF0b3IiOiIvIiwiVXNlSW50ZXJuYXRpb25hbERhdGVGb3JtYXQiOmZhbHNlLCJEYXRlSXNWaXNpYmxlIjp0cnVlLCJUaW1lSXNWaXNpYmxlIjpmYWxzZSwiSG91ckRpZ2l0cyI6MSwiQW1QbURlc2lnbmF0b3IiOjIsIlRyaW0wME1pbnV0ZXMiOmZhbHNlLCJMYXN0S25vd25WaXNpYmlsaXR5U3RhdGUiOnsiJGlkIjoiMTg5NiIsIkRhdGVQYXJ0SXNWaXNpYmxlIjp0cnVlLCJUaW1lUGFydElzVmlzaWJsZSI6ZmFsc2V9fSwiV2Vla051bWJlcmluZyI6eyIkaWQiOiIxODk3IiwiRm9ybWF0IjowLCJJc1Zpc2libGUiOmZhbHNlLCJMYXN0S25vd25WaXNpYmlsaXR5U3RhdGUiOmZhbHNlfSwiSXNWaXNpYmxlIjp0cnVlLCJQYXJlbnRTdHlsZSI6bnVsbH0sIkRlZmF1bHRNb3RTdHlsZSI6eyIkaWQiOiIxODk4IiwiU2hhcGUiOjUsIkNvbm5lY3Rvck1hcmdpbiI6eyIkaWQiOiIxODk5IiwiVG9wIjowLjAsIkxlZnQiOjIuMCwiUmlnaHQiOjIuMCwiQm90dG9tIjowLjB9LCJDb25uZWN0b3JTdHlsZSI6eyIkaWQiOiIxOTAwIiwiTGluZUNvbG9yIjp7IiRpZCI6IjE5MDEiLCIkdHlwZSI6Ik5MUkUuQ29tbW9uLkRvbS5Tb2xpZENvbG9yQnJ1c2gsIE5MUkUuQ29tbW9uIiwiQ29sb3IiOnsiJGlkIjoiMTkwMiIsIkEiOjEyNywiUiI6NzksIkciOjEyOSwiQiI6MTg5fX0sIkxpbmVXZWlnaHQiOjEuMCwiTGluZVR5cGUiOjAsIlBhcmVudFN0eWxlIjpudWxsfSwiSXNCZWxvd1RpbWViYW5kIjpmYWxzZSwiUG9zaXRpb25PblRhc2siOjEsIkhpZGVEYXRlIjpmYWxzZSwiU2hhcGVTaXplIjoxLCJTcGFjaW5nIjowLjAsIlBhZGRpbmciOnsiJGlkIjoiMTkwMyIsIlRvcCI6NS4wLCJMZWZ0IjozLjAsIlJpZ2h0IjowLjAsIkJvdHRvbSI6Mi4wfSwiU2hhcGVTdHlsZSI6eyIkaWQiOiIxOTA0IiwiTWFyZ2luIjp7IiRpZCI6IjE5MDUiLCJUb3AiOjAuMCwiTGVmdCI6MC4wLCJSaWdodCI6MC4wLCJCb3R0b20iOjAuMH0sIlBhZGRpbmciOnsiJGlkIjoiMTkwNiIsIlRvcCI6MC4wLCJMZWZ0IjowLjAsIlJpZ2h0IjowLjAsIkJvdHRvbSI6MC4wfSwiQmFja2dyb3VuZCI6eyIkaWQiOiIxOTA3IiwiQ29sb3IiOnsiJGlkIjoiMTkwOCIsIkEiOjI1NSwiUiI6MTc4LCJHIjoxNCwiQiI6MTh9fSwiSXNWaXNpYmxlIjp0cnVlLCJXaWR0aCI6MTguMCwiSGVpZ2h0IjoyMC4wLCJCb3JkZXJTdHlsZSI6eyIkaWQiOiIxOTA5IiwiTGluZUNvbG9yIjp7IiRpZCI6IjE5MTAiLCIkdHlwZSI6Ik5MUkUuQ29tbW9uLkRvbS5Tb2xpZENvbG9yQnJ1c2gsIE5MUkUuQ29tbW9uIiwiQ29sb3IiOnsiJGlkIjoiMTkxMSIsIkEiOjI1NSwiUiI6MjM0LCJHIjoyMiwiQiI6MzB9fSwiTGluZVdlaWdodCI6MC4wLCJMaW5lVHlwZSI6MCwiUGFyZW50U3R5bGUiOm51bGx9LCJQYXJlbnRTdHlsZSI6bnVsbH0sIlRpdGxlU3R5bGUiOnsiJGlkIjoiMTkxMiIsIkZvbnRTZXR0aW5ncyI6eyIkaWQiOiIxOTEzIiwiRm9udFNpemUiOjksIkZvbnROYW1lIjoiQ2FsaWJyaSIsIklzQm9sZCI6dHJ1ZSwiSXNJdGFsaWMiOmZhbHNlLCJJc1VuZGVybGluZWQiOmZhbHNlLCJQYXJlbnRTdHlsZSI6bnVsbH0sIkF1dG9TaXplIjowLCJGb3JlZ3JvdW5kIjp7IiRpZCI6IjE5MTQiLCJDb2xvciI6eyIkaWQiOiIxOTE1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5MTYiLCJUb3AiOjAuMCwiTGVmdCI6MC4wLCJSaWdodCI6MC4wLCJCb3R0b20iOjAuMH0sIlBhZGRpbmciOnsiJGlkIjoiMTkxNyIsIlRvcCI6MC4wLCJMZWZ0IjowLjAsIlJpZ2h0IjowLjAsIkJvdHRvbSI6MC4wfSwiQmFja2dyb3VuZCI6eyIkaWQiOiIxOTE4IiwiQ29sb3IiOnsiJGlkIjoiMTkxOSIsIkEiOjg5LCJSIjowLCJHIjowLCJCIjowfX0sIklzVmlzaWJsZSI6dHJ1ZSwiV2lkdGgiOjAuMCwiSGVpZ2h0IjowLjAsIkJvcmRlclN0eWxlIjp7IiRpZCI6IjE5MjAiLCJMaW5lQ29sb3IiOm51bGwsIkxpbmVXZWlnaHQiOjAuMCwiTGluZVR5cGUiOjAsIlBhcmVudFN0eWxlIjpudWxsfSwiUGFyZW50U3R5bGUiOm51bGx9LCJEYXRlU3R5bGUiOnsiJGlkIjoiMTkyMSIsIkZvbnRTZXR0aW5ncyI6eyIkaWQiOiIxOTIyIiwiRm9udFNpemUiOjksIkZvbnROYW1lIjoiQ2FsaWJyaSIsIklzQm9sZCI6ZmFsc2UsIklzSXRhbGljIjpmYWxzZSwiSXNVbmRlcmxpbmVkIjpmYWxzZSwiUGFyZW50U3R5bGUiOm51bGx9LCJBdXRvU2l6ZSI6MCwiRm9yZWdyb3VuZCI6eyIkaWQiOiIxOTIzIiwiQ29sb3IiOnsiJGlkIjoiMTkyNC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TkyNSIsIlRvcCI6MC4wLCJMZWZ0IjowLjAsIlJpZ2h0IjowLjAsIkJvdHRvbSI6MC4wfSwiUGFkZGluZyI6eyIkaWQiOiIxOTI2IiwiVG9wIjowLjAsIkxlZnQiOjAuMCwiUmlnaHQiOjAuMCwiQm90dG9tIjowLjB9LCJCYWNrZ3JvdW5kIjp7IiRpZCI6IjE5MjciLCJDb2xvciI6eyIkaWQiOiIxOTI4IiwiQSI6ODksIlIiOjAsIkciOjAsIkIiOjB9fSwiSXNWaXNpYmxlIjp0cnVlLCJXaWR0aCI6MC4wLCJIZWlnaHQiOjAuMCwiQm9yZGVyU3R5bGUiOnsiJGlkIjoiMTkyOSIsIkxpbmVDb2xvciI6bnVsbCwiTGluZVdlaWdodCI6MC4wLCJMaW5lVHlwZSI6MCwiUGFyZW50U3R5bGUiOm51bGx9LCJQYXJlbnRTdHlsZSI6bnVsbH0sIkRhdGVGb3JtYXQiOnsiJGlkIjoiMTkzMCIsIkZvcm1hdFN0cmluZyI6Inl5eXkvTU1NIiwiU2VwYXJhdG9yIjoiLyIsIlVzZUludGVybmF0aW9uYWxEYXRlRm9ybWF0IjpmYWxzZSwiRGF0ZUlzVmlzaWJsZSI6dHJ1ZSwiVGltZUlzVmlzaWJsZSI6ZmFsc2UsIkhvdXJEaWdpdHMiOjEsIkFtUG1EZXNpZ25hdG9yIjoyLCJUcmltMDBNaW51dGVzIjpmYWxzZSwiTGFzdEtub3duVmlzaWJpbGl0eVN0YXRlIjp7IiRpZCI6IjE5MzEiLCJEYXRlUGFydElzVmlzaWJsZSI6dHJ1ZSwiVGltZVBhcnRJc1Zpc2libGUiOmZhbHNlfX0sIldlZWtOdW1iZXJpbmciOnsiJGlkIjoiMTkzMiIsIkZvcm1hdCI6MCwiSXNWaXNpYmxlIjpmYWxzZSwiTGFzdEtub3duVmlzaWJpbGl0eVN0YXRlIjpmYWxzZX0sIklzVmlzaWJsZSI6dHJ1ZSwiUGFyZW50U3R5bGUiOm51bGx9LCJEZWZhdWx0VGFza1N0eWxlIjp7IiRpZCI6IjE5MzMiLCJTaGFwZSI6NywiU2hhcGVUaGlja25lc3MiOjAsIkR1cmF0aW9uRm9ybWF0Ijo1LCJJbmNsdWRlTm9uV29ya2luZ0RheXNJbkR1cmF0aW9uIjpmYWxzZSwiUGVyY2VudGFnZUNvbXBsZXRlU3R5bGUiOnsiJGlkIjoiMTkzNCIsIkZvbnRTZXR0aW5ncyI6eyIkaWQiOiIxOTM1IiwiRm9udFNpemUiOjEwLCJGb250TmFtZSI6IkNhbGlicmkiLCJJc0JvbGQiOmZhbHNlLCJJc0l0YWxpYyI6ZmFsc2UsIklzVW5kZXJsaW5lZCI6ZmFsc2UsIlBhcmVudFN0eWxlIjpudWxsfSwiQXV0b1NpemUiOjAsIkZvcmVncm91bmQiOnsiJGlkIjoiMTkzNiIsIkNvbG9yIjp7IiRpZCI6IjE5MzciLCJBIjoyNTUsIlIiOjIzOCwiRyI6MjM2LCJCIjoyMjV9fSwiTWF4V2lkdGgiOjIwMC4wLCJNYXhIZWlnaHQiOiJJbmZpbml0eSIsIlNtYXJ0Rm9yZWdyb3VuZElzQWN0aXZlIjpmYWxzZSwiSG9yaXpvbnRhbEFsaWdubWVudCI6MSwiVmVydGljYWxBbGlnbm1lbnQiOjAsIlNtYXJ0Rm9yZWdyb3VuZCI6bnVsbCwiQmFja2dyb3VuZEZpbGxUeXBlIjowLCJNYXJnaW4iOnsiJGlkIjoiMTkzOCIsIlRvcCI6MC4wLCJMZWZ0IjowLjAsIlJpZ2h0IjowLjAsIkJvdHRvbSI6MC4wfSwiUGFkZGluZyI6eyIkaWQiOiIxOTM5IiwiVG9wIjowLjAsIkxlZnQiOjAuMCwiUmlnaHQiOjAuMCwiQm90dG9tIjowLjB9LCJCYWNrZ3JvdW5kIjp7IiRpZCI6IjE5NDAiLCJDb2xvciI6eyIkaWQiOiIxOTQxIiwiQSI6ODksIlIiOjAsIkciOjAsIkIiOjB9fSwiSXNWaXNpYmxlIjp0cnVlLCJXaWR0aCI6MC4wLCJIZWlnaHQiOjAuMCwiQm9yZGVyU3R5bGUiOnsiJGlkIjoiMTk0MiIsIkxpbmVDb2xvciI6bnVsbCwiTGluZVdlaWdodCI6MC4wLCJMaW5lVHlwZSI6MCwiUGFyZW50U3R5bGUiOm51bGx9LCJQYXJlbnRTdHlsZSI6bnVsbH0sIkR1cmF0aW9uU3R5bGUiOnsiJGlkIjoiMTk0MyIsIkZvbnRTZXR0aW5ncyI6eyIkaWQiOiIxOTQ0IiwiRm9udFNpemUiOjEwLCJGb250TmFtZSI6IkNhbGlicmkiLCJJc0JvbGQiOmZhbHNlLCJJc0l0YWxpYyI6ZmFsc2UsIklzVW5kZXJsaW5lZCI6ZmFsc2UsIlBhcmVudFN0eWxlIjpudWxsfSwiQXV0b1NpemUiOjAsIkZvcmVncm91bmQiOnsiJGlkIjoiMTk0NSIsIkNvbG9yIjp7IiRpZCI6IjE5NDY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OTQ3IiwiVG9wIjowLjAsIkxlZnQiOjAuMCwiUmlnaHQiOjAuMCwiQm90dG9tIjowLjB9LCJQYWRkaW5nIjp7IiRpZCI6IjE5NDgiLCJUb3AiOjAuMCwiTGVmdCI6MC4wLCJSaWdodCI6MC4wLCJCb3R0b20iOjAuMH0sIkJhY2tncm91bmQiOnsiJGlkIjoiMTk0OSIsIkNvbG9yIjp7IiRpZCI6IjE5NTAiLCJBIjo4OSwiUiI6MCwiRyI6MCwiQiI6MH19LCJJc1Zpc2libGUiOnRydWUsIldpZHRoIjowLjAsIkhlaWdodCI6MC4wLCJCb3JkZXJTdHlsZSI6eyIkaWQiOiIxOTUxIiwiTGluZUNvbG9yIjpudWxsLCJMaW5lV2VpZ2h0IjowLjAsIkxpbmVUeXBlIjowLCJQYXJlbnRTdHlsZSI6bnVsbH0sIlBhcmVudFN0eWxlIjpudWxsfSwiSG9yaXpvbnRhbENvbm5lY3RvclN0eWxlIjp7IiRpZCI6IjE5NTIiLCJMaW5lQ29sb3IiOnsiJGlkIjoiMTk1MyIsIiR0eXBlIjoiTkxSRS5Db21tb24uRG9tLlNvbGlkQ29sb3JCcnVzaCwgTkxSRS5Db21tb24iLCJDb2xvciI6eyIkaWQiOiIxOTU0IiwiQSI6MjU1LCJSIjoyMDQsIkciOjIwNCwiQiI6MjA0fX0sIkxpbmVXZWlnaHQiOjEuMCwiTGluZVR5cGUiOjAsIlBhcmVudFN0eWxlIjpudWxsfSwiVmVydGljYWxDb25uZWN0b3JTdHlsZSI6eyIkaWQiOiIxOTU1IiwiTGluZUNvbG9yIjp7IiRpZCI6IjE5NTYiLCIkdHlwZSI6Ik5MUkUuQ29tbW9uLkRvbS5Tb2xpZENvbG9yQnJ1c2gsIE5MUkUuQ29tbW9uIiwiQ29sb3IiOnsiJGlkIjoiMTk1NyIsIkEiOjI1NSwiUiI6MjA0LCJHIjoyMDQsIkIiOjIwNH19LCJMaW5lV2VpZ2h0IjowLjAsIkxpbmVUeXBlIjowLCJQYXJlbnRTdHlsZSI6bnVsbH0sIk1hcmdpbiI6bnVsbCwiU3RhcnREYXRlUG9zaXRpb24iOjYsIkVuZERhdGVQb3NpdGlvbiI6NiwiRGF0ZUlzVmlzaWJsZSI6ZmFsc2UsIlRpdGxlUG9zaXRpb24iOjUsIkR1cmF0aW9uUG9zaXRpb24iOjYsIlBlcmNlbnRhZ2VDb21wbGV0ZWRQb3NpdGlvbiI6MiwiU3BhY2luZyI6MywiSXNCZWxvd1RpbWViYW5kIjp0cnVlLCJQZXJjZW50YWdlQ29tcGxldGVTaGFwZU9wYWNpdHkiOjM1LCJCYXNlbGluZVN0eWxlIjp7IiRpZCI6IjE5NTgiLCJTaGFwZVN0eWxlIjp7IiRpZCI6IjE5NTkiLCJNYXJnaW4iOnsiJGlkIjoiMTk2MCIsIlRvcCI6MC4wLCJMZWZ0IjowLjAsIlJpZ2h0IjowLjAsIkJvdHRvbSI6MC4wfSwiUGFkZGluZyI6eyIkaWQiOiIxOTYxIiwiVG9wIjowLjAsIkxlZnQiOjAuMCwiUmlnaHQiOjAuMCwiQm90dG9tIjowLjB9LCJCYWNrZ3JvdW5kIjp7IiRpZCI6IjE5NjIiLCJDb2xvciI6eyIkaWQiOiIxOTYzIiwiQSI6MTUzLCJSIjowLCJHIjowLCJCIjowfX0sIklzVmlzaWJsZSI6dHJ1ZSwiV2lkdGgiOjAuMCwiSGVpZ2h0IjowLjAsIkJvcmRlclN0eWxlIjp7IiRpZCI6IjE5NjQiLCJMaW5lQ29sb3IiOnsiJGlkIjoiMTk2NSIsIiR0eXBlIjoiTkxSRS5Db21tb24uRG9tLlNvbGlkQ29sb3JCcnVzaCwgTkxSRS5Db21tb24iLCJDb2xvciI6eyIkaWQiOiIxOTY2IiwiQSI6MjU1LCJSIjoyNTUsIkciOjAsIkIiOjB9fSwiTGluZVdlaWdodCI6MC4wLCJMaW5lVHlwZSI6MCwiUGFyZW50U3R5bGUiOm51bGx9LCJQYXJlbnRTdHlsZSI6bnVsbH0sIk1hcmdpbiI6eyIkaWQiOiIxOTY3IiwiVG9wIjowLjAsIkxlZnQiOjAuMCwiUmlnaHQiOjAuMCwiQm90dG9tIjowLjB9LCJQYWRkaW5nIjp7IiRpZCI6IjE5NjgiLCJUb3AiOjAuMCwiTGVmdCI6MC4wLCJSaWdodCI6MC4wLCJCb3R0b20iOjAuMH0sIkJhY2tncm91bmQiOm51bGwsIklzVmlzaWJsZSI6dHJ1ZSwiV2lkdGgiOjAuMCwiSGVpZ2h0IjowLjAsIkJvcmRlclN0eWxlIjpudWxsLCJQYXJlbnRTdHlsZSI6bnVsbH0sIlNoYXBlU3R5bGUiOnsiJGlkIjoiMTk2OSIsIk1hcmdpbiI6eyIkaWQiOiIxOTcwIiwiVG9wIjowLjAsIkxlZnQiOjQuMCwiUmlnaHQiOjQuMCwiQm90dG9tIjowLjB9LCJQYWRkaW5nIjp7IiRpZCI6IjE5NzEiLCJUb3AiOjAuMCwiTGVmdCI6MC4wLCJSaWdodCI6MC4wLCJCb3R0b20iOjAuMH0sIkJhY2tncm91bmQiOnsiJGlkIjoiMTk3MiIsIkNvbG9yIjp7IiRpZCI6IjE5NzMiLCJBIjoyNTUsIlIiOjI1NSwiRyI6MTkyLCJCIjowfX0sIklzVmlzaWJsZSI6dHJ1ZSwiV2lkdGgiOjAuMCwiSGVpZ2h0IjoxMC4wLCJCb3JkZXJTdHlsZSI6eyIkaWQiOiIxOTc0IiwiTGluZUNvbG9yIjp7IiRpZCI6IjE5NzUiLCIkdHlwZSI6Ik5MUkUuQ29tbW9uLkRvbS5Tb2xpZENvbG9yQnJ1c2gsIE5MUkUuQ29tbW9uIiwiQ29sb3IiOnsiJGlkIjoiMTk3NiIsIkEiOjI1NSwiUiI6MjM0LCJHIjoyMiwiQiI6MzB9fSwiTGluZVdlaWdodCI6MC4wLCJMaW5lVHlwZSI6MCwiUGFyZW50U3R5bGUiOm51bGx9LCJQYXJlbnRTdHlsZSI6bnVsbH0sIlRpdGxlU3R5bGUiOnsiJGlkIjoiMTk3NyIsIkZvbnRTZXR0aW5ncyI6eyIkaWQiOiIxOTc4IiwiRm9udFNpemUiOjksIkZvbnROYW1lIjoiQ2FsaWJyaSIsIklzQm9sZCI6dHJ1ZSwiSXNJdGFsaWMiOmZhbHNlLCJJc1VuZGVybGluZWQiOmZhbHNlLCJQYXJlbnRTdHlsZSI6bnVsbH0sIkF1dG9TaXplIjowLCJGb3JlZ3JvdW5kIjp7IiRpZCI6IjE5NzkiLCJDb2xvciI6eyIkaWQiOiIxOTgwIiwiQSI6MjU1LCJSIjowLCJHIjowLCJCIjowfX0sIk1heFdpZHRoIjo5NjAuMCwiTWF4SGVpZ2h0IjoiSW5maW5pdHkiLCJTbWFydEZvcmVncm91bmRJc0FjdGl2ZSI6ZmFsc2UsIkhvcml6b250YWxBbGlnbm1lbnQiOjAsIlZlcnRpY2FsQWxpZ25tZW50IjowLCJTbWFydEZvcmVncm91bmQiOm51bGwsIkJhY2tncm91bmRGaWxsVHlwZSI6MCwiTWFyZ2luIjp7IiRpZCI6IjE5ODEiLCJUb3AiOjAuMCwiTGVmdCI6MC4wLCJSaWdodCI6MC4wLCJCb3R0b20iOjAuMH0sIlBhZGRpbmciOnsiJGlkIjoiMTk4MiIsIlRvcCI6MC4wLCJMZWZ0IjowLjAsIlJpZ2h0IjowLjAsIkJvdHRvbSI6MC4wfSwiQmFja2dyb3VuZCI6eyIkaWQiOiIxOTgzIiwiQ29sb3IiOnsiJGlkIjoiMTk4NCIsIkEiOjg5LCJSIjowLCJHIjowLCJCIjowfX0sIklzVmlzaWJsZSI6dHJ1ZSwiV2lkdGgiOjAuMCwiSGVpZ2h0IjowLjAsIkJvcmRlclN0eWxlIjp7IiRpZCI6IjE5ODUiLCJMaW5lQ29sb3IiOm51bGwsIkxpbmVXZWlnaHQiOjAuMCwiTGluZVR5cGUiOjAsIlBhcmVudFN0eWxlIjpudWxsfSwiUGFyZW50U3R5bGUiOm51bGx9LCJEYXRlU3R5bGUiOnsiJGlkIjoiMTk4NiIsIkZvbnRTZXR0aW5ncyI6eyIkaWQiOiIxOTg3IiwiRm9udFNpemUiOjEwLCJGb250TmFtZSI6IkNhbGlicmkiLCJJc0JvbGQiOmZhbHNlLCJJc0l0YWxpYyI6ZmFsc2UsIklzVW5kZXJsaW5lZCI6ZmFsc2UsIlBhcmVudFN0eWxlIjpudWxsfSwiQXV0b1NpemUiOjAsIkZvcmVncm91bmQiOnsiJGlkIjoiMTk4OCIsIkNvbG9yIjp7IiRpZCI6IjE5OD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5OTAiLCJUb3AiOjAuMCwiTGVmdCI6MC4wLCJSaWdodCI6MC4wLCJCb3R0b20iOjAuMH0sIlBhZGRpbmciOnsiJGlkIjoiMTk5MSIsIlRvcCI6MC4wLCJMZWZ0IjowLjAsIlJpZ2h0IjowLjAsIkJvdHRvbSI6MC4wfSwiQmFja2dyb3VuZCI6eyIkaWQiOiIxOTkyIiwiQ29sb3IiOnsiJGlkIjoiMTk5MyIsIkEiOjg5LCJSIjowLCJHIjowLCJCIjowfX0sIklzVmlzaWJsZSI6dHJ1ZSwiV2lkdGgiOjAuMCwiSGVpZ2h0IjowLjAsIkJvcmRlclN0eWxlIjp7IiRpZCI6IjE5OTQiLCJMaW5lQ29sb3IiOm51bGwsIkxpbmVXZWlnaHQiOjAuMCwiTGluZVR5cGUiOjAsIlBhcmVudFN0eWxlIjpudWxsfSwiUGFyZW50U3R5bGUiOm51bGx9LCJEYXRlRm9ybWF0Ijp7IiRpZCI6IjE5OT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k5NiIsIkZvcm1hdCI6MCwiSXNWaXNpYmxlIjpmYWxzZSwiTGFzdEtub3duVmlzaWJpbGl0eVN0YXRlIjpmYWxzZX0sIklzVmlzaWJsZSI6dHJ1ZSwiUGFyZW50U3R5bGUiOm51bGwsIl9leHBsaWNpdGx5U2V0Ijp7IiRpZCI6IjE5OTc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lsZXN0b25lU3R5bGUiOm51bGwsIkdyaWRsaW5lUGFuZWxTdHlsZSI6eyIkaWQiOiIxOTk4IiwiR3JpZGxpbmVTdHlsZSI6eyIkaWQiOiIxOTk5IiwiTGluZUNvbG9yIjp7IiRpZCI6IjIwMDAiLCIkdHlwZSI6Ik5MUkUuQ29tbW9uLkRvbS5Tb2xpZENvbG9yQnJ1c2gsIE5MUkUuQ29tbW9uIiwiQ29sb3IiOnsiJGlkIjoiMjAwMSIsIkEiOjM4LCJSIjoxMTUsIkciOjExNSwiQiI6MTE1fX0sIkxpbmVXZWlnaHQiOjEuMCwiTGluZVR5cGUiOjAsIlBhcmVudFN0eWxlIjpudWxsfSwiTWFyZ2luIjp7IiRpZCI6IjIwMDIiLCJUb3AiOjAuMCwiTGVmdCI6MC4wLCJSaWdodCI6MC4wLCJCb3R0b20iOjAuMH0sIlBhZGRpbmciOnsiJGlkIjoiMjAwMyIsIlRvcCI6MC4wLCJMZWZ0IjowLjAsIlJpZ2h0IjowLjAsIkJvdHRvbSI6MC4wfSwiQmFja2dyb3VuZCI6bnVsbCwiSXNWaXNpYmxlIjp0cnVlLCJXaWR0aCI6MC4wLCJIZWlnaHQiOjAuMCwiQm9yZGVyU3R5bGUiOnsiJGlkIjoiMjAwNCIsIkxpbmVDb2xvciI6bnVsbCwiTGluZVdlaWdodCI6MC4wLCJMaW5lVHlwZSI6MCwiUGFyZW50U3R5bGUiOm51bGx9LCJQYXJlbnRTdHlsZSI6bnVsbH0sIkFjdGl2aXR5TGluZVBhbmVsU3R5bGUiOnsiJGlkIjoiMjAwNSIsIkFjdGl2aXR5TGluZVN0eWxlIjp7IiRpZCI6IjIwMDYiLCJMaW5lQ29sb3IiOnsiJGlkIjoiMjAwNyIsIiR0eXBlIjoiTkxSRS5Db21tb24uRG9tLlNvbGlkQ29sb3JCcnVzaCwgTkxSRS5Db21tb24iLCJDb2xvciI6eyIkaWQiOiIyMDA4IiwiQSI6MzgsIlIiOjY4LCJHIjoxMTQsIkIiOjE5Nn19LCJMaW5lV2VpZ2h0IjoxLjAsIkxpbmVUeXBlIjowLCJQYXJlbnRTdHlsZSI6bnVsbH0sIk1hcmdpbiI6eyIkaWQiOiIyMDA5IiwiVG9wIjowLjAsIkxlZnQiOjAuMCwiUmlnaHQiOjAuMCwiQm90dG9tIjowLjB9LCJQYWRkaW5nIjp7IiRpZCI6IjIwMTAiLCJUb3AiOjAuMCwiTGVmdCI6MC4wLCJSaWdodCI6MC4wLCJCb3R0b20iOjAuMH0sIkJhY2tncm91bmQiOm51bGwsIklzVmlzaWJsZSI6dHJ1ZSwiV2lkdGgiOjAuMCwiSGVpZ2h0IjowLjAsIkJvcmRlclN0eWxlIjp7IiRpZCI6IjIwMTEiLCJMaW5lQ29sb3IiOm51bGwsIkxpbmVXZWlnaHQiOjAuMCwiTGluZVR5cGUiOjAsIlBhcmVudFN0eWxlIjpudWxsfSwiUGFyZW50U3R5bGUiOm51bGx9LCJfc2VsZWN0ZWRUaGVtZVByZXNldENvbG9ycyI6eyIkaWQiOiIyMDEyIiwiVGV4dExpZ2h0Ijp7IiRpZCI6IjIwMTMiLCJBIjoyNTUsIlIiOjI1NSwiRyI6MjU1LCJCIjoyNTV9LCJUZXh0RGFyayI6eyIkaWQiOiIyMDE0IiwiQSI6MjU1LCJSIjowLCJHIjowLCJCIjowfSwiQWNjZW50MSI6eyIkaWQiOiIyMDE1IiwiQSI6MjU1LCJSIjoyNTUsIkciOjI1NSwiQiI6MjU1fSwiQWNjZW50MiI6eyIkaWQiOiIyMDE2IiwiQSI6MjU1LCJSIjo2NCwiRyI6NjQsIkIiOjY0fSwiQWNjZW50MyI6eyIkaWQiOiIyMDE3IiwiQSI6MjU1LCJSIjoyNTUsIkciOjE5MiwiQiI6MH0sIkFjY2VudDQiOnsiJGlkIjoiMjAxOCIsIkEiOjI1NSwiUiI6MjM3LCJHIjoxMjUsIkIiOjQ5fSwiQWNjZW50NSI6eyIkaWQiOiIyMDE5IiwiQSI6MjU1LCJSIjoxMTIsIkciOjE3MywiQiI6NzF9LCJBY2NlbnQ2Ijp7IiRpZCI6IjIwMjAiLCJBIjoyNTUsIlIiOjY4LCJHIjoxMTQsIkIiOjE5Nn0sIkFjY2VudDciOnsiJGlkIjoiMjAyMSIsIkEiOjI1NSwiUiI6MTYwLCJHIjo0MywiQiI6MTQ3fSwiQWNjZW50OCI6eyIkaWQiOiIyMDIyIiwiQSI6MjU1LCJSIjo3OCwiRyI6MTY3LCJCIjo0Nn19LCJTaG93RWxhcHNlZFRpbWVHcmFkaWVudFN0eWxlIjpmYWxzZSwiVGltZWJhbmRSZXNlcnZlZExlZnRBcmVhU3R5bGUiOnsiJGlkIjoiMjAyMyIsIkFjdGl2aXR5SGVhZGVyV2lkdGgiOjAuMCwiSXNTZXQiOmZhbHNlfSwiRGVmYXVsdFN3aW1sYW5lU3R5bGUiOm51bGwsIkRlZmF1bHRTd2ltbGFuZVYyU3R5bGUiOnsiJGlkIjoiMjAyNCIsIlN0eWxlSWQiOiIwMDAwMDAwMC0wMDAwLTAwMDAtMDAwMC0wMDAwMDAwMDAwMDAiLCJIZWFkZXJTdHlsZSI6eyIkaWQiOiIyMDI1IiwiVGV4dElzVmVydGljYWwiOmZhbHNlLCJUZXh0U3R5bGUiOnsiJGlkIjoiMjAyNiIsIkZvbnRTZXR0aW5ncyI6eyIkaWQiOiIyMDI3IiwiRm9udFNpemUiOjEyLCJGb250TmFtZSI6IkNhbGlicmkiLCJJc0JvbGQiOnRydWUsIklzSXRhbGljIjpmYWxzZSwiSXNVbmRlcmxpbmVkIjpmYWxzZSwiUGFyZW50U3R5bGUiOm51bGx9LCJBdXRvU2l6ZSI6MCwiRm9yZWdyb3VuZCI6eyIkaWQiOiIyMDI4IiwiQ29sb3IiOnsiJGlkIjoiMjAyOSIsIkEiOjI1NSwiUiI6MjU1LCJHIjoyNTUsIkIiOjI1NX19LCJNYXhXaWR0aCI6MC4wLCJNYXhIZWlnaHQiOjAuMCwiU21hcnRGb3JlZ3JvdW5kSXNBY3RpdmUiOmZhbHNlLCJIb3Jpem9udGFsQWxpZ25tZW50IjowLCJWZXJ0aWNhbEFsaWdubWVudCI6MCwiU21hcnRGb3JlZ3JvdW5kIjpudWxsLCJCYWNrZ3JvdW5kRmlsbFR5cGUiOjAsIk1hcmdpbiI6eyIkaWQiOiIyMDMwIiwiVG9wIjowLjAsIkxlZnQiOjAuMCwiUmlnaHQiOjAuMCwiQm90dG9tIjowLjB9LCJQYWRkaW5nIjp7IiRpZCI6IjIwMzEiLCJUb3AiOjAuMCwiTGVmdCI6MC4wLCJSaWdodCI6MC4wLCJCb3R0b20iOjAuMH0sIkJhY2tncm91bmQiOm51bGwsIklzVmlzaWJsZSI6ZmFsc2UsIldpZHRoIjowLjAsIkhlaWdodCI6MC4wLCJCb3JkZXJTdHlsZSI6bnVsbCwiUGFyZW50U3R5bGUiOm51bGx9LCJSZWN0YW5nbGVTdHlsZSI6eyIkaWQiOiIyMDMyIiwiTWFyZ2luIjp7IiRpZCI6IjIwMzMiLCJUb3AiOjAuMCwiTGVmdCI6MC4wLCJSaWdodCI6MC4wLCJCb3R0b20iOjAuMH0sIlBhZGRpbmciOnsiJGlkIjoiMjAzNCIsIlRvcCI6MC4wLCJMZWZ0IjowLjAsIlJpZ2h0IjowLjAsIkJvdHRvbSI6MC4wfSwiQmFja2dyb3VuZCI6eyIkaWQiOiIyMDM1IiwiQ29sb3IiOnsiJGlkIjoiMjAzNiIsIkEiOjI1NSwiUiI6MjU1LCJHIjoxOTIsIkIiOjB9fSwiSXNWaXNpYmxlIjpmYWxzZSwiV2lkdGgiOjAuMCwiSGVpZ2h0IjowLjAsIkJvcmRlclN0eWxlIjp7IiRpZCI6IjIwMzciLCJMaW5lQ29sb3IiOnsiJGlkIjoiMjAzOCIsIiR0eXBlIjoiTkxSRS5Db21tb24uRG9tLlNvbGlkQ29sb3JCcnVzaCwgTkxSRS5Db21tb24iLCJDb2xvciI6eyIkaWQiOiIyMDM5IiwiQSI6MjU1LCJSIjoyMiwiRyI6MjgsIkIiOjM1fX0sIkxpbmVXZWlnaHQiOjAuMCwiTGluZVR5cGUiOjAsIlBhcmVudFN0eWxlIjpudWxsfSwiUGFyZW50U3R5bGUiOm51bGx9LCJNYXJnaW4iOnsiJGlkIjoiMjA0MCIsIlRvcCI6MC4wLCJMZWZ0IjowLjAsIlJpZ2h0IjowLjAsIkJvdHRvbSI6MC4wfSwiUGFkZGluZyI6eyIkaWQiOiIyMDQxIiwiVG9wIjowLjAsIkxlZnQiOjAuMCwiUmlnaHQiOjAuMCwiQm90dG9tIjowLjB9LCJCYWNrZ3JvdW5kIjpudWxsLCJJc1Zpc2libGUiOnRydWUsIldpZHRoIjowLjAsIkhlaWdodCI6MC4wLCJCb3JkZXJTdHlsZSI6bnVsbCwiUGFyZW50U3R5bGUiOm51bGx9LCJCYWNrZ3JvdW5kU3R5bGUiOnsiJGlkIjoiMjA0MiIsIk1hcmdpbiI6eyIkaWQiOiIyMDQzIiwiVG9wIjowLjAsIkxlZnQiOjAuMCwiUmlnaHQiOjAuMCwiQm90dG9tIjowLjB9LCJQYWRkaW5nIjp7IiRpZCI6IjIwNDQiLCJUb3AiOjAuMCwiTGVmdCI6MC4wLCJSaWdodCI6MC4wLCJCb3R0b20iOjAuMH0sIkJhY2tncm91bmQiOnsiJGlkIjoiMjA0NSIsIkNvbG9yIjp7IiRpZCI6IjIwNDYiLCJBIjozOCwiUiI6MjU1LCJHIjoxOTIsIkIiOjB9fSwiSXNWaXNpYmxlIjp0cnVlLCJXaWR0aCI6MC4wLCJIZWlnaHQiOjAuMCwiQm9yZGVyU3R5bGUiOnsiJGlkIjoiMjA0NyIsIkxpbmVDb2xvciI6eyIkaWQiOiIyMDQ4IiwiJHR5cGUiOiJOTFJFLkNvbW1vbi5Eb20uU29saWRDb2xvckJydXNoLCBOTFJFLkNvbW1vbiIsIkNvbG9yIjp7IiRpZCI6IjIwNDkiLCJBIjoyNTUsIlIiOjIzNCwiRyI6MjIsIkIiOjMwfX0sIkxpbmVXZWlnaHQiOjAuMCwiTGluZVR5cGUiOjAsIlBhcmVudFN0eWxlIjpudWxsfSwiUGFyZW50U3R5bGUiOm51bGx9LCJJc0Fib3ZlVGltZWJhbmQiOmZhbHNlLCJTcGFjaW5nIjoyLCJEZWZhdWx0U3dpbWxhbmVUYXNrU3R5bGUiOnsiJGlkIjoiMjA1MCIsIiR0eXBlIjoiTkxSRS5Db21tb24uRG9tLlN0eWxlcy5FeHBsaWNpdFNldGFibGVUYXNrU3R5bGUsIE5MUkUuQ29tbW9uIiwiU2hhcGUiOjcsIlNoYXBlVGhpY2tuZXNzIjowLCJEdXJhdGlvbkZvcm1hdCI6MCwiSW5jbHVkZU5vbldvcmtpbmdEYXlzSW5EdXJhdGlvbiI6ZmFsc2UsIlBlcmNlbnRhZ2VDb21wbGV0ZVN0eWxlIjp7IiRpZCI6IjIwNTEiLCJGb250U2V0dGluZ3MiOnsiJGlkIjoiMjA1MiIsIkZvbnRTaXplIjoxMCwiRm9udE5hbWUiOiJDYWxpYnJpIiwiSXNCb2xkIjp0cnVlLCJJc0l0YWxpYyI6ZmFsc2UsIklzVW5kZXJsaW5lZCI6ZmFsc2UsIlBhcmVudFN0eWxlIjpudWxsfSwiQXV0b1NpemUiOjAsIkZvcmVncm91bmQiOnsiJGlkIjoiMjA1MyIsIkNvbG9yIjp7IiRpZCI6IjIwNTQiLCJBIjoyNTUsIlIiOjEyNywiRyI6OTYsIkIiOjB9fSwiTWF4V2lkdGgiOjIwMC4wLCJNYXhIZWlnaHQiOiJJbmZpbml0eSIsIlNtYXJ0Rm9yZWdyb3VuZElzQWN0aXZlIjpmYWxzZSwiSG9yaXpvbnRhbEFsaWdubWVudCI6MCwiVmVydGljYWxBbGlnbm1lbnQiOjAsIlNtYXJ0Rm9yZWdyb3VuZCI6bnVsbCwiQmFja2dyb3VuZEZpbGxUeXBlIjowLCJNYXJnaW4iOnsiJGlkIjoiMjA1NSIsIlRvcCI6MC4wLCJMZWZ0IjowLjAsIlJpZ2h0IjowLjAsIkJvdHRvbSI6MC4wfSwiUGFkZGluZyI6eyIkaWQiOiIyMDU2IiwiVG9wIjowLjAsIkxlZnQiOjAuMCwiUmlnaHQiOjAuMCwiQm90dG9tIjowLjB9LCJCYWNrZ3JvdW5kIjp7IiRpZCI6IjIwNTciLCJDb2xvciI6eyIkaWQiOiIyMDU4IiwiQSI6ODksIlIiOjAsIkciOjAsIkIiOjB9fSwiSXNWaXNpYmxlIjp0cnVlLCJXaWR0aCI6MC4wLCJIZWlnaHQiOjAuMCwiQm9yZGVyU3R5bGUiOnsiJGlkIjoiMjA1OSIsIkxpbmVDb2xvciI6bnVsbCwiTGluZVdlaWdodCI6MC4wLCJMaW5lVHlwZSI6MCwiUGFyZW50U3R5bGUiOm51bGx9LCJQYXJlbnRTdHlsZSI6bnVsbH0sIkR1cmF0aW9uU3R5bGUiOnsiJGlkIjoiMjA2MCIsIkZvbnRTZXR0aW5ncyI6eyIkaWQiOiIyMDYxIiwiRm9udFNpemUiOjEwLCJGb250TmFtZSI6IkNhbGlicmkiLCJJc0JvbGQiOmZhbHNlLCJJc0l0YWxpYyI6ZmFsc2UsIklzVW5kZXJsaW5lZCI6ZmFsc2UsIlBhcmVudFN0eWxlIjpudWxsfSwiQXV0b1NpemUiOjAsIkZvcmVncm91bmQiOnsiJGlkIjoiMjA2MiIsIkNvbG9yIjp7IiRpZCI6IjIwNjM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MDY0IiwiVG9wIjowLjAsIkxlZnQiOjAuMCwiUmlnaHQiOjAuMCwiQm90dG9tIjowLjB9LCJQYWRkaW5nIjp7IiRpZCI6IjIwNjUiLCJUb3AiOjAuMCwiTGVmdCI6MC4wLCJSaWdodCI6MC4wLCJCb3R0b20iOjAuMH0sIkJhY2tncm91bmQiOnsiJGlkIjoiMjA2NiIsIkNvbG9yIjp7IiRpZCI6IjIwNjciLCJBIjo4OSwiUiI6MCwiRyI6MCwiQiI6MH19LCJJc1Zpc2libGUiOnRydWUsIldpZHRoIjowLjAsIkhlaWdodCI6MC4wLCJCb3JkZXJTdHlsZSI6eyIkaWQiOiIyMDY4IiwiTGluZUNvbG9yIjpudWxsLCJMaW5lV2VpZ2h0IjowLjAsIkxpbmVUeXBlIjowLCJQYXJlbnRTdHlsZSI6bnVsbH0sIlBhcmVudFN0eWxlIjpudWxsfSwiSG9yaXpvbnRhbENvbm5lY3RvclN0eWxlIjp7IiRpZCI6IjIwNjkiLCJMaW5lQ29sb3IiOnsiJGlkIjoiMjA3MCIsIiR0eXBlIjoiTkxSRS5Db21tb24uRG9tLlNvbGlkQ29sb3JCcnVzaCwgTkxSRS5Db21tb24iLCJDb2xvciI6eyIkaWQiOiIyMDcxIiwiQSI6MjU1LCJSIjoyMDQsIkciOjIwNCwiQiI6MjA0fX0sIkxpbmVXZWlnaHQiOjEuMCwiTGluZVR5cGUiOjAsIlBhcmVudFN0eWxlIjpudWxsfSwiVmVydGljYWxDb25uZWN0b3JTdHlsZSI6eyIkaWQiOiIyMDcyIiwiTGluZUNvbG9yIjp7IiRpZCI6IjIwNzMiLCIkdHlwZSI6Ik5MUkUuQ29tbW9uLkRvbS5Tb2xpZENvbG9yQnJ1c2gsIE5MUkUuQ29tbW9uIiwiQ29sb3IiOnsiJGlkIjoiMjA3NC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CwiU3BhY2luZyI6MywiSXNCZWxvd1RpbWViYW5kIjp0cnVlLCJQZXJjZW50YWdlQ29tcGxldGVTaGFwZU9wYWNpdHkiOjM1LCJCYXNlbGluZVN0eWxlIjp7IiRpZCI6IjIwNzUiLCJTaGFwZVN0eWxlIjp7IiRpZCI6IjIwNzYiLCJNYXJnaW4iOnsiJGlkIjoiMjA3NyIsIlRvcCI6MC4wLCJMZWZ0IjowLjAsIlJpZ2h0IjowLjAsIkJvdHRvbSI6MC4wfSwiUGFkZGluZyI6eyIkaWQiOiIyMDc4IiwiVG9wIjowLjAsIkxlZnQiOjAuMCwiUmlnaHQiOjAuMCwiQm90dG9tIjowLjB9LCJCYWNrZ3JvdW5kIjp7IiRpZCI6IjIwNzkiLCJDb2xvciI6eyIkaWQiOiIyMDgwIiwiQSI6MTUzLCJSIjowLCJHIjowLCJCIjowfX0sIklzVmlzaWJsZSI6dHJ1ZSwiV2lkdGgiOjAuMCwiSGVpZ2h0IjowLjAsIkJvcmRlclN0eWxlIjp7IiRpZCI6IjIwODEiLCJMaW5lQ29sb3IiOnsiJGlkIjoiMjA4MiIsIiR0eXBlIjoiTkxSRS5Db21tb24uRG9tLlNvbGlkQ29sb3JCcnVzaCwgTkxSRS5Db21tb24iLCJDb2xvciI6eyIkaWQiOiIyMDgzIiwiQSI6MjU1LCJSIjoyNTUsIkciOjAsIkIiOjB9fSwiTGluZVdlaWdodCI6MC4wLCJMaW5lVHlwZSI6MCwiUGFyZW50U3R5bGUiOm51bGx9LCJQYXJlbnRTdHlsZSI6bnVsbH0sIk1hcmdpbiI6eyIkaWQiOiIyMDg0IiwiVG9wIjowLjAsIkxlZnQiOjAuMCwiUmlnaHQiOjAuMCwiQm90dG9tIjowLjB9LCJQYWRkaW5nIjp7IiRpZCI6IjIwODUiLCJUb3AiOjAuMCwiTGVmdCI6MC4wLCJSaWdodCI6MC4wLCJCb3R0b20iOjAuMH0sIkJhY2tncm91bmQiOm51bGwsIklzVmlzaWJsZSI6dHJ1ZSwiV2lkdGgiOjAuMCwiSGVpZ2h0IjowLjAsIkJvcmRlclN0eWxlIjpudWxsLCJQYXJlbnRTdHlsZSI6bnVsbH0sIlNoYXBlU3R5bGUiOnsiJGlkIjoiMjA4NiIsIk1hcmdpbiI6eyIkaWQiOiIyMDg3IiwiVG9wIjowLjAsIkxlZnQiOjQuMCwiUmlnaHQiOjQuMCwiQm90dG9tIjowLjB9LCJQYWRkaW5nIjp7IiRpZCI6IjIwODgiLCJUb3AiOjAuMCwiTGVmdCI6MC4wLCJSaWdodCI6MC4wLCJCb3R0b20iOjAuMH0sIkJhY2tncm91bmQiOnsiJGlkIjoiMjA4OSIsIkNvbG9yIjp7IiRpZCI6IjIwOTAiLCJBIjoyNTUsIlIiOjI1NSwiRyI6MTkyLCJCIjowfX0sIklzVmlzaWJsZSI6dHJ1ZSwiV2lkdGgiOjAuMCwiSGVpZ2h0IjoxMy40MjY2NjY2NjY2NjY2NzcsIkJvcmRlclN0eWxlIjp7IiRpZCI6IjIwOTEiLCJMaW5lQ29sb3IiOnsiJGlkIjoiMjA5MiIsIiR0eXBlIjoiTkxSRS5Db21tb24uRG9tLlNvbGlkQ29sb3JCcnVzaCwgTkxSRS5Db21tb24iLCJDb2xvciI6eyIkaWQiOiIyMDkzIiwiQSI6MjU1LCJSIjoyMzQsIkciOjIyLCJCIjozMH19LCJMaW5lV2VpZ2h0IjowLjAsIkxpbmVUeXBlIjowLCJQYXJlbnRTdHlsZSI6bnVsbH0sIlBhcmVudFN0eWxlIjpudWxsfSwiVGl0bGVTdHlsZSI6eyIkaWQiOiIyMDk0IiwiRm9udFNldHRpbmdzIjp7IiRpZCI6IjIwOTUiLCJGb250U2l6ZSI6OSwiRm9udE5hbWUiOiJDYWxpYnJpIiwiSXNCb2xkIjp0cnVlLCJJc0l0YWxpYyI6ZmFsc2UsIklzVW5kZXJsaW5lZCI6ZmFsc2UsIlBhcmVudFN0eWxlIjpudWxsfSwiQXV0b1NpemUiOjAsIkZvcmVncm91bmQiOnsiJGlkIjoiMjA5NiIsIkNvbG9yIjp7IiRpZCI6IjIwOTc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jA5OCIsIlRvcCI6MC4wLCJMZWZ0IjowLjAsIlJpZ2h0IjowLjAsIkJvdHRvbSI6MC4wfSwiUGFkZGluZyI6eyIkaWQiOiIyMDk5IiwiVG9wIjowLjAsIkxlZnQiOjAuMCwiUmlnaHQiOjAuMCwiQm90dG9tIjowLjB9LCJCYWNrZ3JvdW5kIjp7IiRpZCI6IjIxMDAiLCJDb2xvciI6eyIkaWQiOiIyMTAxIiwiQSI6ODksIlIiOjAsIkciOjAsIkIiOjB9fSwiSXNWaXNpYmxlIjp0cnVlLCJXaWR0aCI6MC4wLCJIZWlnaHQiOjAuMCwiQm9yZGVyU3R5bGUiOnsiJGlkIjoiMjEwMiIsIkxpbmVDb2xvciI6bnVsbCwiTGluZVdlaWdodCI6MC4wLCJMaW5lVHlwZSI6MCwiUGFyZW50U3R5bGUiOm51bGx9LCJQYXJlbnRTdHlsZSI6bnVsbH0sIkRhdGVTdHlsZSI6eyIkaWQiOiIyMTAzIiwiRm9udFNldHRpbmdzIjp7IiRpZCI6IjIxMDQiLCJGb250U2l6ZSI6MTAsIkZvbnROYW1lIjoiQ2FsaWJyaSIsIklzQm9sZCI6ZmFsc2UsIklzSXRhbGljIjpmYWxzZSwiSXNVbmRlcmxpbmVkIjpmYWxzZSwiUGFyZW50U3R5bGUiOm51bGx9LCJBdXRvU2l6ZSI6MCwiRm9yZWdyb3VuZCI6eyIkaWQiOiIyMTA1IiwiQ29sb3IiOnsiJGlkIjoiMjEw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EwNyIsIlRvcCI6MC4wLCJMZWZ0IjowLjAsIlJpZ2h0IjowLjAsIkJvdHRvbSI6MC4wfSwiUGFkZGluZyI6eyIkaWQiOiIyMTA4IiwiVG9wIjowLjAsIkxlZnQiOjAuMCwiUmlnaHQiOjAuMCwiQm90dG9tIjowLjB9LCJCYWNrZ3JvdW5kIjp7IiRpZCI6IjIxMDkiLCJDb2xvciI6eyIkaWQiOiIyMTEwIiwiQSI6ODksIlIiOjAsIkciOjAsIkIiOjB9fSwiSXNWaXNpYmxlIjp0cnVlLCJXaWR0aCI6MC4wLCJIZWlnaHQiOjAuMCwiQm9yZGVyU3R5bGUiOnsiJGlkIjoiMjExMSIsIkxpbmVDb2xvciI6bnVsbCwiTGluZVdlaWdodCI6MC4wLCJMaW5lVHlwZSI6MCwiUGFyZW50U3R5bGUiOm51bGx9LCJQYXJlbnRTdHlsZSI6bnVsbH0sIkRhdGVGb3JtYXQiOnsiJGlkIjoiMjEx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TEzIiwiRm9ybWF0IjowLCJJc1Zpc2libGUiOmZhbHNlLCJMYXN0S25vd25WaXNpYmlsaXR5U3RhdGUiOmZhbHNlfSwiSXNWaXNpYmxlIjp0cnVlLCJQYXJlbnRTdHlsZSI6bnVsbCwiX2V4cGxpY2l0bHlTZXQiOnsiJGlkIjoiMjExNC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yMTE1IiwiU2hhcGUiOjE0LCJDb25uZWN0b3JNYXJnaW4iOnsiJGlkIjoiMjExNiIsIlRvcCI6MC4wLCJMZWZ0IjoyLjAsIlJpZ2h0IjoyLjAsIkJvdHRvbSI6MC4wfSwiQ29ubmVjdG9yU3R5bGUiOnsiJGlkIjoiMjExNyIsIkxpbmVDb2xvciI6eyIkaWQiOiIyMTE4IiwiJHR5cGUiOiJOTFJFLkNvbW1vbi5Eb20uU29saWRDb2xvckJydXNoLCBOTFJFLkNvbW1vbiIsIkNvbG9yIjp7IiRpZCI6IjIxMTkiLCJBIjoxMjcsIlIiOjc5LCJHIjoxMjksIkIiOjE4OX19LCJMaW5lV2VpZ2h0IjoxLjAsIkxpbmVUeXBlIjowLCJQYXJlbnRTdHlsZSI6bnVsbH0sIklzQmVsb3dUaW1lYmFuZCI6dHJ1ZSwiUG9zaXRpb25PblRhc2siOjMsIkhpZGVEYXRlIjpmYWxzZSwiU2hhcGVTaXplIjoxLCJTcGFjaW5nIjowLjAsIlBhZGRpbmciOnsiJGlkIjoiMjEyMCIsIlRvcCI6Ny4wLCJMZWZ0IjozLjAsIlJpZ2h0IjowLjAsIkJvdHRvbSI6Mi4wfSwiU2hhcGVTdHlsZSI6eyIkaWQiOiIyMTIxIiwiTWFyZ2luIjp7IiRpZCI6IjIxMjIiLCJUb3AiOjAuMCwiTGVmdCI6MC4wLCJSaWdodCI6MC4wLCJCb3R0b20iOjAuMH0sIlBhZGRpbmciOnsiJGlkIjoiMjEyMyIsIlRvcCI6MC4wLCJMZWZ0IjowLjAsIlJpZ2h0IjowLjAsIkJvdHRvbSI6MC4wfSwiQmFja2dyb3VuZCI6eyIkaWQiOiIyMTI0IiwiQ29sb3IiOnsiJGlkIjoiMjEyNSIsIkEiOjI1NSwiUiI6MTI3LCJHIjo5NiwiQiI6MH19LCJJc1Zpc2libGUiOnRydWUsIldpZHRoIjoxOC4wLCJIZWlnaHQiOjIwLjAsIkJvcmRlclN0eWxlIjp7IiRpZCI6IjIxMjYiLCJMaW5lQ29sb3IiOnsiJGlkIjoiMjEyNyIsIiR0eXBlIjoiTkxSRS5Db21tb24uRG9tLlNvbGlkQ29sb3JCcnVzaCwgTkxSRS5Db21tb24iLCJDb2xvciI6eyIkaWQiOiIyMTI4IiwiQSI6MjU1LCJSIjoyMzQsIkciOjIyLCJCIjozMH19LCJMaW5lV2VpZ2h0IjowLjAsIkxpbmVUeXBlIjowLCJQYXJlbnRTdHlsZSI6bnVsbH0sIlBhcmVudFN0eWxlIjpudWxsfSwiVGl0bGVTdHlsZSI6eyIkaWQiOiIyMTI5IiwiRm9udFNldHRpbmdzIjp7IiRpZCI6IjIxMzAiLCJGb250U2l6ZSI6OSwiRm9udE5hbWUiOiJDYWxpYnJpIiwiSXNCb2xkIjp0cnVlLCJJc0l0YWxpYyI6ZmFsc2UsIklzVW5kZXJsaW5lZCI6ZmFsc2UsIlBhcmVudFN0eWxlIjpudWxsfSwiQXV0b1NpemUiOjAsIkZvcmVncm91bmQiOnsiJGlkIjoiMjEzMSIsIkNvbG9yIjp7IiRpZCI6IjIxMzI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jEzMyIsIlRvcCI6MC4wLCJMZWZ0IjowLjAsIlJpZ2h0IjowLjAsIkJvdHRvbSI6MC4wfSwiUGFkZGluZyI6eyIkaWQiOiIyMTM0IiwiVG9wIjowLjAsIkxlZnQiOjAuMCwiUmlnaHQiOjAuMCwiQm90dG9tIjowLjB9LCJCYWNrZ3JvdW5kIjp7IiRpZCI6IjIxMzUiLCJDb2xvciI6eyIkaWQiOiIyMTM2IiwiQSI6ODksIlIiOjAsIkciOjAsIkIiOjB9fSwiSXNWaXNpYmxlIjpmYWxzZSwiV2lkdGgiOjAuMCwiSGVpZ2h0IjowLjAsIkJvcmRlclN0eWxlIjp7IiRpZCI6IjIxMzciLCJMaW5lQ29sb3IiOm51bGwsIkxpbmVXZWlnaHQiOjAuMCwiTGluZVR5cGUiOjAsIlBhcmVudFN0eWxlIjpudWxsfSwiUGFyZW50U3R5bGUiOm51bGx9LCJEYXRlU3R5bGUiOnsiJGlkIjoiMjEzOCIsIkZvbnRTZXR0aW5ncyI6eyIkaWQiOiIyMTM5IiwiRm9udFNpemUiOjksIkZvbnROYW1lIjoiQ2FsaWJyaSIsIklzQm9sZCI6ZmFsc2UsIklzSXRhbGljIjpmYWxzZSwiSXNVbmRlcmxpbmVkIjpmYWxzZSwiUGFyZW50U3R5bGUiOm51bGx9LCJBdXRvU2l6ZSI6MCwiRm9yZWdyb3VuZCI6eyIkaWQiOiIyMTQwIiwiQ29sb3IiOnsiJGlkIjoiMjE0MS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jE0MiIsIlRvcCI6MC4wLCJMZWZ0IjowLjAsIlJpZ2h0IjowLjAsIkJvdHRvbSI6MC4wfSwiUGFkZGluZyI6eyIkaWQiOiIyMTQzIiwiVG9wIjowLjAsIkxlZnQiOjAuMCwiUmlnaHQiOjAuMCwiQm90dG9tIjowLjB9LCJCYWNrZ3JvdW5kIjp7IiRpZCI6IjIxNDQiLCJDb2xvciI6eyIkaWQiOiIyMTQ1IiwiQSI6ODksIlIiOjAsIkciOjAsIkIiOjB9fSwiSXNWaXNpYmxlIjpmYWxzZSwiV2lkdGgiOjAuMCwiSGVpZ2h0IjowLjAsIkJvcmRlclN0eWxlIjp7IiRpZCI6IjIxNDYiLCJMaW5lQ29sb3IiOm51bGwsIkxpbmVXZWlnaHQiOjAuMCwiTGluZVR5cGUiOjAsIlBhcmVudFN0eWxlIjpudWxsfSwiUGFyZW50U3R5bGUiOm51bGx9LCJEYXRlRm9ybWF0Ijp7IiRpZCI6IjIxND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E0OCIsIkZvcm1hdCI6MCwiSXNWaXNpYmxlIjpmYWxzZSwiTGFzdEtub3duVmlzaWJpbGl0eVN0YXRlIjpmYWxzZX0sIklzVmlzaWJsZSI6dHJ1ZSwiUGFyZW50U3R5bGUiOm51bGx9LCJEZWZhdWx0U3dpbWxhbmVNaWxlc3RvbmVTdHlsZSI6eyIkaWQiOiIyMTQ5IiwiVGl0bGVQb3NpdGlvbiI6IlJpZ2h0IiwiRGF0ZVBvc2l0aW9uIjoiTGVmdCIsIlNoYXBlVHlwZSI6MCwiU2hhcGVTaXplIjoxLCJTcGFjaW5nIjo1LCJTaGFwZVN0eWxlIjp7IiRpZCI6IjIxNTAiLCJNYXJnaW4iOnsiJGlkIjoiMjE1MSIsIlRvcCI6MC4wLCJMZWZ0IjowLjAsIlJpZ2h0IjowLjAsIkJvdHRvbSI6MC4wfSwiUGFkZGluZyI6eyIkaWQiOiIyMTUyIiwiVG9wIjowLjAsIkxlZnQiOjAuMCwiUmlnaHQiOjAuMCwiQm90dG9tIjowLjB9LCJCYWNrZ3JvdW5kIjp7IiRpZCI6IjIxNTMiLCJDb2xvciI6eyIkaWQiOiIyMTU0IiwiQSI6MjU1LCJSIjoyNTUsIkciOjE5MiwiQiI6MH19LCJJc1Zpc2libGUiOnRydWUsIldpZHRoIjoxOC4wLCJIZWlnaHQiOjIwLjAsIkJvcmRlclN0eWxlIjp7IiRpZCI6IjIxNTUiLCJMaW5lQ29sb3IiOnsiJGlkIjoiMjE1NiIsIiR0eXBlIjoiTkxSRS5Db21tb24uRG9tLlNvbGlkQ29sb3JCcnVzaCwgTkxSRS5Db21tb24iLCJDb2xvciI6eyIkaWQiOiIyMTU3IiwiQSI6MjU1LCJSIjoyMzQsIkciOjIyLCJCIjozMH19LCJMaW5lV2VpZ2h0IjowLjAsIkxpbmVUeXBlIjowLCJQYXJlbnRTdHlsZSI6bnVsbH0sIlBhcmVudFN0eWxlIjpudWxsfSwiVGl0bGVTdHlsZSI6eyIkaWQiOiIyMTU4IiwiRm9udFNldHRpbmdzIjp7IiRpZCI6IjIxNTkiLCJGb250U2l6ZSI6OSwiRm9udE5hbWUiOiJDYWxpYnJpIiwiSXNCb2xkIjp0cnVlLCJJc0l0YWxpYyI6ZmFsc2UsIklzVW5kZXJsaW5lZCI6ZmFsc2UsIlBhcmVudFN0eWxlIjpudWxsfSwiQXV0b1NpemUiOjAsIkZvcmVncm91bmQiOnsiJGlkIjoiMjE2MCIsIkNvbG9yIjp7IiRpZCI6IjIxNjE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jE2MiIsIlRvcCI6MC4wLCJMZWZ0IjowLjAsIlJpZ2h0IjowLjAsIkJvdHRvbSI6MC4wfSwiUGFkZGluZyI6eyIkaWQiOiIyMTYzIiwiVG9wIjowLjAsIkxlZnQiOjAuMCwiUmlnaHQiOjAuMCwiQm90dG9tIjowLjB9LCJCYWNrZ3JvdW5kIjp7IiRpZCI6IjIxNjQiLCJDb2xvciI6eyIkaWQiOiIyMTY1IiwiQSI6ODksIlIiOjAsIkciOjAsIkIiOjB9fSwiSXNWaXNpYmxlIjp0cnVlLCJXaWR0aCI6MC4wLCJIZWlnaHQiOjAuMCwiQm9yZGVyU3R5bGUiOnsiJGlkIjoiMjE2NiIsIkxpbmVDb2xvciI6bnVsbCwiTGluZVdlaWdodCI6MC4wLCJMaW5lVHlwZSI6MCwiUGFyZW50U3R5bGUiOm51bGx9LCJQYXJlbnRTdHlsZSI6bnVsbH0sIkRhdGVTdHlsZSI6eyIkaWQiOiIyMTY3IiwiRm9udFNldHRpbmdzIjp7IiRpZCI6IjIxNjgiLCJGb250U2l6ZSI6OSwiRm9udE5hbWUiOiJDYWxpYnJpIiwiSXNCb2xkIjpmYWxzZSwiSXNJdGFsaWMiOmZhbHNlLCJJc1VuZGVybGluZWQiOmZhbHNlLCJQYXJlbnRTdHlsZSI6bnVsbH0sIkF1dG9TaXplIjowLCJGb3JlZ3JvdW5kIjp7IiRpZCI6IjIxNjkiLCJDb2xvciI6eyIkaWQiOiIyMTc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MTcxIiwiVG9wIjowLjAsIkxlZnQiOjAuMCwiUmlnaHQiOjAuMCwiQm90dG9tIjowLjB9LCJQYWRkaW5nIjp7IiRpZCI6IjIxNzIiLCJUb3AiOjAuMCwiTGVmdCI6MC4wLCJSaWdodCI6MC4wLCJCb3R0b20iOjAuMH0sIkJhY2tncm91bmQiOnsiJGlkIjoiMjE3MyIsIkNvbG9yIjp7IiRpZCI6IjIxNzQiLCJBIjo4OSwiUiI6MCwiRyI6MCwiQiI6MH19LCJJc1Zpc2libGUiOmZhbHNlLCJXaWR0aCI6MC4wLCJIZWlnaHQiOjAuMCwiQm9yZGVyU3R5bGUiOnsiJGlkIjoiMjE3NSIsIkxpbmVDb2xvciI6bnVsbCwiTGluZVdlaWdodCI6MC4wLCJMaW5lVHlwZSI6MCwiUGFyZW50U3R5bGUiOm51bGx9LCJQYXJlbnRTdHlsZSI6bnVsbH0sIkRhdGVGb3JtYXQiOnsiJGlkIjoiMjE3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Tc3IiwiRm9ybWF0IjowLCJJc1Zpc2libGUiOmZhbHNlLCJMYXN0S25vd25WaXNpYmlsaXR5U3RhdGUiOmZhbHNlfSwiSXNWaXNpYmxlIjp0cnVlLCJQYXJlbnRTdHlsZSI6bnVsbH0sIkRlZmF1bHRTd2ltbGFuZUFjdGl2aXR5U3R5bGUiOnsiJGlkIjoiMjE3OCIsIkhlYWRlclN0eWxlIjp7IiRpZCI6IjIxNzkiLCJUZXh0U3R5bGUiOnsiJGlkIjoiMjE4MCIsIkZvbnRTZXR0aW5ncyI6eyIkaWQiOiIyMTgxIiwiRm9udFNpemUiOjEyLCJGb250TmFtZSI6IkNhbGlicmkiLCJJc0JvbGQiOmZhbHNlLCJJc0l0YWxpYyI6ZmFsc2UsIklzVW5kZXJsaW5lZCI6ZmFsc2UsIlBhcmVudFN0eWxlIjpudWxsfSwiQXV0b1NpemUiOjAsIkZvcmVncm91bmQiOnsiJGlkIjoiMjE4MiIsIkNvbG9yIjp7IiRpZCI6IjIxODMiLCJBIjoyNTUsIlIiOjAsIkciOjAsIkIiOjB9fSwiTWF4V2lkdGgiOjAuMCwiTWF4SGVpZ2h0IjowLjAsIlNtYXJ0Rm9yZWdyb3VuZElzQWN0aXZlIjpmYWxzZSwiSG9yaXpvbnRhbEFsaWdubWVudCI6MCwiVmVydGljYWxBbGlnbm1lbnQiOjAsIlNtYXJ0Rm9yZWdyb3VuZCI6bnVsbCwiQmFja2dyb3VuZEZpbGxUeXBlIjowLCJNYXJnaW4iOnsiJGlkIjoiMjE4NCIsIlRvcCI6MC4wLCJMZWZ0IjowLjAsIlJpZ2h0IjowLjAsIkJvdHRvbSI6MC4wfSwiUGFkZGluZyI6eyIkaWQiOiIyMTg1IiwiVG9wIjowLjAsIkxlZnQiOjAuMCwiUmlnaHQiOjAuMCwiQm90dG9tIjowLjB9LCJCYWNrZ3JvdW5kIjpudWxsLCJJc1Zpc2libGUiOmZhbHNlLCJXaWR0aCI6MC4wLCJIZWlnaHQiOjAuMCwiQm9yZGVyU3R5bGUiOm51bGwsIlBhcmVudFN0eWxlIjpudWxsfSwiUmVjdGFuZ2xlU3R5bGUiOnsiJGlkIjoiMjE4NiIsIk1hcmdpbiI6eyIkaWQiOiIyMTg3IiwiVG9wIjowLjAsIkxlZnQiOjAuMCwiUmlnaHQiOjAuMCwiQm90dG9tIjowLjB9LCJQYWRkaW5nIjp7IiRpZCI6IjIxODgiLCJUb3AiOjAuMCwiTGVmdCI6MC4wLCJSaWdodCI6MC4wLCJCb3R0b20iOjAuMH0sIkJhY2tncm91bmQiOnsiJGlkIjoiMjE4OSIsIkNvbG9yIjp7IiRpZCI6IjIxOTAiLCJBIjo2MywiUiI6MjU1LCJHIjoxOTIsIkIiOjB9fSwiSXNWaXNpYmxlIjpmYWxzZSwiV2lkdGgiOjAuMCwiSGVpZ2h0IjowLjAsIkJvcmRlclN0eWxlIjp7IiRpZCI6IjIxOTEiLCJMaW5lQ29sb3IiOnsiJGlkIjoiMjE5MiIsIiR0eXBlIjoiTkxSRS5Db21tb24uRG9tLlNvbGlkQ29sb3JCcnVzaCwgTkxSRS5Db21tb24iLCJDb2xvciI6eyIkaWQiOiIyMTkzIiwiQSI6MjU1LCJSIjoyNTUsIkciOjAsIkIiOjB9fSwiTGluZVdlaWdodCI6MC4wLCJMaW5lVHlwZSI6MCwiUGFyZW50U3R5bGUiOm51bGx9LCJQYXJlbnRTdHlsZSI6bnVsbH0sIk1hcmdpbiI6eyIkaWQiOiIyMTk0IiwiVG9wIjowLjAsIkxlZnQiOjAuMCwiUmlnaHQiOjAuMCwiQm90dG9tIjowLjB9LCJQYWRkaW5nIjp7IiRpZCI6IjIxOTUiLCJUb3AiOjAuMCwiTGVmdCI6MC4wLCJSaWdodCI6MC4wLCJCb3R0b20iOjAuMH0sIkJhY2tncm91bmQiOm51bGwsIklzVmlzaWJsZSI6dHJ1ZSwiV2lkdGgiOjAuMCwiSGVpZ2h0IjowLjAsIkJvcmRlclN0eWxlIjpudWxsLCJQYXJlbnRTdHlsZSI6bnVsbH0sIkJhY2tncm91bmRTdHlsZSI6eyIkaWQiOiIyMTk2IiwiTWFyZ2luIjp7IiRpZCI6IjIxOTciLCJUb3AiOjAuMCwiTGVmdCI6MC4wLCJSaWdodCI6MC4wLCJCb3R0b20iOjAuMH0sIlBhZGRpbmciOnsiJGlkIjoiMjE5OCIsIlRvcCI6MC4wLCJMZWZ0IjowLjAsIlJpZ2h0IjowLjAsIkJvdHRvbSI6MC4wfSwiQmFja2dyb3VuZCI6eyIkaWQiOiIyMTk5IiwiQ29sb3IiOnsiJGlkIjoiMjIwMCIsIkEiOjM4LCJSIjoyNTUsIkciOjE5MiwiQiI6MH19LCJJc1Zpc2libGUiOnRydWUsIldpZHRoIjowLjAsIkhlaWdodCI6MC4wLCJCb3JkZXJTdHlsZSI6eyIkaWQiOiIyMjAxIiwiTGluZUNvbG9yIjp7IiRpZCI6IjIyMDIiLCIkdHlwZSI6Ik5MUkUuQ29tbW9uLkRvbS5Tb2xpZENvbG9yQnJ1c2gsIE5MUkUuQ29tbW9uIiwiQ29sb3IiOnsiJGlkIjoiMjIwMyIsIkEiOjI1NSwiUiI6MjM0LCJHIjoyMiwiQiI6MzB9fSwiTGluZVdlaWdodCI6MC4wLCJMaW5lVHlwZSI6MCwiUGFyZW50U3R5bGUiOm51bGx9LCJQYXJlbnRTdHlsZSI6bnVsbH0sIk1hcmdpbiI6eyIkaWQiOiIyMjA0IiwiVG9wIjowLjAsIkxlZnQiOjAuMCwiUmlnaHQiOjAuMCwiQm90dG9tIjowLjB9LCJQYWRkaW5nIjp7IiRpZCI6IjIyMDUiLCJUb3AiOjAuMCwiTGVmdCI6MC4wLCJSaWdodCI6MC4wLCJCb3R0b20iOjAuMH0sIklzVmlzaWJsZSI6dHJ1ZSwiV2lkdGgiOjAuMCwiSGVpZ2h0IjowLjAsIkJvcmRlclN0eWxlIjp7IiRpZCI6IjIyMDYiLCJMaW5lQ29sb3IiOm51bGwsIkxpbmVXZWlnaHQiOjAuMCwiTGluZVR5cGUiOjAsIlBhcmVudFN0eWxlIjpudWxsfSwiUGFyZW50U3R5bGUiOm51bGx9LCJNYXJnaW4iOnsiJGlkIjoiMjIwNyIsIlRvcCI6MC4wLCJMZWZ0IjowLjAsIlJpZ2h0IjowLjAsIkJvdHRvbSI6MC4wfSwiUGFkZGluZyI6eyIkaWQiOiIyMjA4IiwiVG9wIjowLjAsIkxlZnQiOjAuMCwiUmlnaHQiOjAuMCwiQm90dG9tIjowLjB9LCJJc1Zpc2libGUiOnRydWUsIldpZHRoIjowLjAsIkhlaWdodCI6MC4wLCJCb3JkZXJTdHlsZSI6eyIkaWQiOiIyMjA5IiwiTGluZUNvbG9yIjpudWxsLCJMaW5lV2VpZ2h0IjowLjAsIkxpbmVUeXBlIjowLCJQYXJlbnRTdHlsZSI6bnVsbH0sIlBhcmVudFN0eWxlIjpudWxsfSwiX2FkZGl0aW9uYWxTd2ltbGFuZVYyU3R5bGVzIjpbeyIkaWQiOiIyMjEwIiwiU3R5bGVJZCI6IjAwMDAwMDAwLTAwMDAtMDAwMC0wMDAwLTAwMDAwMDAwMDAwMCIsIkhlYWRlclN0eWxlIjp7IiRpZCI6IjIyMTEiLCJUZXh0SXNWZXJ0aWNhbCI6ZmFsc2UsIlRleHRTdHlsZSI6eyIkaWQiOiIyMjEyIiwiRm9udFNldHRpbmdzIjp7IiRpZCI6IjIyMTMiLCJGb250U2l6ZSI6MTIsIkZvbnROYW1lIjoiQ2FsaWJyaSIsIklzQm9sZCI6dHJ1ZSwiSXNJdGFsaWMiOmZhbHNlLCJJc1VuZGVybGluZWQiOmZhbHNlLCJQYXJlbnRTdHlsZSI6bnVsbH0sIkF1dG9TaXplIjowLCJGb3JlZ3JvdW5kIjp7IiRpZCI6IjIyMTQiLCJDb2xvciI6eyIkaWQiOiIyMjE1IiwiQSI6MjU1LCJSIjoyNTUsIkciOjI1NSwiQiI6MjU1fX0sIk1heFdpZHRoIjowLjAsIk1heEhlaWdodCI6MC4wLCJTbWFydEZvcmVncm91bmRJc0FjdGl2ZSI6ZmFsc2UsIkhvcml6b250YWxBbGlnbm1lbnQiOjAsIlZlcnRpY2FsQWxpZ25tZW50IjowLCJTbWFydEZvcmVncm91bmQiOm51bGwsIkJhY2tncm91bmRGaWxsVHlwZSI6MCwiTWFyZ2luIjp7IiRpZCI6IjIyMTYiLCJUb3AiOjAuMCwiTGVmdCI6MC4wLCJSaWdodCI6MC4wLCJCb3R0b20iOjAuMH0sIlBhZGRpbmciOnsiJGlkIjoiMjIxNyIsIlRvcCI6MC4wLCJMZWZ0IjowLjAsIlJpZ2h0IjowLjAsIkJvdHRvbSI6MC4wfSwiQmFja2dyb3VuZCI6bnVsbCwiSXNWaXNpYmxlIjpmYWxzZSwiV2lkdGgiOjAuMCwiSGVpZ2h0IjowLjAsIkJvcmRlclN0eWxlIjpudWxsLCJQYXJlbnRTdHlsZSI6bnVsbH0sIlJlY3RhbmdsZVN0eWxlIjp7IiRpZCI6IjIyMTgiLCJNYXJnaW4iOnsiJGlkIjoiMjIxOSIsIlRvcCI6MC4wLCJMZWZ0IjowLjAsIlJpZ2h0IjowLjAsIkJvdHRvbSI6MC4wfSwiUGFkZGluZyI6eyIkaWQiOiIyMjIwIiwiVG9wIjowLjAsIkxlZnQiOjAuMCwiUmlnaHQiOjAuMCwiQm90dG9tIjowLjB9LCJCYWNrZ3JvdW5kIjp7IiRpZCI6IjIyMjEiLCJDb2xvciI6eyIkaWQiOiIyMjIyIiwiQSI6MjU1LCJSIjoyMzcsIkciOjEyNSwiQiI6NDl9fSwiSXNWaXNpYmxlIjpmYWxzZSwiV2lkdGgiOjAuMCwiSGVpZ2h0IjowLjAsIkJvcmRlclN0eWxlIjp7IiRpZCI6IjIyMjMiLCJMaW5lQ29sb3IiOnsiJGlkIjoiMjIyNCIsIiR0eXBlIjoiTkxSRS5Db21tb24uRG9tLlNvbGlkQ29sb3JCcnVzaCwgTkxSRS5Db21tb24iLCJDb2xvciI6eyIkaWQiOiIyMjI1IiwiQSI6MjU1LCJSIjoyMSwiRyI6MzcsIkIiOjY2fX0sIkxpbmVXZWlnaHQiOjAuMCwiTGluZVR5cGUiOjAsIlBhcmVudFN0eWxlIjpudWxsfSwiUGFyZW50U3R5bGUiOm51bGx9LCJNYXJnaW4iOnsiJGlkIjoiMjIyNiIsIlRvcCI6MC4wLCJMZWZ0IjowLjAsIlJpZ2h0IjowLjAsIkJvdHRvbSI6MC4wfSwiUGFkZGluZyI6eyIkaWQiOiIyMjI3IiwiVG9wIjowLjAsIkxlZnQiOjAuMCwiUmlnaHQiOjAuMCwiQm90dG9tIjowLjB9LCJCYWNrZ3JvdW5kIjpudWxsLCJJc1Zpc2libGUiOnRydWUsIldpZHRoIjowLjAsIkhlaWdodCI6MC4wLCJCb3JkZXJTdHlsZSI6bnVsbCwiUGFyZW50U3R5bGUiOm51bGx9LCJCYWNrZ3JvdW5kU3R5bGUiOnsiJGlkIjoiMjIyOCIsIk1hcmdpbiI6eyIkaWQiOiIyMjI5IiwiVG9wIjowLjAsIkxlZnQiOjAuMCwiUmlnaHQiOjAuMCwiQm90dG9tIjowLjB9LCJQYWRkaW5nIjp7IiRpZCI6IjIyMzAiLCJUb3AiOjAuMCwiTGVmdCI6MC4wLCJSaWdodCI6MC4wLCJCb3R0b20iOjAuMH0sIkJhY2tncm91bmQiOnsiJGlkIjoiMjIzMSIsIkNvbG9yIjp7IiRpZCI6IjIyMzIiLCJBIjozOCwiUiI6MjM3LCJHIjoxMjUsIkIiOjQ5fX0sIklzVmlzaWJsZSI6dHJ1ZSwiV2lkdGgiOjAuMCwiSGVpZ2h0IjowLjAsIkJvcmRlclN0eWxlIjp7IiRpZCI6IjIyMzMiLCJMaW5lQ29sb3IiOnsiJGlkIjoiMjIzNCIsIiR0eXBlIjoiTkxSRS5Db21tb24uRG9tLlNvbGlkQ29sb3JCcnVzaCwgTkxSRS5Db21tb24iLCJDb2xvciI6eyIkaWQiOiIyMjM1IiwiQSI6MjU1LCJSIjoyMzQsIkciOjIyLCJCIjozMH19LCJMaW5lV2VpZ2h0IjowLjAsIkxpbmVUeXBlIjowLCJQYXJlbnRTdHlsZSI6bnVsbH0sIlBhcmVudFN0eWxlIjpudWxsfSwiSXNBYm92ZVRpbWViYW5kIjpmYWxzZSwiU3BhY2luZyI6MiwiRGVmYXVsdFN3aW1sYW5lVGFza1N0eWxlIjp7IiRpZCI6IjIyMzYiLCJTaGFwZSI6NywiU2hhcGVUaGlja25lc3MiOjAsIkR1cmF0aW9uRm9ybWF0IjowLCJJbmNsdWRlTm9uV29ya2luZ0RheXNJbkR1cmF0aW9uIjpmYWxzZSwiUGVyY2VudGFnZUNvbXBsZXRlU3R5bGUiOnsiJGlkIjoiMjIzNyIsIkZvbnRTZXR0aW5ncyI6eyIkaWQiOiIyMjM4IiwiRm9udFNpemUiOjEwLCJGb250TmFtZSI6IkNhbGlicmkiLCJJc0JvbGQiOmZhbHNlLCJJc0l0YWxpYyI6ZmFsc2UsIklzVW5kZXJsaW5lZCI6ZmFsc2UsIlBhcmVudFN0eWxlIjpudWxsfSwiQXV0b1NpemUiOjAsIkZvcmVncm91bmQiOnsiJGlkIjoiMjIzOSIsIkNvbG9yIjp7IiRpZCI6IjIyNDA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GlkIjoiMjI0MSIsIlRvcCI6MC4wLCJMZWZ0IjowLjAsIlJpZ2h0IjowLjAsIkJvdHRvbSI6MC4wfSwiUGFkZGluZyI6eyIkaWQiOiIyMjQyIiwiVG9wIjowLjAsIkxlZnQiOjAuMCwiUmlnaHQiOjAuMCwiQm90dG9tIjowLjB9LCJCYWNrZ3JvdW5kIjp7IiRpZCI6IjIyNDMiLCJDb2xvciI6eyIkaWQiOiIyMjQ0IiwiQSI6ODksIlIiOjAsIkciOjAsIkIiOjB9fSwiSXNWaXNpYmxlIjp0cnVlLCJXaWR0aCI6MC4wLCJIZWlnaHQiOjAuMCwiQm9yZGVyU3R5bGUiOnsiJGlkIjoiMjI0NSIsIkxpbmVDb2xvciI6bnVsbCwiTGluZVdlaWdodCI6MC4wLCJMaW5lVHlwZSI6MCwiUGFyZW50U3R5bGUiOm51bGx9LCJQYXJlbnRTdHlsZSI6bnVsbH0sIkR1cmF0aW9uU3R5bGUiOnsiJGlkIjoiMjI0NiIsIkZvbnRTZXR0aW5ncyI6eyIkaWQiOiIyMjQ3IiwiRm9udFNpemUiOjEwLCJGb250TmFtZSI6IkNhbGlicmkiLCJJc0JvbGQiOmZhbHNlLCJJc0l0YWxpYyI6ZmFsc2UsIklzVW5kZXJsaW5lZCI6ZmFsc2UsIlBhcmVudFN0eWxlIjpudWxsfSwiQXV0b1NpemUiOjAsIkZvcmVncm91bmQiOnsiJGlkIjoiMjI0OCIsIkNvbG9yIjp7IiRpZCI6IjIyNDk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MjUwIiwiVG9wIjowLjAsIkxlZnQiOjAuMCwiUmlnaHQiOjAuMCwiQm90dG9tIjowLjB9LCJQYWRkaW5nIjp7IiRpZCI6IjIyNTEiLCJUb3AiOjAuMCwiTGVmdCI6MC4wLCJSaWdodCI6MC4wLCJCb3R0b20iOjAuMH0sIkJhY2tncm91bmQiOnsiJGlkIjoiMjI1MiIsIkNvbG9yIjp7IiRpZCI6IjIyNTMiLCJBIjo4OSwiUiI6MCwiRyI6MCwiQiI6MH19LCJJc1Zpc2libGUiOnRydWUsIldpZHRoIjowLjAsIkhlaWdodCI6MC4wLCJCb3JkZXJTdHlsZSI6eyIkaWQiOiIyMjU0IiwiTGluZUNvbG9yIjpudWxsLCJMaW5lV2VpZ2h0IjowLjAsIkxpbmVUeXBlIjowLCJQYXJlbnRTdHlsZSI6bnVsbH0sIlBhcmVudFN0eWxlIjpudWxsfSwiSG9yaXpvbnRhbENvbm5lY3RvclN0eWxlIjp7IiRpZCI6IjIyNTUiLCJMaW5lQ29sb3IiOnsiJGlkIjoiMjI1NiIsIiR0eXBlIjoiTkxSRS5Db21tb24uRG9tLlNvbGlkQ29sb3JCcnVzaCwgTkxSRS5Db21tb24iLCJDb2xvciI6eyIkaWQiOiIyMjU3IiwiQSI6MjU1LCJSIjoyMDQsIkciOjIwNCwiQiI6MjA0fX0sIkxpbmVXZWlnaHQiOjEuMCwiTGluZVR5cGUiOjAsIlBhcmVudFN0eWxlIjpudWxsfSwiVmVydGljYWxDb25uZWN0b3JTdHlsZSI6eyIkaWQiOiIyMjU4IiwiTGluZUNvbG9yIjp7IiRpZCI6IjIyNTkiLCIkdHlwZSI6Ik5MUkUuQ29tbW9uLkRvbS5Tb2xpZENvbG9yQnJ1c2gsIE5MUkUuQ29tbW9uIiwiQ29sb3IiOnsiJGlkIjoiMjI2MC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MiwiU3BhY2luZyI6MywiSXNCZWxvd1RpbWViYW5kIjp0cnVlLCJQZXJjZW50YWdlQ29tcGxldGVTaGFwZU9wYWNpdHkiOjM1LCJCYXNlbGluZVN0eWxlIjp7IiRpZCI6IjIyNjEiLCJTaGFwZVN0eWxlIjp7IiRpZCI6IjIyNjIiLCJNYXJnaW4iOnsiJGlkIjoiMjI2MyIsIlRvcCI6MC4wLCJMZWZ0IjowLjAsIlJpZ2h0IjowLjAsIkJvdHRvbSI6MC4wfSwiUGFkZGluZyI6eyIkaWQiOiIyMjY0IiwiVG9wIjowLjAsIkxlZnQiOjAuMCwiUmlnaHQiOjAuMCwiQm90dG9tIjowLjB9LCJCYWNrZ3JvdW5kIjp7IiRpZCI6IjIyNjUiLCJDb2xvciI6eyIkaWQiOiIyMjY2IiwiQSI6MTUzLCJSIjowLCJHIjowLCJCIjowfX0sIklzVmlzaWJsZSI6dHJ1ZSwiV2lkdGgiOjAuMCwiSGVpZ2h0IjowLjAsIkJvcmRlclN0eWxlIjp7IiRpZCI6IjIyNjciLCJMaW5lQ29sb3IiOnsiJGlkIjoiMjI2OCIsIiR0eXBlIjoiTkxSRS5Db21tb24uRG9tLlNvbGlkQ29sb3JCcnVzaCwgTkxSRS5Db21tb24iLCJDb2xvciI6eyIkaWQiOiIyMjY5IiwiQSI6MjU1LCJSIjoyNTUsIkciOjAsIkIiOjB9fSwiTGluZVdlaWdodCI6MC4wLCJMaW5lVHlwZSI6MCwiUGFyZW50U3R5bGUiOm51bGx9LCJQYXJlbnRTdHlsZSI6bnVsbH0sIk1hcmdpbiI6eyIkaWQiOiIyMjcwIiwiVG9wIjowLjAsIkxlZnQiOjAuMCwiUmlnaHQiOjAuMCwiQm90dG9tIjowLjB9LCJQYWRkaW5nIjp7IiRpZCI6IjIyNzEiLCJUb3AiOjAuMCwiTGVmdCI6MC4wLCJSaWdodCI6MC4wLCJCb3R0b20iOjAuMH0sIkJhY2tncm91bmQiOm51bGwsIklzVmlzaWJsZSI6dHJ1ZSwiV2lkdGgiOjAuMCwiSGVpZ2h0IjowLjAsIkJvcmRlclN0eWxlIjpudWxsLCJQYXJlbnRTdHlsZSI6bnVsbH0sIlNoYXBlU3R5bGUiOnsiJGlkIjoiMjI3MiIsIk1hcmdpbiI6eyIkaWQiOiIyMjczIiwiVG9wIjowLjAsIkxlZnQiOjQuMCwiUmlnaHQiOjQuMCwiQm90dG9tIjowLjB9LCJQYWRkaW5nIjp7IiRpZCI6IjIyNzQiLCJUb3AiOjAuMCwiTGVmdCI6MC4wLCJSaWdodCI6MC4wLCJCb3R0b20iOjAuMH0sIkJhY2tncm91bmQiOnsiJGlkIjoiMjI3NSIsIkNvbG9yIjp7IiRpZCI6IjIyNzYiLCJBIjoyNTUsIlIiOjIzNywiRyI6MTI1LCJCIjo0OX19LCJJc1Zpc2libGUiOnRydWUsIldpZHRoIjowLjAsIkhlaWdodCI6MTMuNDI2NjY2NjY2NjY2Njc3LCJCb3JkZXJTdHlsZSI6eyIkaWQiOiIyMjc3IiwiTGluZUNvbG9yIjp7IiRpZCI6IjIyNzgiLCIkdHlwZSI6Ik5MUkUuQ29tbW9uLkRvbS5Tb2xpZENvbG9yQnJ1c2gsIE5MUkUuQ29tbW9uIiwiQ29sb3IiOnsiJGlkIjoiMjI3OSIsIkEiOjI1NSwiUiI6MjM0LCJHIjoyMiwiQiI6MzB9fSwiTGluZVdlaWdodCI6MC4wLCJMaW5lVHlwZSI6MCwiUGFyZW50U3R5bGUiOm51bGx9LCJQYXJlbnRTdHlsZSI6bnVsbH0sIlRpdGxlU3R5bGUiOnsiJGlkIjoiMjI4MCIsIkZvbnRTZXR0aW5ncyI6eyIkaWQiOiIyMjgxIiwiRm9udFNpemUiOjksIkZvbnROYW1lIjoiQ2FsaWJyaSIsIklzQm9sZCI6dHJ1ZSwiSXNJdGFsaWMiOmZhbHNlLCJJc1VuZGVybGluZWQiOmZhbHNlLCJQYXJlbnRTdHlsZSI6bnVsbH0sIkF1dG9TaXplIjowLCJGb3JlZ3JvdW5kIjp7IiRpZCI6IjIyODIiLCJDb2xvciI6eyIkaWQiOiIyMjgzIiwiQSI6MjU1LCJSIjoyNTUsIkciOjI1NSwiQiI6MjU1fX0sIk1heFdpZHRoIjoyMDAuMCwiTWF4SGVpZ2h0IjoiSW5maW5pdHkiLCJTbWFydEZvcmVncm91bmRJc0FjdGl2ZSI6ZmFsc2UsIkhvcml6b250YWxBbGlnbm1lbnQiOjEsIlZlcnRpY2FsQWxpZ25tZW50IjowLCJTbWFydEZvcmVncm91bmQiOm51bGwsIkJhY2tncm91bmRGaWxsVHlwZSI6MCwiTWFyZ2luIjp7IiRpZCI6IjIyODQiLCJUb3AiOjAuMCwiTGVmdCI6MC4wLCJSaWdodCI6MC4wLCJCb3R0b20iOjAuMH0sIlBhZGRpbmciOnsiJGlkIjoiMjI4NSIsIlRvcCI6MC4wLCJMZWZ0IjowLjAsIlJpZ2h0IjowLjAsIkJvdHRvbSI6MC4wfSwiQmFja2dyb3VuZCI6eyIkaWQiOiIyMjg2IiwiQ29sb3IiOnsiJGlkIjoiMjI4NyIsIkEiOjg5LCJSIjowLCJHIjowLCJCIjowfX0sIklzVmlzaWJsZSI6dHJ1ZSwiV2lkdGgiOjAuMCwiSGVpZ2h0IjowLjAsIkJvcmRlclN0eWxlIjp7IiRpZCI6IjIyODgiLCJMaW5lQ29sb3IiOm51bGwsIkxpbmVXZWlnaHQiOjAuMCwiTGluZVR5cGUiOjAsIlBhcmVudFN0eWxlIjpudWxsfSwiUGFyZW50U3R5bGUiOm51bGx9LCJEYXRlU3R5bGUiOnsiJGlkIjoiMjI4OSIsIkZvbnRTZXR0aW5ncyI6eyIkaWQiOiIyMjkwIiwiRm9udFNpemUiOjEwLCJGb250TmFtZSI6IkNhbGlicmkiLCJJc0JvbGQiOmZhbHNlLCJJc0l0YWxpYyI6ZmFsc2UsIklzVW5kZXJsaW5lZCI6ZmFsc2UsIlBhcmVudFN0eWxlIjpudWxsfSwiQXV0b1NpemUiOjAsIkZvcmVncm91bmQiOnsiJGlkIjoiMjI5MSIsIkNvbG9yIjp7IiRpZCI6IjIyOT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yOTMiLCJUb3AiOjAuMCwiTGVmdCI6MC4wLCJSaWdodCI6MC4wLCJCb3R0b20iOjAuMH0sIlBhZGRpbmciOnsiJGlkIjoiMjI5NCIsIlRvcCI6MC4wLCJMZWZ0IjowLjAsIlJpZ2h0IjowLjAsIkJvdHRvbSI6MC4wfSwiQmFja2dyb3VuZCI6eyIkaWQiOiIyMjk1IiwiQ29sb3IiOnsiJGlkIjoiMjI5NiIsIkEiOjg5LCJSIjowLCJHIjowLCJCIjowfX0sIklzVmlzaWJsZSI6dHJ1ZSwiV2lkdGgiOjAuMCwiSGVpZ2h0IjowLjAsIkJvcmRlclN0eWxlIjp7IiRpZCI6IjIyOTciLCJMaW5lQ29sb3IiOm51bGwsIkxpbmVXZWlnaHQiOjAuMCwiTGluZVR5cGUiOjAsIlBhcmVudFN0eWxlIjpudWxsfSwiUGFyZW50U3R5bGUiOm51bGx9LCJEYXRlRm9ybWF0Ijp7IiRpZCI6IjIyO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I5OSIsIkZvcm1hdCI6MCwiSXNWaXNpYmxlIjpmYWxzZSwiTGFzdEtub3duVmlzaWJpbGl0eVN0YXRlIjpmYWxzZX0sIklzVmlzaWJsZSI6dHJ1ZSwiUGFyZW50U3R5bGUiOm51bGx9LCJEZWZhdWx0U3dpbWxhbmVNb3RTdHlsZSI6eyIkaWQiOiIyMzAwIiwiU2hhcGUiOjE0LCJDb25uZWN0b3JNYXJnaW4iOnsiJGlkIjoiMjMwMSIsIlRvcCI6MC4wLCJMZWZ0IjoyLjAsIlJpZ2h0IjoyLjAsIkJvdHRvbSI6MC4wfSwiQ29ubmVjdG9yU3R5bGUiOnsiJGlkIjoiMjMwMiIsIkxpbmVDb2xvciI6eyIkaWQiOiIyMzAzIiwiJHR5cGUiOiJOTFJFLkNvbW1vbi5Eb20uU29saWRDb2xvckJydXNoLCBOTFJFLkNvbW1vbiIsIkNvbG9yIjp7IiRpZCI6IjIzMDQiLCJBIjoxMjcsIlIiOjc5LCJHIjoxMjksIkIiOjE4OX19LCJMaW5lV2VpZ2h0IjoxLjAsIkxpbmVUeXBlIjowLCJQYXJlbnRTdHlsZSI6bnVsbH0sIklzQmVsb3dUaW1lYmFuZCI6dHJ1ZSwiUG9zaXRpb25PblRhc2siOjMsIkhpZGVEYXRlIjpmYWxzZSwiU2hhcGVTaXplIjoxLCJTcGFjaW5nIjowLjAsIlBhZGRpbmciOnsiJGlkIjoiMjMwNSIsIlRvcCI6Ny4wLCJMZWZ0IjozLjAsIlJpZ2h0IjowLjAsIkJvdHRvbSI6Mi4wfSwiU2hhcGVTdHlsZSI6eyIkaWQiOiIyMzA2IiwiTWFyZ2luIjp7IiRpZCI6IjIzMDciLCJUb3AiOjAuMCwiTGVmdCI6MC4wLCJSaWdodCI6MC4wLCJCb3R0b20iOjAuMH0sIlBhZGRpbmciOnsiJGlkIjoiMjMwOCIsIlRvcCI6MC4wLCJMZWZ0IjowLjAsIlJpZ2h0IjowLjAsIkJvdHRvbSI6MC4wfSwiQmFja2dyb3VuZCI6eyIkaWQiOiIyMzA5IiwiQ29sb3IiOnsiJGlkIjoiMjMxMCIsIkEiOjI1NSwiUiI6MTMyLCJHIjo2MCwiQiI6MTJ9fSwiSXNWaXNpYmxlIjp0cnVlLCJXaWR0aCI6MTguMCwiSGVpZ2h0IjoyMC4wLCJCb3JkZXJTdHlsZSI6eyIkaWQiOiIyMzExIiwiTGluZUNvbG9yIjp7IiRpZCI6IjIzMTIiLCIkdHlwZSI6Ik5MUkUuQ29tbW9uLkRvbS5Tb2xpZENvbG9yQnJ1c2gsIE5MUkUuQ29tbW9uIiwiQ29sb3IiOnsiJGlkIjoiMjMxMyIsIkEiOjI1NSwiUiI6MjM0LCJHIjoyMiwiQiI6MzB9fSwiTGluZVdlaWdodCI6MC4wLCJMaW5lVHlwZSI6MCwiUGFyZW50U3R5bGUiOm51bGx9LCJQYXJlbnRTdHlsZSI6bnVsbH0sIlRpdGxlU3R5bGUiOnsiJGlkIjoiMjMxNCIsIkZvbnRTZXR0aW5ncyI6eyIkaWQiOiIyMzE1IiwiRm9udFNpemUiOjksIkZvbnROYW1lIjoiQ2FsaWJyaSIsIklzQm9sZCI6dHJ1ZSwiSXNJdGFsaWMiOmZhbHNlLCJJc1VuZGVybGluZWQiOmZhbHNlLCJQYXJlbnRTdHlsZSI6bnVsbH0sIkF1dG9TaXplIjowLCJGb3JlZ3JvdW5kIjp7IiRpZCI6IjIzMTYiLCJDb2xvciI6eyIkaWQiOiIyMzE3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IzMTgiLCJUb3AiOjAuMCwiTGVmdCI6MC4wLCJSaWdodCI6MC4wLCJCb3R0b20iOjAuMH0sIlBhZGRpbmciOnsiJGlkIjoiMjMxOSIsIlRvcCI6MC4wLCJMZWZ0IjowLjAsIlJpZ2h0IjowLjAsIkJvdHRvbSI6MC4wfSwiQmFja2dyb3VuZCI6eyIkaWQiOiIyMzIwIiwiQ29sb3IiOnsiJGlkIjoiMjMyMSIsIkEiOjg5LCJSIjowLCJHIjowLCJCIjowfX0sIklzVmlzaWJsZSI6dHJ1ZSwiV2lkdGgiOjAuMCwiSGVpZ2h0IjowLjAsIkJvcmRlclN0eWxlIjp7IiRpZCI6IjIzMjIiLCJMaW5lQ29sb3IiOm51bGwsIkxpbmVXZWlnaHQiOjAuMCwiTGluZVR5cGUiOjAsIlBhcmVudFN0eWxlIjpudWxsfSwiUGFyZW50U3R5bGUiOm51bGx9LCJEYXRlU3R5bGUiOnsiJGlkIjoiMjMyMyIsIkZvbnRTZXR0aW5ncyI6eyIkaWQiOiIyMzI0IiwiRm9udFNpemUiOjksIkZvbnROYW1lIjoiQ2FsaWJyaSIsIklzQm9sZCI6ZmFsc2UsIklzSXRhbGljIjpmYWxzZSwiSXNVbmRlcmxpbmVkIjpmYWxzZSwiUGFyZW50U3R5bGUiOm51bGx9LCJBdXRvU2l6ZSI6MCwiRm9yZWdyb3VuZCI6eyIkaWQiOiIyMzI1IiwiQ29sb3IiOnsiJGlkIjoiMjMyNi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jMyNyIsIlRvcCI6MC4wLCJMZWZ0IjowLjAsIlJpZ2h0IjowLjAsIkJvdHRvbSI6MC4wfSwiUGFkZGluZyI6eyIkaWQiOiIyMzI4IiwiVG9wIjowLjAsIkxlZnQiOjAuMCwiUmlnaHQiOjAuMCwiQm90dG9tIjowLjB9LCJCYWNrZ3JvdW5kIjp7IiRpZCI6IjIzMjkiLCJDb2xvciI6eyIkaWQiOiIyMzMwIiwiQSI6ODksIlIiOjAsIkciOjAsIkIiOjB9fSwiSXNWaXNpYmxlIjpmYWxzZSwiV2lkdGgiOjAuMCwiSGVpZ2h0IjowLjAsIkJvcmRlclN0eWxlIjp7IiRpZCI6IjIzMzEiLCJMaW5lQ29sb3IiOm51bGwsIkxpbmVXZWlnaHQiOjAuMCwiTGluZVR5cGUiOjAsIlBhcmVudFN0eWxlIjpudWxsfSwiUGFyZW50U3R5bGUiOm51bGx9LCJEYXRlRm9ybWF0Ijp7IiRpZCI6IjIzMz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MzMyIsIkZvcm1hdCI6MCwiSXNWaXNpYmxlIjpmYWxzZSwiTGFzdEtub3duVmlzaWJpbGl0eVN0YXRlIjpmYWxzZX0sIklzVmlzaWJsZSI6dHJ1ZSwiUGFyZW50U3R5bGUiOm51bGx9LCJEZWZhdWx0U3dpbWxhbmVNaWxlc3RvbmVTdHlsZSI6eyIkaWQiOiIyMzM0IiwiVGl0bGVQb3NpdGlvbiI6IlJpZ2h0IiwiRGF0ZVBvc2l0aW9uIjoiTGVmdCIsIlNoYXBlVHlwZSI6MCwiU2hhcGVTaXplIjoxLCJTcGFjaW5nIjo1LCJTaGFwZVN0eWxlIjp7IiRpZCI6IjIzMzUiLCJNYXJnaW4iOnsiJGlkIjoiMjMzNiIsIlRvcCI6MC4wLCJMZWZ0IjowLjAsIlJpZ2h0IjowLjAsIkJvdHRvbSI6MC4wfSwiUGFkZGluZyI6eyIkaWQiOiIyMzM3IiwiVG9wIjowLjAsIkxlZnQiOjAuMCwiUmlnaHQiOjAuMCwiQm90dG9tIjowLjB9LCJCYWNrZ3JvdW5kIjp7IiRpZCI6IjIzMzgiLCJDb2xvciI6eyIkaWQiOiIyMzM5IiwiQSI6MjU1LCJSIjoyMzcsIkciOjEyNSwiQiI6NDl9fSwiSXNWaXNpYmxlIjp0cnVlLCJXaWR0aCI6MTguMCwiSGVpZ2h0IjoyMC4wLCJCb3JkZXJTdHlsZSI6eyIkaWQiOiIyMzQwIiwiTGluZUNvbG9yIjp7IiRpZCI6IjIzNDEiLCIkdHlwZSI6Ik5MUkUuQ29tbW9uLkRvbS5Tb2xpZENvbG9yQnJ1c2gsIE5MUkUuQ29tbW9uIiwiQ29sb3IiOnsiJGlkIjoiMjM0MiIsIkEiOjI1NSwiUiI6MjM0LCJHIjoyMiwiQiI6MzB9fSwiTGluZVdlaWdodCI6MC4wLCJMaW5lVHlwZSI6MCwiUGFyZW50U3R5bGUiOm51bGx9LCJQYXJlbnRTdHlsZSI6bnVsbH0sIlRpdGxlU3R5bGUiOnsiJGlkIjoiMjM0MyIsIkZvbnRTZXR0aW5ncyI6eyIkaWQiOiIyMzQ0IiwiRm9udFNpemUiOjksIkZvbnROYW1lIjoiQ2FsaWJyaSIsIklzQm9sZCI6dHJ1ZSwiSXNJdGFsaWMiOmZhbHNlLCJJc1VuZGVybGluZWQiOmZhbHNlLCJQYXJlbnRTdHlsZSI6bnVsbH0sIkF1dG9TaXplIjowLCJGb3JlZ3JvdW5kIjp7IiRpZCI6IjIzNDUiLCJDb2xvciI6eyIkaWQiOiIyMzQ2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IzNDciLCJUb3AiOjAuMCwiTGVmdCI6MC4wLCJSaWdodCI6MC4wLCJCb3R0b20iOjAuMH0sIlBhZGRpbmciOnsiJGlkIjoiMjM0OCIsIlRvcCI6MC4wLCJMZWZ0IjowLjAsIlJpZ2h0IjowLjAsIkJvdHRvbSI6MC4wfSwiQmFja2dyb3VuZCI6eyIkaWQiOiIyMzQ5IiwiQ29sb3IiOnsiJGlkIjoiMjM1MCIsIkEiOjg5LCJSIjowLCJHIjowLCJCIjowfX0sIklzVmlzaWJsZSI6dHJ1ZSwiV2lkdGgiOjAuMCwiSGVpZ2h0IjowLjAsIkJvcmRlclN0eWxlIjp7IiRpZCI6IjIzNTEiLCJMaW5lQ29sb3IiOm51bGwsIkxpbmVXZWlnaHQiOjAuMCwiTGluZVR5cGUiOjAsIlBhcmVudFN0eWxlIjpudWxsfSwiUGFyZW50U3R5bGUiOm51bGx9LCJEYXRlU3R5bGUiOnsiJGlkIjoiMjM1MiIsIkZvbnRTZXR0aW5ncyI6eyIkaWQiOiIyMzUzIiwiRm9udFNpemUiOjksIkZvbnROYW1lIjoiQ2FsaWJyaSIsIklzQm9sZCI6ZmFsc2UsIklzSXRhbGljIjpmYWxzZSwiSXNVbmRlcmxpbmVkIjpmYWxzZSwiUGFyZW50U3R5bGUiOm51bGx9LCJBdXRvU2l6ZSI6MCwiRm9yZWdyb3VuZCI6eyIkaWQiOiIyMzU0IiwiQ29sb3IiOnsiJGlkIjoiMjM1N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M1NiIsIlRvcCI6MC4wLCJMZWZ0IjowLjAsIlJpZ2h0IjowLjAsIkJvdHRvbSI6MC4wfSwiUGFkZGluZyI6eyIkaWQiOiIyMzU3IiwiVG9wIjowLjAsIkxlZnQiOjAuMCwiUmlnaHQiOjAuMCwiQm90dG9tIjowLjB9LCJCYWNrZ3JvdW5kIjp7IiRpZCI6IjIzNTgiLCJDb2xvciI6eyIkaWQiOiIyMzU5IiwiQSI6ODksIlIiOjAsIkciOjAsIkIiOjB9fSwiSXNWaXNpYmxlIjpmYWxzZSwiV2lkdGgiOjAuMCwiSGVpZ2h0IjowLjAsIkJvcmRlclN0eWxlIjp7IiRpZCI6IjIzNjAiLCJMaW5lQ29sb3IiOm51bGwsIkxpbmVXZWlnaHQiOjAuMCwiTGluZVR5cGUiOjAsIlBhcmVudFN0eWxlIjpudWxsfSwiUGFyZW50U3R5bGUiOm51bGx9LCJEYXRlRm9ybWF0Ijp7IiRpZCI6IjIzNj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M2MiIsIkZvcm1hdCI6MCwiSXNWaXNpYmxlIjpmYWxzZSwiTGFzdEtub3duVmlzaWJpbGl0eVN0YXRlIjpmYWxzZX0sIklzVmlzaWJsZSI6dHJ1ZSwiUGFyZW50U3R5bGUiOm51bGx9LCJEZWZhdWx0U3dpbWxhbmVBY3Rpdml0eVN0eWxlIjp7IiRpZCI6IjIzNjMiLCJIZWFkZXJTdHlsZSI6eyIkaWQiOiIyMzY0IiwiVGV4dFN0eWxlIjp7IiRpZCI6IjIzNjUiLCJGb250U2V0dGluZ3MiOnsiJGlkIjoiMjM2NiIsIkZvbnRTaXplIjoxMiwiRm9udE5hbWUiOiJDYWxpYnJpIiwiSXNCb2xkIjpmYWxzZSwiSXNJdGFsaWMiOmZhbHNlLCJJc1VuZGVybGluZWQiOmZhbHNlLCJQYXJlbnRTdHlsZSI6bnVsbH0sIkF1dG9TaXplIjowLCJGb3JlZ3JvdW5kIjp7IiRpZCI6IjIzNjciLCJDb2xvciI6eyIkaWQiOiIyMzY4IiwiQSI6MjU1LCJSIjowLCJHIjowLCJCIjowfX0sIk1heFdpZHRoIjowLjAsIk1heEhlaWdodCI6MC4wLCJTbWFydEZvcmVncm91bmRJc0FjdGl2ZSI6ZmFsc2UsIkhvcml6b250YWxBbGlnbm1lbnQiOjAsIlZlcnRpY2FsQWxpZ25tZW50IjowLCJTbWFydEZvcmVncm91bmQiOm51bGwsIkJhY2tncm91bmRGaWxsVHlwZSI6MCwiTWFyZ2luIjp7IiRpZCI6IjIzNjkiLCJUb3AiOjAuMCwiTGVmdCI6MC4wLCJSaWdodCI6MC4wLCJCb3R0b20iOjAuMH0sIlBhZGRpbmciOnsiJGlkIjoiMjM3MCIsIlRvcCI6MC4wLCJMZWZ0IjowLjAsIlJpZ2h0IjowLjAsIkJvdHRvbSI6MC4wfSwiQmFja2dyb3VuZCI6bnVsbCwiSXNWaXNpYmxlIjpmYWxzZSwiV2lkdGgiOjAuMCwiSGVpZ2h0IjowLjAsIkJvcmRlclN0eWxlIjpudWxsLCJQYXJlbnRTdHlsZSI6bnVsbH0sIlJlY3RhbmdsZVN0eWxlIjp7IiRpZCI6IjIzNzEiLCJNYXJnaW4iOnsiJGlkIjoiMjM3MiIsIlRvcCI6MC4wLCJMZWZ0IjowLjAsIlJpZ2h0IjowLjAsIkJvdHRvbSI6MC4wfSwiUGFkZGluZyI6eyIkaWQiOiIyMzczIiwiVG9wIjowLjAsIkxlZnQiOjAuMCwiUmlnaHQiOjAuMCwiQm90dG9tIjowLjB9LCJCYWNrZ3JvdW5kIjp7IiRpZCI6IjIzNzQiLCJDb2xvciI6eyIkaWQiOiIyMzc1IiwiQSI6NjMsIlIiOjIzNywiRyI6MTI1LCJCIjo0OX19LCJJc1Zpc2libGUiOmZhbHNlLCJXaWR0aCI6MC4wLCJIZWlnaHQiOjAuMCwiQm9yZGVyU3R5bGUiOnsiJGlkIjoiMjM3NiIsIkxpbmVDb2xvciI6eyIkaWQiOiIyMzc3IiwiJHR5cGUiOiJOTFJFLkNvbW1vbi5Eb20uU29saWRDb2xvckJydXNoLCBOTFJFLkNvbW1vbiIsIkNvbG9yIjp7IiRpZCI6IjIzNzgiLCJBIjoyNTUsIlIiOjI1NSwiRyI6MCwiQiI6MH19LCJMaW5lV2VpZ2h0IjowLjAsIkxpbmVUeXBlIjowLCJQYXJlbnRTdHlsZSI6bnVsbH0sIlBhcmVudFN0eWxlIjpudWxsfSwiTWFyZ2luIjp7IiRpZCI6IjIzNzkiLCJUb3AiOjAuMCwiTGVmdCI6MC4wLCJSaWdodCI6MC4wLCJCb3R0b20iOjAuMH0sIlBhZGRpbmciOnsiJGlkIjoiMjM4MCIsIlRvcCI6MC4wLCJMZWZ0IjowLjAsIlJpZ2h0IjowLjAsIkJvdHRvbSI6MC4wfSwiQmFja2dyb3VuZCI6bnVsbCwiSXNWaXNpYmxlIjp0cnVlLCJXaWR0aCI6MC4wLCJIZWlnaHQiOjAuMCwiQm9yZGVyU3R5bGUiOm51bGwsIlBhcmVudFN0eWxlIjpudWxsfSwiQmFja2dyb3VuZFN0eWxlIjp7IiRpZCI6IjIzODEiLCJNYXJnaW4iOnsiJGlkIjoiMjM4MiIsIlRvcCI6MC4wLCJMZWZ0IjowLjAsIlJpZ2h0IjowLjAsIkJvdHRvbSI6MC4wfSwiUGFkZGluZyI6eyIkaWQiOiIyMzgzIiwiVG9wIjowLjAsIkxlZnQiOjAuMCwiUmlnaHQiOjAuMCwiQm90dG9tIjowLjB9LCJCYWNrZ3JvdW5kIjp7IiRpZCI6IjIzODQiLCJDb2xvciI6eyIkaWQiOiIyMzg1IiwiQSI6MzgsIlIiOjIzNywiRyI6MTI1LCJCIjo0OX19LCJJc1Zpc2libGUiOnRydWUsIldpZHRoIjowLjAsIkhlaWdodCI6MC4wLCJCb3JkZXJTdHlsZSI6eyIkaWQiOiIyMzg2IiwiTGluZUNvbG9yIjp7IiRpZCI6IjIzODciLCIkdHlwZSI6Ik5MUkUuQ29tbW9uLkRvbS5Tb2xpZENvbG9yQnJ1c2gsIE5MUkUuQ29tbW9uIiwiQ29sb3IiOnsiJGlkIjoiMjM4OCIsIkEiOjI1NSwiUiI6MjM0LCJHIjoyMiwiQiI6MzB9fSwiTGluZVdlaWdodCI6MC4wLCJMaW5lVHlwZSI6MCwiUGFyZW50U3R5bGUiOm51bGx9LCJQYXJlbnRTdHlsZSI6bnVsbH0sIk1hcmdpbiI6eyIkaWQiOiIyMzg5IiwiVG9wIjowLjAsIkxlZnQiOjAuMCwiUmlnaHQiOjAuMCwiQm90dG9tIjowLjB9LCJQYWRkaW5nIjp7IiRpZCI6IjIzOTAiLCJUb3AiOjAuMCwiTGVmdCI6MC4wLCJSaWdodCI6MC4wLCJCb3R0b20iOjAuMH0sIklzVmlzaWJsZSI6dHJ1ZSwiV2lkdGgiOjAuMCwiSGVpZ2h0IjowLjAsIkJvcmRlclN0eWxlIjpudWxsLCJQYXJlbnRTdHlsZSI6bnVsbH0sIk1hcmdpbiI6eyIkaWQiOiIyMzkxIiwiVG9wIjowLjAsIkxlZnQiOjAuMCwiUmlnaHQiOjAuMCwiQm90dG9tIjowLjB9LCJQYWRkaW5nIjp7IiRpZCI6IjIzOTIiLCJUb3AiOjAuMCwiTGVmdCI6MC4wLCJSaWdodCI6MC4wLCJCb3R0b20iOjAuMH0sIklzVmlzaWJsZSI6dHJ1ZSwiV2lkdGgiOjAuMCwiSGVpZ2h0IjowLjAsIkJvcmRlclN0eWxlIjpudWxsLCJQYXJlbnRTdHlsZSI6bnVsbH0seyIkaWQiOiIyMzkzIiwiU3R5bGVJZCI6IjAwMDAwMDAwLTAwMDAtMDAwMC0wMDAwLTAwMDAwMDAwMDAwMCIsIkhlYWRlclN0eWxlIjp7IiRpZCI6IjIzOTQiLCJUZXh0SXNWZXJ0aWNhbCI6ZmFsc2UsIlRleHRTdHlsZSI6eyIkaWQiOiIyMzk1IiwiRm9udFNldHRpbmdzIjp7IiRpZCI6IjIzOTYiLCJGb250U2l6ZSI6MTIsIkZvbnROYW1lIjoiQ2FsaWJyaSIsIklzQm9sZCI6dHJ1ZSwiSXNJdGFsaWMiOmZhbHNlLCJJc1VuZGVybGluZWQiOmZhbHNlLCJQYXJlbnRTdHlsZSI6bnVsbH0sIkF1dG9TaXplIjowLCJGb3JlZ3JvdW5kIjp7IiRpZCI6IjIzOTciLCJDb2xvciI6eyIkaWQiOiIyMzk4IiwiQSI6MjU1LCJSIjoyNTUsIkciOjI1NSwiQiI6MjU1fX0sIk1heFdpZHRoIjowLjAsIk1heEhlaWdodCI6MC4wLCJTbWFydEZvcmVncm91bmRJc0FjdGl2ZSI6ZmFsc2UsIkhvcml6b250YWxBbGlnbm1lbnQiOjAsIlZlcnRpY2FsQWxpZ25tZW50IjowLCJTbWFydEZvcmVncm91bmQiOm51bGwsIkJhY2tncm91bmRGaWxsVHlwZSI6MCwiTWFyZ2luIjp7IiRpZCI6IjIzOTkiLCJUb3AiOjAuMCwiTGVmdCI6MC4wLCJSaWdodCI6MC4wLCJCb3R0b20iOjAuMH0sIlBhZGRpbmciOnsiJGlkIjoiMjQwMCIsIlRvcCI6MC4wLCJMZWZ0IjowLjAsIlJpZ2h0IjowLjAsIkJvdHRvbSI6MC4wfSwiQmFja2dyb3VuZCI6bnVsbCwiSXNWaXNpYmxlIjpmYWxzZSwiV2lkdGgiOjAuMCwiSGVpZ2h0IjowLjAsIkJvcmRlclN0eWxlIjpudWxsLCJQYXJlbnRTdHlsZSI6bnVsbH0sIlJlY3RhbmdsZVN0eWxlIjp7IiRpZCI6IjI0MDEiLCJNYXJnaW4iOnsiJGlkIjoiMjQwMiIsIlRvcCI6MC4wLCJMZWZ0IjowLjAsIlJpZ2h0IjowLjAsIkJvdHRvbSI6MC4wfSwiUGFkZGluZyI6eyIkaWQiOiIyNDAzIiwiVG9wIjowLjAsIkxlZnQiOjAuMCwiUmlnaHQiOjAuMCwiQm90dG9tIjowLjB9LCJCYWNrZ3JvdW5kIjp7IiRpZCI6IjI0MDQiLCJDb2xvciI6eyIkaWQiOiIyNDA1IiwiQSI6MjU1LCJSIjoxMTIsIkciOjE3MywiQiI6NzF9fSwiSXNWaXNpYmxlIjpmYWxzZSwiV2lkdGgiOjAuMCwiSGVpZ2h0IjowLjAsIkJvcmRlclN0eWxlIjp7IiRpZCI6IjI0MDYiLCJMaW5lQ29sb3IiOnsiJGlkIjoiMjQwNyIsIiR0eXBlIjoiTkxSRS5Db21tb24uRG9tLlNvbGlkQ29sb3JCcnVzaCwgTkxSRS5Db21tb24iLCJDb2xvciI6eyIkaWQiOiIyNDA4IiwiQSI6MjU1LCJSIjo1NSwiRyI6NTUsIkIiOjU1fX0sIkxpbmVXZWlnaHQiOjAuMCwiTGluZVR5cGUiOjAsIlBhcmVudFN0eWxlIjpudWxsfSwiUGFyZW50U3R5bGUiOm51bGx9LCJNYXJnaW4iOnsiJGlkIjoiMjQwOSIsIlRvcCI6MC4wLCJMZWZ0IjowLjAsIlJpZ2h0IjowLjAsIkJvdHRvbSI6MC4wfSwiUGFkZGluZyI6eyIkaWQiOiIyNDEwIiwiVG9wIjowLjAsIkxlZnQiOjAuMCwiUmlnaHQiOjAuMCwiQm90dG9tIjowLjB9LCJCYWNrZ3JvdW5kIjpudWxsLCJJc1Zpc2libGUiOnRydWUsIldpZHRoIjowLjAsIkhlaWdodCI6MC4wLCJCb3JkZXJTdHlsZSI6bnVsbCwiUGFyZW50U3R5bGUiOm51bGx9LCJCYWNrZ3JvdW5kU3R5bGUiOnsiJGlkIjoiMjQxMSIsIk1hcmdpbiI6eyIkaWQiOiIyNDEyIiwiVG9wIjowLjAsIkxlZnQiOjAuMCwiUmlnaHQiOjAuMCwiQm90dG9tIjowLjB9LCJQYWRkaW5nIjp7IiRpZCI6IjI0MTMiLCJUb3AiOjAuMCwiTGVmdCI6MC4wLCJSaWdodCI6MC4wLCJCb3R0b20iOjAuMH0sIkJhY2tncm91bmQiOnsiJGlkIjoiMjQxNCIsIkNvbG9yIjp7IiRpZCI6IjI0MTUiLCJBIjozOCwiUiI6MTEyLCJHIjoxNzMsIkIiOjcxfX0sIklzVmlzaWJsZSI6dHJ1ZSwiV2lkdGgiOjAuMCwiSGVpZ2h0IjowLjAsIkJvcmRlclN0eWxlIjp7IiRpZCI6IjI0MTYiLCJMaW5lQ29sb3IiOnsiJGlkIjoiMjQxNyIsIiR0eXBlIjoiTkxSRS5Db21tb24uRG9tLlNvbGlkQ29sb3JCcnVzaCwgTkxSRS5Db21tb24iLCJDb2xvciI6eyIkaWQiOiIyNDE4IiwiQSI6MjU1LCJSIjoyMzQsIkciOjIyLCJCIjozMH19LCJMaW5lV2VpZ2h0IjowLjAsIkxpbmVUeXBlIjowLCJQYXJlbnRTdHlsZSI6bnVsbH0sIlBhcmVudFN0eWxlIjpudWxsfSwiSXNBYm92ZVRpbWViYW5kIjpmYWxzZSwiU3BhY2luZyI6MiwiRGVmYXVsdFN3aW1sYW5lVGFza1N0eWxlIjp7IiRpZCI6IjI0MTkiLCJTaGFwZSI6NywiU2hhcGVUaGlja25lc3MiOjEsIkR1cmF0aW9uRm9ybWF0Ijo1LCJJbmNsdWRlTm9uV29ya2luZ0RheXNJbkR1cmF0aW9uIjpmYWxzZSwiUGVyY2VudGFnZUNvbXBsZXRlU3R5bGUiOnsiJGlkIjoiMjQyMCIsIkZvbnRTZXR0aW5ncyI6eyIkaWQiOiIyNDIxIiwiRm9udFNpemUiOjEwLCJGb250TmFtZSI6IkNhbGlicmkiLCJJc0JvbGQiOnRydWUsIklzSXRhbGljIjpmYWxzZSwiSXNVbmRlcmxpbmVkIjpmYWxzZSwiUGFyZW50U3R5bGUiOm51bGx9LCJBdXRvU2l6ZSI6MCwiRm9yZWdyb3VuZCI6eyIkaWQiOiIyNDIyIiwiQ29sb3IiOnsiJGlkIjoiMjQyMyIsIkEiOjI1NSwiUiI6NTYsIkciOjg3LCJCIjozNX19LCJNYXhXaWR0aCI6MjAwLjAsIk1heEhlaWdodCI6IkluZmluaXR5IiwiU21hcnRGb3JlZ3JvdW5kSXNBY3RpdmUiOmZhbHNlLCJIb3Jpem9udGFsQWxpZ25tZW50IjoyLCJWZXJ0aWNhbEFsaWdubWVudCI6MCwiU21hcnRGb3JlZ3JvdW5kIjpudWxsLCJCYWNrZ3JvdW5kRmlsbFR5cGUiOjAsIk1hcmdpbiI6eyIkaWQiOiIyNDI0IiwiVG9wIjowLjAsIkxlZnQiOjAuMCwiUmlnaHQiOjAuMCwiQm90dG9tIjowLjB9LCJQYWRkaW5nIjp7IiRpZCI6IjI0MjUiLCJUb3AiOjAuMCwiTGVmdCI6MC4wLCJSaWdodCI6MC4wLCJCb3R0b20iOjAuMH0sIkJhY2tncm91bmQiOnsiJGlkIjoiMjQyNiIsIkNvbG9yIjp7IiRpZCI6IjI0MjciLCJBIjo4OSwiUiI6MCwiRyI6MCwiQiI6MH19LCJJc1Zpc2libGUiOnRydWUsIldpZHRoIjowLjAsIkhlaWdodCI6MC4wLCJCb3JkZXJTdHlsZSI6eyIkaWQiOiIyNDI4IiwiTGluZUNvbG9yIjpudWxsLCJMaW5lV2VpZ2h0IjowLjAsIkxpbmVUeXBlIjowLCJQYXJlbnRTdHlsZSI6bnVsbH0sIlBhcmVudFN0eWxlIjpudWxsfSwiRHVyYXRpb25TdHlsZSI6eyIkaWQiOiIyNDI5IiwiRm9udFNldHRpbmdzIjp7IiRpZCI6IjI0MzAiLCJGb250U2l6ZSI6MTAsIkZvbnROYW1lIjoiQ2FsaWJyaSIsIklzQm9sZCI6dHJ1ZSwiSXNJdGFsaWMiOmZhbHNlLCJJc1VuZGVybGluZWQiOmZhbHNlLCJQYXJlbnRTdHlsZSI6bnVsbH0sIkF1dG9TaXplIjowLCJGb3JlZ3JvdW5kIjp7IiRpZCI6IjI0MzEiLCJDb2xvciI6eyIkaWQiOiIyNDMyIiwiQSI6MjU1LCJSIjo1NiwiRyI6ODcsIkIiOjM1fX0sIk1heFdpZHRoIjoyMDAuMCwiTWF4SGVpZ2h0IjoiSW5maW5pdHkiLCJTbWFydEZvcmVncm91bmRJc0FjdGl2ZSI6ZmFsc2UsIkhvcml6b250YWxBbGlnbm1lbnQiOjAsIlZlcnRpY2FsQWxpZ25tZW50IjowLCJTbWFydEZvcmVncm91bmQiOm51bGwsIkJhY2tncm91bmRGaWxsVHlwZSI6MCwiTWFyZ2luIjp7IiRpZCI6IjI0MzMiLCJUb3AiOjAuMCwiTGVmdCI6MC4wLCJSaWdodCI6MC4wLCJCb3R0b20iOjAuMH0sIlBhZGRpbmciOnsiJGlkIjoiMjQzNCIsIlRvcCI6MC4wLCJMZWZ0IjowLjAsIlJpZ2h0IjowLjAsIkJvdHRvbSI6MC4wfSwiQmFja2dyb3VuZCI6eyIkaWQiOiIyNDM1IiwiQ29sb3IiOnsiJGlkIjoiMjQzNiIsIkEiOjg5LCJSIjowLCJHIjowLCJCIjowfX0sIklzVmlzaWJsZSI6dHJ1ZSwiV2lkdGgiOjAuMCwiSGVpZ2h0IjowLjAsIkJvcmRlclN0eWxlIjp7IiRpZCI6IjI0MzciLCJMaW5lQ29sb3IiOm51bGwsIkxpbmVXZWlnaHQiOjAuMCwiTGluZVR5cGUiOjAsIlBhcmVudFN0eWxlIjpudWxsfSwiUGFyZW50U3R5bGUiOm51bGx9LCJIb3Jpem9udGFsQ29ubmVjdG9yU3R5bGUiOnsiJGlkIjoiMjQzOCIsIkxpbmVDb2xvciI6eyIkaWQiOiIyNDM5IiwiJHR5cGUiOiJOTFJFLkNvbW1vbi5Eb20uU29saWRDb2xvckJydXNoLCBOTFJFLkNvbW1vbiIsIkNvbG9yIjp7IiRpZCI6IjI0NDAiLCJBIjoyNTUsIlIiOjIwNCwiRyI6MjA0LCJCIjoyMDR9fSwiTGluZVdlaWdodCI6MS4wLCJMaW5lVHlwZSI6MCwiUGFyZW50U3R5bGUiOm51bGx9LCJWZXJ0aWNhbENvbm5lY3RvclN0eWxlIjp7IiRpZCI6IjI0NDEiLCJMaW5lQ29sb3IiOnsiJGlkIjoiMjQ0MiIsIiR0eXBlIjoiTkxSRS5Db21tb24uRG9tLlNvbGlkQ29sb3JCcnVzaCwgTkxSRS5Db21tb24iLCJDb2xvciI6eyIkaWQiOiIyNDQzIiwiQSI6MjU1LCJSIjoyMDQsIkciOjIwNCwiQiI6MjA0fX0sIkxpbmVXZWlnaHQiOjAuMCwiTGluZVR5cGUiOjAsIlBhcmVudFN0eWxlIjpudWxsfSwiTWFyZ2luIjpudWxsLCJTdGFydERhdGVQb3NpdGlvbiI6NiwiRW5kRGF0ZVBvc2l0aW9uIjo2LCJEYXRlSXNWaXNpYmxlIjpmYWxzZSwiVGl0bGVQb3NpdGlvbiI6MSwiRHVyYXRpb25Qb3NpdGlvbiI6MCwiUGVyY2VudGFnZUNvbXBsZXRlZFBvc2l0aW9uIjozLCJTcGFjaW5nIjozLCJJc0JlbG93VGltZWJhbmQiOnRydWUsIlBlcmNlbnRhZ2VDb21wbGV0ZVNoYXBlT3BhY2l0eSI6MzUsIkJhc2VsaW5lU3R5bGUiOnsiJGlkIjoiMjQ0NCIsIlNoYXBlU3R5bGUiOnsiJGlkIjoiMjQ0NSIsIk1hcmdpbiI6eyIkaWQiOiIyNDQ2IiwiVG9wIjowLjAsIkxlZnQiOjAuMCwiUmlnaHQiOjAuMCwiQm90dG9tIjowLjB9LCJQYWRkaW5nIjp7IiRpZCI6IjI0NDciLCJUb3AiOjAuMCwiTGVmdCI6MC4wLCJSaWdodCI6MC4wLCJCb3R0b20iOjAuMH0sIkJhY2tncm91bmQiOnsiJGlkIjoiMjQ0OCIsIkNvbG9yIjp7IiRpZCI6IjI0NDkiLCJBIjoxNTMsIlIiOjAsIkciOjAsIkIiOjB9fSwiSXNWaXNpYmxlIjp0cnVlLCJXaWR0aCI6MC4wLCJIZWlnaHQiOjAuMCwiQm9yZGVyU3R5bGUiOnsiJGlkIjoiMjQ1MCIsIkxpbmVDb2xvciI6eyIkaWQiOiIyNDUxIiwiJHR5cGUiOiJOTFJFLkNvbW1vbi5Eb20uU29saWRDb2xvckJydXNoLCBOTFJFLkNvbW1vbiIsIkNvbG9yIjp7IiRpZCI6IjI0NTIiLCJBIjoyNTUsIlIiOjI1NSwiRyI6MCwiQiI6MH19LCJMaW5lV2VpZ2h0IjowLjAsIkxpbmVUeXBlIjowLCJQYXJlbnRTdHlsZSI6bnVsbH0sIlBhcmVudFN0eWxlIjpudWxsfSwiTWFyZ2luIjp7IiRpZCI6IjI0NTMiLCJUb3AiOjAuMCwiTGVmdCI6MC4wLCJSaWdodCI6MC4wLCJCb3R0b20iOjAuMH0sIlBhZGRpbmciOnsiJGlkIjoiMjQ1NCIsIlRvcCI6MC4wLCJMZWZ0IjowLjAsIlJpZ2h0IjowLjAsIkJvdHRvbSI6MC4wfSwiQmFja2dyb3VuZCI6bnVsbCwiSXNWaXNpYmxlIjp0cnVlLCJXaWR0aCI6MC4wLCJIZWlnaHQiOjAuMCwiQm9yZGVyU3R5bGUiOm51bGwsIlBhcmVudFN0eWxlIjpudWxsfSwiU2hhcGVTdHlsZSI6eyIkaWQiOiIyNDU1IiwiTWFyZ2luIjp7IiRpZCI6IjI0NTYiLCJUb3AiOjAuMCwiTGVmdCI6NC4wLCJSaWdodCI6NC4wLCJCb3R0b20iOjAuMH0sIlBhZGRpbmciOnsiJGlkIjoiMjQ1NyIsIlRvcCI6MC4wLCJMZWZ0IjowLjAsIlJpZ2h0IjowLjAsIkJvdHRvbSI6MC4wfSwiQmFja2dyb3VuZCI6eyIkaWQiOiIyNDU4IiwiQ29sb3IiOnsiJGlkIjoiMjQ1OSIsIkEiOjI1NSwiUiI6MTEyLCJHIjoxNzMsIkIiOjcxfX0sIklzVmlzaWJsZSI6dHJ1ZSwiV2lkdGgiOjAuMCwiSGVpZ2h0IjoxNi4wLCJCb3JkZXJTdHlsZSI6eyIkaWQiOiIyNDYwIiwiTGluZUNvbG9yIjp7IiRpZCI6IjI0NjEiLCIkdHlwZSI6Ik5MUkUuQ29tbW9uLkRvbS5Tb2xpZENvbG9yQnJ1c2gsIE5MUkUuQ29tbW9uIiwiQ29sb3IiOnsiJGlkIjoiMjQ2MiIsIkEiOjI1NSwiUiI6MjM0LCJHIjoyMiwiQiI6MzB9fSwiTGluZVdlaWdodCI6MC4wLCJMaW5lVHlwZSI6MCwiUGFyZW50U3R5bGUiOm51bGx9LCJQYXJlbnRTdHlsZSI6bnVsbH0sIlRpdGxlU3R5bGUiOnsiJGlkIjoiMjQ2MyIsIkZvbnRTZXR0aW5ncyI6eyIkaWQiOiIyNDY0IiwiRm9udFNpemUiOjksIkZvbnROYW1lIjoiQ2FsaWJyaSIsIklzQm9sZCI6dHJ1ZSwiSXNJdGFsaWMiOmZhbHNlLCJJc1VuZGVybGluZWQiOmZhbHNlLCJQYXJlbnRTdHlsZSI6bnVsbH0sIkF1dG9TaXplIjowLCJGb3JlZ3JvdW5kIjp7IiRpZCI6IjI0NjUiLCJDb2xvciI6eyIkaWQiOiIyNDY2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I0NjciLCJUb3AiOjAuMCwiTGVmdCI6MC4wLCJSaWdodCI6MC4wLCJCb3R0b20iOjAuMH0sIlBhZGRpbmciOnsiJGlkIjoiMjQ2OCIsIlRvcCI6MC4wLCJMZWZ0IjowLjAsIlJpZ2h0IjowLjAsIkJvdHRvbSI6MC4wfSwiQmFja2dyb3VuZCI6eyIkaWQiOiIyNDY5IiwiQ29sb3IiOnsiJGlkIjoiMjQ3MCIsIkEiOjg5LCJSIjowLCJHIjowLCJCIjowfX0sIklzVmlzaWJsZSI6dHJ1ZSwiV2lkdGgiOjAuMCwiSGVpZ2h0IjowLjAsIkJvcmRlclN0eWxlIjp7IiRpZCI6IjI0NzEiLCJMaW5lQ29sb3IiOm51bGwsIkxpbmVXZWlnaHQiOjAuMCwiTGluZVR5cGUiOjAsIlBhcmVudFN0eWxlIjpudWxsfSwiUGFyZW50U3R5bGUiOm51bGx9LCJEYXRlU3R5bGUiOnsiJGlkIjoiMjQ3MiIsIkZvbnRTZXR0aW5ncyI6eyIkaWQiOiIyNDczIiwiRm9udFNpemUiOjEwLCJGb250TmFtZSI6IkNhbGlicmkiLCJJc0JvbGQiOmZhbHNlLCJJc0l0YWxpYyI6ZmFsc2UsIklzVW5kZXJsaW5lZCI6ZmFsc2UsIlBhcmVudFN0eWxlIjpudWxsfSwiQXV0b1NpemUiOjAsIkZvcmVncm91bmQiOnsiJGlkIjoiMjQ3NCIsIkNvbG9yIjp7IiRpZCI6IjI0Nz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0NzYiLCJUb3AiOjAuMCwiTGVmdCI6MC4wLCJSaWdodCI6MC4wLCJCb3R0b20iOjAuMH0sIlBhZGRpbmciOnsiJGlkIjoiMjQ3NyIsIlRvcCI6MC4wLCJMZWZ0IjowLjAsIlJpZ2h0IjowLjAsIkJvdHRvbSI6MC4wfSwiQmFja2dyb3VuZCI6eyIkaWQiOiIyNDc4IiwiQ29sb3IiOnsiJGlkIjoiMjQ3OSIsIkEiOjg5LCJSIjowLCJHIjowLCJCIjowfX0sIklzVmlzaWJsZSI6dHJ1ZSwiV2lkdGgiOjAuMCwiSGVpZ2h0IjowLjAsIkJvcmRlclN0eWxlIjp7IiRpZCI6IjI0ODAiLCJMaW5lQ29sb3IiOm51bGwsIkxpbmVXZWlnaHQiOjAuMCwiTGluZVR5cGUiOjAsIlBhcmVudFN0eWxlIjpudWxsfSwiUGFyZW50U3R5bGUiOm51bGx9LCJEYXRlRm9ybWF0Ijp7IiRpZCI6IjI0O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Q4MiIsIkZvcm1hdCI6MCwiSXNWaXNpYmxlIjpmYWxzZSwiTGFzdEtub3duVmlzaWJpbGl0eVN0YXRlIjpmYWxzZX0sIklzVmlzaWJsZSI6dHJ1ZSwiUGFyZW50U3R5bGUiOm51bGx9LCJEZWZhdWx0U3dpbWxhbmVNb3RTdHlsZSI6eyIkaWQiOiIyNDgzIiwiU2hhcGUiOjAsIkNvbm5lY3Rvck1hcmdpbiI6eyIkaWQiOiIyNDg0IiwiVG9wIjowLjAsIkxlZnQiOjIuMCwiUmlnaHQiOjIuMCwiQm90dG9tIjowLjB9LCJDb25uZWN0b3JTdHlsZSI6eyIkaWQiOiIyNDg1IiwiTGluZUNvbG9yIjp7IiRpZCI6IjI0ODYiLCIkdHlwZSI6Ik5MUkUuQ29tbW9uLkRvbS5Tb2xpZENvbG9yQnJ1c2gsIE5MUkUuQ29tbW9uIiwiQ29sb3IiOnsiJGlkIjoiMjQ4NyIsIkEiOjEyNywiUiI6NzksIkciOjEyOSwiQiI6MTg5fX0sIkxpbmVXZWlnaHQiOjEuMCwiTGluZVR5cGUiOjAsIlBhcmVudFN0eWxlIjpudWxsfSwiSXNCZWxvd1RpbWViYW5kIjpmYWxzZSwiUG9zaXRpb25PblRhc2siOjEsIkhpZGVEYXRlIjpmYWxzZSwiU2hhcGVTaXplIjoxLCJTcGFjaW5nIjowLjAsIlBhZGRpbmciOnsiJGlkIjoiMjQ4OCIsIlRvcCI6NS4wLCJMZWZ0IjozLjAsIlJpZ2h0IjowLjAsIkJvdHRvbSI6Mi4wfSwiU2hhcGVTdHlsZSI6eyIkaWQiOiIyNDg5IiwiTWFyZ2luIjp7IiRpZCI6IjI0OTAiLCJUb3AiOjAuMCwiTGVmdCI6MC4wLCJSaWdodCI6MC4wLCJCb3R0b20iOjAuMH0sIlBhZGRpbmciOnsiJGlkIjoiMjQ5MSIsIlRvcCI6MC4wLCJMZWZ0IjowLjAsIlJpZ2h0IjowLjAsIkJvdHRvbSI6MC4wfSwiQmFja2dyb3VuZCI6eyIkaWQiOiIyNDkyIiwiQ29sb3IiOnsiJGlkIjoiMjQ5MyIsIkEiOjI1NSwiUiI6MTEyLCJHIjoxNzMsIkIiOjcxfX0sIklzVmlzaWJsZSI6dHJ1ZSwiV2lkdGgiOjE4LjAsIkhlaWdodCI6MjAuMCwiQm9yZGVyU3R5bGUiOnsiJGlkIjoiMjQ5NCIsIkxpbmVDb2xvciI6eyIkaWQiOiIyNDk1IiwiJHR5cGUiOiJOTFJFLkNvbW1vbi5Eb20uU29saWRDb2xvckJydXNoLCBOTFJFLkNvbW1vbiIsIkNvbG9yIjp7IiRpZCI6IjI0OTYiLCJBIjoyNTUsIlIiOjIzNCwiRyI6MjIsIkIiOjMwfX0sIkxpbmVXZWlnaHQiOjAuMCwiTGluZVR5cGUiOjAsIlBhcmVudFN0eWxlIjpudWxsfSwiUGFyZW50U3R5bGUiOm51bGx9LCJUaXRsZVN0eWxlIjp7IiRpZCI6IjI0OTciLCJGb250U2V0dGluZ3MiOnsiJGlkIjoiMjQ5OCIsIkZvbnRTaXplIjo5LCJGb250TmFtZSI6IkNhbGlicmkiLCJJc0JvbGQiOnRydWUsIklzSXRhbGljIjpmYWxzZSwiSXNVbmRlcmxpbmVkIjpmYWxzZSwiUGFyZW50U3R5bGUiOm51bGx9LCJBdXRvU2l6ZSI6MCwiRm9yZWdyb3VuZCI6eyIkaWQiOiIyNDk5IiwiQ29sb3IiOnsiJGlkIjoiMjUwM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NTAxIiwiVG9wIjowLjAsIkxlZnQiOjAuMCwiUmlnaHQiOjAuMCwiQm90dG9tIjowLjB9LCJQYWRkaW5nIjp7IiRpZCI6IjI1MDIiLCJUb3AiOjAuMCwiTGVmdCI6MC4wLCJSaWdodCI6MC4wLCJCb3R0b20iOjAuMH0sIkJhY2tncm91bmQiOnsiJGlkIjoiMjUwMyIsIkNvbG9yIjp7IiRpZCI6IjI1MDQiLCJBIjo4OSwiUiI6MCwiRyI6MCwiQiI6MH19LCJJc1Zpc2libGUiOnRydWUsIldpZHRoIjowLjAsIkhlaWdodCI6MC4wLCJCb3JkZXJTdHlsZSI6eyIkaWQiOiIyNTA1IiwiTGluZUNvbG9yIjpudWxsLCJMaW5lV2VpZ2h0IjowLjAsIkxpbmVUeXBlIjowLCJQYXJlbnRTdHlsZSI6bnVsbH0sIlBhcmVudFN0eWxlIjpudWxsfSwiRGF0ZVN0eWxlIjp7IiRpZCI6IjI1MDYiLCJGb250U2V0dGluZ3MiOnsiJGlkIjoiMjUwNyIsIkZvbnRTaXplIjo5LCJGb250TmFtZSI6IkNhbGlicmkiLCJJc0JvbGQiOmZhbHNlLCJJc0l0YWxpYyI6ZmFsc2UsIklzVW5kZXJsaW5lZCI6ZmFsc2UsIlBhcmVudFN0eWxlIjpudWxsfSwiQXV0b1NpemUiOjAsIkZvcmVncm91bmQiOnsiJGlkIjoiMjUwOCIsIkNvbG9yIjp7IiRpZCI6IjI1MD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1MTAiLCJUb3AiOjAuMCwiTGVmdCI6MC4wLCJSaWdodCI6MC4wLCJCb3R0b20iOjAuMH0sIlBhZGRpbmciOnsiJGlkIjoiMjUxMSIsIlRvcCI6MC4wLCJMZWZ0IjowLjAsIlJpZ2h0IjowLjAsIkJvdHRvbSI6MC4wfSwiQmFja2dyb3VuZCI6eyIkaWQiOiIyNTEyIiwiQ29sb3IiOnsiJGlkIjoiMjUxMyIsIkEiOjg5LCJSIjowLCJHIjowLCJCIjowfX0sIklzVmlzaWJsZSI6ZmFsc2UsIldpZHRoIjowLjAsIkhlaWdodCI6MC4wLCJCb3JkZXJTdHlsZSI6eyIkaWQiOiIyNTE0IiwiTGluZUNvbG9yIjpudWxsLCJMaW5lV2VpZ2h0IjowLjAsIkxpbmVUeXBlIjowLCJQYXJlbnRTdHlsZSI6bnVsbH0sIlBhcmVudFN0eWxlIjpudWxsfSwiRGF0ZUZvcm1hdCI6eyIkaWQiOiIyNTE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1MTYiLCJGb3JtYXQiOjAsIklzVmlzaWJsZSI6ZmFsc2UsIkxhc3RLbm93blZpc2liaWxpdHlTdGF0ZSI6ZmFsc2V9LCJJc1Zpc2libGUiOnRydWUsIlBhcmVudFN0eWxlIjpudWxsfSwiRGVmYXVsdFN3aW1sYW5lTWlsZXN0b25lU3R5bGUiOnsiJGlkIjoiMjUxNyIsIlRpdGxlUG9zaXRpb24iOiJSaWdodCIsIkRhdGVQb3NpdGlvbiI6IkxlZnQiLCJTaGFwZVR5cGUiOjAsIlNoYXBlU2l6ZSI6MSwiU3BhY2luZyI6NSwiU2hhcGVTdHlsZSI6eyIkaWQiOiIyNTE4IiwiTWFyZ2luIjp7IiRpZCI6IjI1MTkiLCJUb3AiOjAuMCwiTGVmdCI6MC4wLCJSaWdodCI6MC4wLCJCb3R0b20iOjAuMH0sIlBhZGRpbmciOnsiJGlkIjoiMjUyMCIsIlRvcCI6MC4wLCJMZWZ0IjowLjAsIlJpZ2h0IjowLjAsIkJvdHRvbSI6MC4wfSwiQmFja2dyb3VuZCI6eyIkaWQiOiIyNTIxIiwiQ29sb3IiOnsiJGlkIjoiMjUyMiIsIkEiOjI1NSwiUiI6MTEyLCJHIjoxNzMsIkIiOjcxfX0sIklzVmlzaWJsZSI6dHJ1ZSwiV2lkdGgiOjE4LjAsIkhlaWdodCI6MjAuMCwiQm9yZGVyU3R5bGUiOnsiJGlkIjoiMjUyMyIsIkxpbmVDb2xvciI6eyIkaWQiOiIyNTI0IiwiJHR5cGUiOiJOTFJFLkNvbW1vbi5Eb20uU29saWRDb2xvckJydXNoLCBOTFJFLkNvbW1vbiIsIkNvbG9yIjp7IiRpZCI6IjI1MjUiLCJBIjoyNTUsIlIiOjIzNCwiRyI6MjIsIkIiOjMwfX0sIkxpbmVXZWlnaHQiOjAuMCwiTGluZVR5cGUiOjAsIlBhcmVudFN0eWxlIjpudWxsfSwiUGFyZW50U3R5bGUiOm51bGx9LCJUaXRsZVN0eWxlIjp7IiRpZCI6IjI1MjYiLCJGb250U2V0dGluZ3MiOnsiJGlkIjoiMjUyNyIsIkZvbnRTaXplIjo5LCJGb250TmFtZSI6IkNhbGlicmkiLCJJc0JvbGQiOnRydWUsIklzSXRhbGljIjpmYWxzZSwiSXNVbmRlcmxpbmVkIjpmYWxzZSwiUGFyZW50U3R5bGUiOm51bGx9LCJBdXRvU2l6ZSI6MCwiRm9yZWdyb3VuZCI6eyIkaWQiOiIyNTI4IiwiQ29sb3IiOnsiJGlkIjoiMjUyOS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NTMwIiwiVG9wIjowLjAsIkxlZnQiOjAuMCwiUmlnaHQiOjAuMCwiQm90dG9tIjowLjB9LCJQYWRkaW5nIjp7IiRpZCI6IjI1MzEiLCJUb3AiOjAuMCwiTGVmdCI6MC4wLCJSaWdodCI6MC4wLCJCb3R0b20iOjAuMH0sIkJhY2tncm91bmQiOnsiJGlkIjoiMjUzMiIsIkNvbG9yIjp7IiRpZCI6IjI1MzMiLCJBIjo4OSwiUiI6MCwiRyI6MCwiQiI6MH19LCJJc1Zpc2libGUiOnRydWUsIldpZHRoIjowLjAsIkhlaWdodCI6MC4wLCJCb3JkZXJTdHlsZSI6eyIkaWQiOiIyNTM0IiwiTGluZUNvbG9yIjpudWxsLCJMaW5lV2VpZ2h0IjowLjAsIkxpbmVUeXBlIjowLCJQYXJlbnRTdHlsZSI6bnVsbH0sIlBhcmVudFN0eWxlIjpudWxsfSwiRGF0ZVN0eWxlIjp7IiRpZCI6IjI1MzUiLCJGb250U2V0dGluZ3MiOnsiJGlkIjoiMjUzNiIsIkZvbnRTaXplIjo5LCJGb250TmFtZSI6IkNhbGlicmkiLCJJc0JvbGQiOmZhbHNlLCJJc0l0YWxpYyI6ZmFsc2UsIklzVW5kZXJsaW5lZCI6ZmFsc2UsIlBhcmVudFN0eWxlIjpudWxsfSwiQXV0b1NpemUiOjAsIkZvcmVncm91bmQiOnsiJGlkIjoiMjUzNyIsIkNvbG9yIjp7IiRpZCI6IjI1Mzg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1MzkiLCJUb3AiOjAuMCwiTGVmdCI6MC4wLCJSaWdodCI6MC4wLCJCb3R0b20iOjAuMH0sIlBhZGRpbmciOnsiJGlkIjoiMjU0MCIsIlRvcCI6MC4wLCJMZWZ0IjowLjAsIlJpZ2h0IjowLjAsIkJvdHRvbSI6MC4wfSwiQmFja2dyb3VuZCI6eyIkaWQiOiIyNTQxIiwiQ29sb3IiOnsiJGlkIjoiMjU0MiIsIkEiOjg5LCJSIjowLCJHIjowLCJCIjowfX0sIklzVmlzaWJsZSI6ZmFsc2UsIldpZHRoIjowLjAsIkhlaWdodCI6MC4wLCJCb3JkZXJTdHlsZSI6eyIkaWQiOiIyNTQzIiwiTGluZUNvbG9yIjpudWxsLCJMaW5lV2VpZ2h0IjowLjAsIkxpbmVUeXBlIjowLCJQYXJlbnRTdHlsZSI6bnVsbH0sIlBhcmVudFN0eWxlIjpudWxsfSwiRGF0ZUZvcm1hdCI6eyIkaWQiOiIyNTQ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1NDUiLCJGb3JtYXQiOjAsIklzVmlzaWJsZSI6ZmFsc2UsIkxhc3RLbm93blZpc2liaWxpdHlTdGF0ZSI6ZmFsc2V9LCJJc1Zpc2libGUiOnRydWUsIlBhcmVudFN0eWxlIjpudWxsfSwiRGVmYXVsdFN3aW1sYW5lQWN0aXZpdHlTdHlsZSI6eyIkaWQiOiIyNTQ2IiwiSGVhZGVyU3R5bGUiOnsiJGlkIjoiMjU0NyIsIlRleHRTdHlsZSI6eyIkaWQiOiIyNTQ4IiwiRm9udFNldHRpbmdzIjp7IiRpZCI6IjI1NDkiLCJGb250U2l6ZSI6MTIsIkZvbnROYW1lIjoiQ2FsaWJyaSIsIklzQm9sZCI6ZmFsc2UsIklzSXRhbGljIjpmYWxzZSwiSXNVbmRlcmxpbmVkIjpmYWxzZSwiUGFyZW50U3R5bGUiOm51bGx9LCJBdXRvU2l6ZSI6MCwiRm9yZWdyb3VuZCI6eyIkaWQiOiIyNTUwIiwiQ29sb3IiOnsiJGlkIjoiMjU1MSIsIkEiOjI1NSwiUiI6MCwiRyI6MCwiQiI6MH19LCJNYXhXaWR0aCI6MC4wLCJNYXhIZWlnaHQiOjAuMCwiU21hcnRGb3JlZ3JvdW5kSXNBY3RpdmUiOmZhbHNlLCJIb3Jpem9udGFsQWxpZ25tZW50IjowLCJWZXJ0aWNhbEFsaWdubWVudCI6MCwiU21hcnRGb3JlZ3JvdW5kIjpudWxsLCJCYWNrZ3JvdW5kRmlsbFR5cGUiOjAsIk1hcmdpbiI6eyIkaWQiOiIyNTUyIiwiVG9wIjowLjAsIkxlZnQiOjAuMCwiUmlnaHQiOjAuMCwiQm90dG9tIjowLjB9LCJQYWRkaW5nIjp7IiRpZCI6IjI1NTMiLCJUb3AiOjAuMCwiTGVmdCI6MC4wLCJSaWdodCI6MC4wLCJCb3R0b20iOjAuMH0sIkJhY2tncm91bmQiOm51bGwsIklzVmlzaWJsZSI6ZmFsc2UsIldpZHRoIjowLjAsIkhlaWdodCI6MC4wLCJCb3JkZXJTdHlsZSI6bnVsbCwiUGFyZW50U3R5bGUiOm51bGx9LCJSZWN0YW5nbGVTdHlsZSI6eyIkaWQiOiIyNTU0IiwiTWFyZ2luIjp7IiRpZCI6IjI1NTUiLCJUb3AiOjAuMCwiTGVmdCI6MC4wLCJSaWdodCI6MC4wLCJCb3R0b20iOjAuMH0sIlBhZGRpbmciOnsiJGlkIjoiMjU1NiIsIlRvcCI6MC4wLCJMZWZ0IjowLjAsIlJpZ2h0IjowLjAsIkJvdHRvbSI6MC4wfSwiQmFja2dyb3VuZCI6eyIkaWQiOiIyNTU3IiwiQ29sb3IiOnsiJGlkIjoiMjU1OCIsIkEiOjYzLCJSIjoxMTIsIkciOjE3MywiQiI6NzF9fSwiSXNWaXNpYmxlIjpmYWxzZSwiV2lkdGgiOjAuMCwiSGVpZ2h0IjowLjAsIkJvcmRlclN0eWxlIjp7IiRpZCI6IjI1NTkiLCJMaW5lQ29sb3IiOnsiJGlkIjoiMjU2MCIsIiR0eXBlIjoiTkxSRS5Db21tb24uRG9tLlNvbGlkQ29sb3JCcnVzaCwgTkxSRS5Db21tb24iLCJDb2xvciI6eyIkaWQiOiIyNTYxIiwiQSI6MjU1LCJSIjoyNTUsIkciOjAsIkIiOjB9fSwiTGluZVdlaWdodCI6MC4wLCJMaW5lVHlwZSI6MCwiUGFyZW50U3R5bGUiOm51bGx9LCJQYXJlbnRTdHlsZSI6bnVsbH0sIk1hcmdpbiI6eyIkaWQiOiIyNTYyIiwiVG9wIjowLjAsIkxlZnQiOjAuMCwiUmlnaHQiOjAuMCwiQm90dG9tIjowLjB9LCJQYWRkaW5nIjp7IiRpZCI6IjI1NjMiLCJUb3AiOjAuMCwiTGVmdCI6MC4wLCJSaWdodCI6MC4wLCJCb3R0b20iOjAuMH0sIkJhY2tncm91bmQiOm51bGwsIklzVmlzaWJsZSI6dHJ1ZSwiV2lkdGgiOjAuMCwiSGVpZ2h0IjowLjAsIkJvcmRlclN0eWxlIjpudWxsLCJQYXJlbnRTdHlsZSI6bnVsbH0sIkJhY2tncm91bmRTdHlsZSI6eyIkaWQiOiIyNTY0IiwiTWFyZ2luIjp7IiRpZCI6IjI1NjUiLCJUb3AiOjAuMCwiTGVmdCI6MC4wLCJSaWdodCI6MC4wLCJCb3R0b20iOjAuMH0sIlBhZGRpbmciOnsiJGlkIjoiMjU2NiIsIlRvcCI6MC4wLCJMZWZ0IjowLjAsIlJpZ2h0IjowLjAsIkJvdHRvbSI6MC4wfSwiQmFja2dyb3VuZCI6eyIkaWQiOiIyNTY3IiwiQ29sb3IiOnsiJGlkIjoiMjU2OCIsIkEiOjM4LCJSIjoxMTIsIkciOjE3MywiQiI6NzF9fSwiSXNWaXNpYmxlIjp0cnVlLCJXaWR0aCI6MC4wLCJIZWlnaHQiOjAuMCwiQm9yZGVyU3R5bGUiOnsiJGlkIjoiMjU2OSIsIkxpbmVDb2xvciI6eyIkaWQiOiIyNTcwIiwiJHR5cGUiOiJOTFJFLkNvbW1vbi5Eb20uU29saWRDb2xvckJydXNoLCBOTFJFLkNvbW1vbiIsIkNvbG9yIjp7IiRpZCI6IjI1NzEiLCJBIjoyNTUsIlIiOjIzNCwiRyI6MjIsIkIiOjMwfX0sIkxpbmVXZWlnaHQiOjAuMCwiTGluZVR5cGUiOjAsIlBhcmVudFN0eWxlIjpudWxsfSwiUGFyZW50U3R5bGUiOm51bGx9LCJNYXJnaW4iOnsiJGlkIjoiMjU3MiIsIlRvcCI6MC4wLCJMZWZ0IjowLjAsIlJpZ2h0IjowLjAsIkJvdHRvbSI6MC4wfSwiUGFkZGluZyI6eyIkaWQiOiIyNTczIiwiVG9wIjowLjAsIkxlZnQiOjAuMCwiUmlnaHQiOjAuMCwiQm90dG9tIjowLjB9LCJJc1Zpc2libGUiOnRydWUsIldpZHRoIjowLjAsIkhlaWdodCI6MC4wLCJCb3JkZXJTdHlsZSI6bnVsbCwiUGFyZW50U3R5bGUiOm51bGx9LCJNYXJnaW4iOnsiJGlkIjoiMjU3NCIsIlRvcCI6MC4wLCJMZWZ0IjowLjAsIlJpZ2h0IjowLjAsIkJvdHRvbSI6MC4wfSwiUGFkZGluZyI6eyIkaWQiOiIyNTc1IiwiVG9wIjowLjAsIkxlZnQiOjAuMCwiUmlnaHQiOjAuMCwiQm90dG9tIjowLjB9LCJJc1Zpc2libGUiOnRydWUsIldpZHRoIjowLjAsIkhlaWdodCI6MC4wLCJCb3JkZXJTdHlsZSI6bnVsbCwiUGFyZW50U3R5bGUiOm51bGx9LHsiJGlkIjoiMjU3NiIsIlN0eWxlSWQiOiIwMDAwMDAwMC0wMDAwLTAwMDAtMDAwMC0wMDAwMDAwMDAwMDAiLCJIZWFkZXJTdHlsZSI6eyIkaWQiOiIyNTc3IiwiVGV4dElzVmVydGljYWwiOmZhbHNlLCJUZXh0U3R5bGUiOnsiJGlkIjoiMjU3OCIsIkZvbnRTZXR0aW5ncyI6eyIkaWQiOiIyNTc5IiwiRm9udFNpemUiOjEyLCJGb250TmFtZSI6IkNhbGlicmkiLCJJc0JvbGQiOnRydWUsIklzSXRhbGljIjpmYWxzZSwiSXNVbmRlcmxpbmVkIjpmYWxzZSwiUGFyZW50U3R5bGUiOm51bGx9LCJBdXRvU2l6ZSI6MCwiRm9yZWdyb3VuZCI6eyIkaWQiOiIyNTgwIiwiQ29sb3IiOnsiJGlkIjoiMjU4MSIsIkEiOjI1NSwiUiI6MjU1LCJHIjoyNTUsIkIiOjI1NX19LCJNYXhXaWR0aCI6MC4wLCJNYXhIZWlnaHQiOjAuMCwiU21hcnRGb3JlZ3JvdW5kSXNBY3RpdmUiOmZhbHNlLCJIb3Jpem9udGFsQWxpZ25tZW50IjowLCJWZXJ0aWNhbEFsaWdubWVudCI6MCwiU21hcnRGb3JlZ3JvdW5kIjpudWxsLCJCYWNrZ3JvdW5kRmlsbFR5cGUiOjAsIk1hcmdpbiI6eyIkaWQiOiIyNTgyIiwiVG9wIjowLjAsIkxlZnQiOjAuMCwiUmlnaHQiOjAuMCwiQm90dG9tIjowLjB9LCJQYWRkaW5nIjp7IiRpZCI6IjI1ODMiLCJUb3AiOjAuMCwiTGVmdCI6MC4wLCJSaWdodCI6MC4wLCJCb3R0b20iOjAuMH0sIkJhY2tncm91bmQiOm51bGwsIklzVmlzaWJsZSI6ZmFsc2UsIldpZHRoIjowLjAsIkhlaWdodCI6MC4wLCJCb3JkZXJTdHlsZSI6bnVsbCwiUGFyZW50U3R5bGUiOm51bGx9LCJSZWN0YW5nbGVTdHlsZSI6eyIkaWQiOiIyNTg0IiwiTWFyZ2luIjp7IiRpZCI6IjI1ODUiLCJUb3AiOjAuMCwiTGVmdCI6MC4wLCJSaWdodCI6MC4wLCJCb3R0b20iOjAuMH0sIlBhZGRpbmciOnsiJGlkIjoiMjU4NiIsIlRvcCI6MC4wLCJMZWZ0IjowLjAsIlJpZ2h0IjowLjAsIkJvdHRvbSI6MC4wfSwiQmFja2dyb3VuZCI6eyIkaWQiOiIyNTg3IiwiQ29sb3IiOnsiJGlkIjoiMjU4OCIsIkEiOjI1NSwiUiI6NjgsIkciOjExNCwiQiI6MTk2fX0sIklzVmlzaWJsZSI6ZmFsc2UsIldpZHRoIjowLjAsIkhlaWdodCI6MC4wLCJCb3JkZXJTdHlsZSI6eyIkaWQiOiIyNTg5IiwiTGluZUNvbG9yIjp7IiRpZCI6IjI1OTAiLCIkdHlwZSI6Ik5MUkUuQ29tbW9uLkRvbS5Tb2xpZENvbG9yQnJ1c2gsIE5MUkUuQ29tbW9uIiwiQ29sb3IiOnsiJGlkIjoiMjU5MSIsIkEiOjI1NSwiUiI6ODgsIkciOjM5LCJCIjo3fX0sIkxpbmVXZWlnaHQiOjAuMCwiTGluZVR5cGUiOjAsIlBhcmVudFN0eWxlIjpudWxsfSwiUGFyZW50U3R5bGUiOm51bGx9LCJNYXJnaW4iOnsiJGlkIjoiMjU5MiIsIlRvcCI6MC4wLCJMZWZ0IjowLjAsIlJpZ2h0IjowLjAsIkJvdHRvbSI6MC4wfSwiUGFkZGluZyI6eyIkaWQiOiIyNTkzIiwiVG9wIjowLjAsIkxlZnQiOjAuMCwiUmlnaHQiOjAuMCwiQm90dG9tIjowLjB9LCJCYWNrZ3JvdW5kIjpudWxsLCJJc1Zpc2libGUiOnRydWUsIldpZHRoIjowLjAsIkhlaWdodCI6MC4wLCJCb3JkZXJTdHlsZSI6bnVsbCwiUGFyZW50U3R5bGUiOm51bGx9LCJCYWNrZ3JvdW5kU3R5bGUiOnsiJGlkIjoiMjU5NCIsIk1hcmdpbiI6eyIkaWQiOiIyNTk1IiwiVG9wIjowLjAsIkxlZnQiOjAuMCwiUmlnaHQiOjAuMCwiQm90dG9tIjowLjB9LCJQYWRkaW5nIjp7IiRpZCI6IjI1OTYiLCJUb3AiOjAuMCwiTGVmdCI6MC4wLCJSaWdodCI6MC4wLCJCb3R0b20iOjAuMH0sIkJhY2tncm91bmQiOnsiJGlkIjoiMjU5NyIsIkNvbG9yIjp7IiRpZCI6IjI1OTgiLCJBIjozOCwiUiI6NjgsIkciOjExNCwiQiI6MTk2fX0sIklzVmlzaWJsZSI6dHJ1ZSwiV2lkdGgiOjAuMCwiSGVpZ2h0IjowLjAsIkJvcmRlclN0eWxlIjp7IiRpZCI6IjI1OTkiLCJMaW5lQ29sb3IiOnsiJGlkIjoiMjYwMCIsIiR0eXBlIjoiTkxSRS5Db21tb24uRG9tLlNvbGlkQ29sb3JCcnVzaCwgTkxSRS5Db21tb24iLCJDb2xvciI6eyIkaWQiOiIyNjAxIiwiQSI6MjU1LCJSIjoyMzQsIkciOjIyLCJCIjozMH19LCJMaW5lV2VpZ2h0IjowLjAsIkxpbmVUeXBlIjowLCJQYXJlbnRTdHlsZSI6bnVsbH0sIlBhcmVudFN0eWxlIjpudWxsfSwiSXNBYm92ZVRpbWViYW5kIjpmYWxzZSwiU3BhY2luZyI6MiwiRGVmYXVsdFN3aW1sYW5lVGFza1N0eWxlIjp7IiRpZCI6IjI2MDIiLCJTaGFwZSI6NywiU2hhcGVUaGlja25lc3MiOjAsIkR1cmF0aW9uRm9ybWF0Ijo1LCJJbmNsdWRlTm9uV29ya2luZ0RheXNJbkR1cmF0aW9uIjpmYWxzZSwiUGVyY2VudGFnZUNvbXBsZXRlU3R5bGUiOnsiJGlkIjoiMjYwMyIsIkZvbnRTZXR0aW5ncyI6eyIkaWQiOiIyNjA0IiwiRm9udFNpemUiOjEwLCJGb250TmFtZSI6IkNhbGlicmkiLCJJc0JvbGQiOmZhbHNlLCJJc0l0YWxpYyI6ZmFsc2UsIklzVW5kZXJsaW5lZCI6ZmFsc2UsIlBhcmVudFN0eWxlIjpudWxsfSwiQXV0b1NpemUiOjAsIkZvcmVncm91bmQiOnsiJGlkIjoiMjYwNSIsIkNvbG9yIjp7IiRpZCI6IjI2MDYiLCJBIjoyNTUsIlIiOjIzOCwiRyI6MjM2LCJCIjoyMjV9fSwiTWF4V2lkdGgiOjIwMC4wLCJNYXhIZWlnaHQiOiJJbmZpbml0eSIsIlNtYXJ0Rm9yZWdyb3VuZElzQWN0aXZlIjpmYWxzZSwiSG9yaXpvbnRhbEFsaWdubWVudCI6MSwiVmVydGljYWxBbGlnbm1lbnQiOjAsIlNtYXJ0Rm9yZWdyb3VuZCI6bnVsbCwiQmFja2dyb3VuZEZpbGxUeXBlIjowLCJNYXJnaW4iOnsiJGlkIjoiMjYwNyIsIlRvcCI6MC4wLCJMZWZ0IjowLjAsIlJpZ2h0IjowLjAsIkJvdHRvbSI6MC4wfSwiUGFkZGluZyI6eyIkaWQiOiIyNjA4IiwiVG9wIjowLjAsIkxlZnQiOjAuMCwiUmlnaHQiOjAuMCwiQm90dG9tIjowLjB9LCJCYWNrZ3JvdW5kIjp7IiRpZCI6IjI2MDkiLCJDb2xvciI6eyIkaWQiOiIyNjEwIiwiQSI6ODksIlIiOjAsIkciOjAsIkIiOjB9fSwiSXNWaXNpYmxlIjp0cnVlLCJXaWR0aCI6MC4wLCJIZWlnaHQiOjAuMCwiQm9yZGVyU3R5bGUiOnsiJGlkIjoiMjYxMSIsIkxpbmVDb2xvciI6bnVsbCwiTGluZVdlaWdodCI6MC4wLCJMaW5lVHlwZSI6MCwiUGFyZW50U3R5bGUiOm51bGx9LCJQYXJlbnRTdHlsZSI6bnVsbH0sIkR1cmF0aW9uU3R5bGUiOnsiJGlkIjoiMjYxMiIsIkZvbnRTZXR0aW5ncyI6eyIkaWQiOiIyNjEzIiwiRm9udFNpemUiOjEwLCJGb250TmFtZSI6IkNhbGlicmkiLCJJc0JvbGQiOmZhbHNlLCJJc0l0YWxpYyI6ZmFsc2UsIklzVW5kZXJsaW5lZCI6ZmFsc2UsIlBhcmVudFN0eWxlIjpudWxsfSwiQXV0b1NpemUiOjAsIkZvcmVncm91bmQiOnsiJGlkIjoiMjYxNCIsIkNvbG9yIjp7IiRpZCI6IjI2MT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NjE2IiwiVG9wIjowLjAsIkxlZnQiOjAuMCwiUmlnaHQiOjAuMCwiQm90dG9tIjowLjB9LCJQYWRkaW5nIjp7IiRpZCI6IjI2MTciLCJUb3AiOjAuMCwiTGVmdCI6MC4wLCJSaWdodCI6MC4wLCJCb3R0b20iOjAuMH0sIkJhY2tncm91bmQiOnsiJGlkIjoiMjYxOCIsIkNvbG9yIjp7IiRpZCI6IjI2MTkiLCJBIjo4OSwiUiI6MCwiRyI6MCwiQiI6MH19LCJJc1Zpc2libGUiOnRydWUsIldpZHRoIjowLjAsIkhlaWdodCI6MC4wLCJCb3JkZXJTdHlsZSI6eyIkaWQiOiIyNjIwIiwiTGluZUNvbG9yIjpudWxsLCJMaW5lV2VpZ2h0IjowLjAsIkxpbmVUeXBlIjowLCJQYXJlbnRTdHlsZSI6bnVsbH0sIlBhcmVudFN0eWxlIjpudWxsfSwiSG9yaXpvbnRhbENvbm5lY3RvclN0eWxlIjp7IiRpZCI6IjI2MjEiLCJMaW5lQ29sb3IiOnsiJGlkIjoiMjYyMiIsIiR0eXBlIjoiTkxSRS5Db21tb24uRG9tLlNvbGlkQ29sb3JCcnVzaCwgTkxSRS5Db21tb24iLCJDb2xvciI6eyIkaWQiOiIyNjIzIiwiQSI6MjU1LCJSIjoyMDQsIkciOjIwNCwiQiI6MjA0fX0sIkxpbmVXZWlnaHQiOjEuMCwiTGluZVR5cGUiOjAsIlBhcmVudFN0eWxlIjpudWxsfSwiVmVydGljYWxDb25uZWN0b3JTdHlsZSI6eyIkaWQiOiIyNjI0IiwiTGluZUNvbG9yIjp7IiRpZCI6IjI2MjUiLCIkdHlwZSI6Ik5MUkUuQ29tbW9uLkRvbS5Tb2xpZENvbG9yQnJ1c2gsIE5MUkUuQ29tbW9uIiwiQ29sb3IiOnsiJGlkIjoiMjYyNiIsIkEiOjI1NSwiUiI6MjA0LCJHIjoyMDQsIkIiOjIwNH19LCJMaW5lV2VpZ2h0IjowLjAsIkxpbmVUeXBlIjowLCJQYXJlbnRTdHlsZSI6bnVsbH0sIk1hcmdpbiI6bnVsbCwiU3RhcnREYXRlUG9zaXRpb24iOjQsIkVuZERhdGVQb3NpdGlvbiI6NCwiRGF0ZUlzVmlzaWJsZSI6dHJ1ZSwiVGl0bGVQb3NpdGlvbiI6MywiRHVyYXRpb25Qb3NpdGlvbiI6NiwiUGVyY2VudGFnZUNvbXBsZXRlZFBvc2l0aW9uIjo2LCJTcGFjaW5nIjozLCJJc0JlbG93VGltZWJhbmQiOnRydWUsIlBlcmNlbnRhZ2VDb21wbGV0ZVNoYXBlT3BhY2l0eSI6MzUsIkJhc2VsaW5lU3R5bGUiOnsiJGlkIjoiMjYyNyIsIlNoYXBlU3R5bGUiOnsiJGlkIjoiMjYyOCIsIk1hcmdpbiI6eyIkaWQiOiIyNjI5IiwiVG9wIjowLjAsIkxlZnQiOjAuMCwiUmlnaHQiOjAuMCwiQm90dG9tIjowLjB9LCJQYWRkaW5nIjp7IiRpZCI6IjI2MzAiLCJUb3AiOjAuMCwiTGVmdCI6MC4wLCJSaWdodCI6MC4wLCJCb3R0b20iOjAuMH0sIkJhY2tncm91bmQiOnsiJGlkIjoiMjYzMSIsIkNvbG9yIjp7IiRpZCI6IjI2MzIiLCJBIjoxNTMsIlIiOjAsIkciOjAsIkIiOjB9fSwiSXNWaXNpYmxlIjp0cnVlLCJXaWR0aCI6MC4wLCJIZWlnaHQiOjAuMCwiQm9yZGVyU3R5bGUiOnsiJGlkIjoiMjYzMyIsIkxpbmVDb2xvciI6eyIkaWQiOiIyNjM0IiwiJHR5cGUiOiJOTFJFLkNvbW1vbi5Eb20uU29saWRDb2xvckJydXNoLCBOTFJFLkNvbW1vbiIsIkNvbG9yIjp7IiRpZCI6IjI2MzUiLCJBIjoyNTUsIlIiOjI1NSwiRyI6MCwiQiI6MH19LCJMaW5lV2VpZ2h0IjowLjAsIkxpbmVUeXBlIjowLCJQYXJlbnRTdHlsZSI6bnVsbH0sIlBhcmVudFN0eWxlIjpudWxsfSwiTWFyZ2luIjp7IiRpZCI6IjI2MzYiLCJUb3AiOjAuMCwiTGVmdCI6MC4wLCJSaWdodCI6MC4wLCJCb3R0b20iOjAuMH0sIlBhZGRpbmciOnsiJGlkIjoiMjYzNyIsIlRvcCI6MC4wLCJMZWZ0IjowLjAsIlJpZ2h0IjowLjAsIkJvdHRvbSI6MC4wfSwiQmFja2dyb3VuZCI6bnVsbCwiSXNWaXNpYmxlIjp0cnVlLCJXaWR0aCI6MC4wLCJIZWlnaHQiOjAuMCwiQm9yZGVyU3R5bGUiOm51bGwsIlBhcmVudFN0eWxlIjpudWxsfSwiU2hhcGVTdHlsZSI6eyIkaWQiOiIyNjM4IiwiTWFyZ2luIjp7IiRpZCI6IjI2MzkiLCJUb3AiOjAuMCwiTGVmdCI6NC4wLCJSaWdodCI6NC4wLCJCb3R0b20iOjAuMH0sIlBhZGRpbmciOnsiJGlkIjoiMjY0MCIsIlRvcCI6MC4wLCJMZWZ0IjowLjAsIlJpZ2h0IjowLjAsIkJvdHRvbSI6MC4wfSwiQmFja2dyb3VuZCI6eyIkaWQiOiIyNjQxIiwiQ29sb3IiOnsiJGlkIjoiMjY0MiIsIkEiOjI1NSwiUiI6NjgsIkciOjExNCwiQiI6MTk2fX0sIklzVmlzaWJsZSI6dHJ1ZSwiV2lkdGgiOjAuMCwiSGVpZ2h0IjoxMC4wLCJCb3JkZXJTdHlsZSI6eyIkaWQiOiIyNjQzIiwiTGluZUNvbG9yIjp7IiRpZCI6IjI2NDQiLCIkdHlwZSI6Ik5MUkUuQ29tbW9uLkRvbS5Tb2xpZENvbG9yQnJ1c2gsIE5MUkUuQ29tbW9uIiwiQ29sb3IiOnsiJGlkIjoiMjY0NSIsIkEiOjI1NSwiUiI6MjM0LCJHIjoyMiwiQiI6MzB9fSwiTGluZVdlaWdodCI6MC4wLCJMaW5lVHlwZSI6MCwiUGFyZW50U3R5bGUiOm51bGx9LCJQYXJlbnRTdHlsZSI6bnVsbH0sIlRpdGxlU3R5bGUiOnsiJGlkIjoiMjY0NiIsIkZvbnRTZXR0aW5ncyI6eyIkaWQiOiIyNjQ3IiwiRm9udFNpemUiOjksIkZvbnROYW1lIjoiQ2FsaWJyaSIsIklzQm9sZCI6dHJ1ZSwiSXNJdGFsaWMiOmZhbHNlLCJJc1VuZGVybGluZWQiOmZhbHNlLCJQYXJlbnRTdHlsZSI6bnVsbH0sIkF1dG9TaXplIjowLCJGb3JlZ3JvdW5kIjp7IiRpZCI6IjI2NDgiLCJDb2xvciI6eyIkaWQiOiIyNjQ5IiwiQSI6MjU1LCJSIjowLCJHIjowLCJCIjowfX0sIk1heFdpZHRoIjo5NjAuMCwiTWF4SGVpZ2h0IjoiSW5maW5pdHkiLCJTbWFydEZvcmVncm91bmRJc0FjdGl2ZSI6ZmFsc2UsIkhvcml6b250YWxBbGlnbm1lbnQiOjIsIlZlcnRpY2FsQWxpZ25tZW50IjowLCJTbWFydEZvcmVncm91bmQiOm51bGwsIkJhY2tncm91bmRGaWxsVHlwZSI6MCwiTWFyZ2luIjp7IiRpZCI6IjI2NTAiLCJUb3AiOjAuMCwiTGVmdCI6MC4wLCJSaWdodCI6MC4wLCJCb3R0b20iOjAuMH0sIlBhZGRpbmciOnsiJGlkIjoiMjY1MSIsIlRvcCI6MC4wLCJMZWZ0IjowLjAsIlJpZ2h0IjowLjAsIkJvdHRvbSI6MC4wfSwiQmFja2dyb3VuZCI6eyIkaWQiOiIyNjUyIiwiQ29sb3IiOnsiJGlkIjoiMjY1MyIsIkEiOjg5LCJSIjowLCJHIjowLCJCIjowfX0sIklzVmlzaWJsZSI6dHJ1ZSwiV2lkdGgiOjAuMCwiSGVpZ2h0IjowLjAsIkJvcmRlclN0eWxlIjp7IiRpZCI6IjI2NTQiLCJMaW5lQ29sb3IiOm51bGwsIkxpbmVXZWlnaHQiOjAuMCwiTGluZVR5cGUiOjAsIlBhcmVudFN0eWxlIjpudWxsfSwiUGFyZW50U3R5bGUiOm51bGx9LCJEYXRlU3R5bGUiOnsiJGlkIjoiMjY1NSIsIkZvbnRTZXR0aW5ncyI6eyIkaWQiOiIyNjU2IiwiRm9udFNpemUiOjEwLCJGb250TmFtZSI6IkNhbGlicmkiLCJJc0JvbGQiOmZhbHNlLCJJc0l0YWxpYyI6ZmFsc2UsIklzVW5kZXJsaW5lZCI6ZmFsc2UsIlBhcmVudFN0eWxlIjpudWxsfSwiQXV0b1NpemUiOjAsIkZvcmVncm91bmQiOnsiJGlkIjoiMjY1NyIsIkNvbG9yIjp7IiRpZCI6IjI2NTg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2NTkiLCJUb3AiOjAuMCwiTGVmdCI6MC4wLCJSaWdodCI6MC4wLCJCb3R0b20iOjAuMH0sIlBhZGRpbmciOnsiJGlkIjoiMjY2MCIsIlRvcCI6MC4wLCJMZWZ0IjowLjAsIlJpZ2h0IjowLjAsIkJvdHRvbSI6MC4wfSwiQmFja2dyb3VuZCI6eyIkaWQiOiIyNjYxIiwiQ29sb3IiOnsiJGlkIjoiMjY2MiIsIkEiOjg5LCJSIjowLCJHIjowLCJCIjowfX0sIklzVmlzaWJsZSI6dHJ1ZSwiV2lkdGgiOjAuMCwiSGVpZ2h0IjowLjAsIkJvcmRlclN0eWxlIjp7IiRpZCI6IjI2NjMiLCJMaW5lQ29sb3IiOm51bGwsIkxpbmVXZWlnaHQiOjAuMCwiTGluZVR5cGUiOjAsIlBhcmVudFN0eWxlIjpudWxsfSwiUGFyZW50U3R5bGUiOm51bGx9LCJEYXRlRm9ybWF0Ijp7IiRpZCI6IjI2Nj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Y2NSIsIkZvcm1hdCI6MCwiSXNWaXNpYmxlIjpmYWxzZSwiTGFzdEtub3duVmlzaWJpbGl0eVN0YXRlIjpmYWxzZX0sIklzVmlzaWJsZSI6dHJ1ZSwiUGFyZW50U3R5bGUiOm51bGx9LCJEZWZhdWx0U3dpbWxhbmVNb3RTdHlsZSI6eyIkaWQiOiIyNjY2IiwiU2hhcGUiOjAsIkNvbm5lY3Rvck1hcmdpbiI6eyIkaWQiOiIyNjY3IiwiVG9wIjowLjAsIkxlZnQiOjIuMCwiUmlnaHQiOjIuMCwiQm90dG9tIjowLjB9LCJDb25uZWN0b3JTdHlsZSI6eyIkaWQiOiIyNjY4IiwiTGluZUNvbG9yIjp7IiRpZCI6IjI2NjkiLCIkdHlwZSI6Ik5MUkUuQ29tbW9uLkRvbS5Tb2xpZENvbG9yQnJ1c2gsIE5MUkUuQ29tbW9uIiwiQ29sb3IiOnsiJGlkIjoiMjY3MCIsIkEiOjEyNywiUiI6NzksIkciOjEyOSwiQiI6MTg5fX0sIkxpbmVXZWlnaHQiOjEuMCwiTGluZVR5cGUiOjAsIlBhcmVudFN0eWxlIjpudWxsfSwiSXNCZWxvd1RpbWViYW5kIjpmYWxzZSwiUG9zaXRpb25PblRhc2siOjEsIkhpZGVEYXRlIjpmYWxzZSwiU2hhcGVTaXplIjoxLCJTcGFjaW5nIjowLjAsIlBhZGRpbmciOnsiJGlkIjoiMjY3MSIsIlRvcCI6NS4wLCJMZWZ0IjozLjAsIlJpZ2h0IjowLjAsIkJvdHRvbSI6Mi4wfSwiU2hhcGVTdHlsZSI6eyIkaWQiOiIyNjcyIiwiTWFyZ2luIjp7IiRpZCI6IjI2NzMiLCJUb3AiOjAuMCwiTGVmdCI6MC4wLCJSaWdodCI6MC4wLCJCb3R0b20iOjAuMH0sIlBhZGRpbmciOnsiJGlkIjoiMjY3NCIsIlRvcCI6MC4wLCJMZWZ0IjowLjAsIlJpZ2h0IjowLjAsIkJvdHRvbSI6MC4wfSwiQmFja2dyb3VuZCI6eyIkaWQiOiIyNjc1IiwiQ29sb3IiOnsiJGlkIjoiMjY3NiIsIkEiOjI1NSwiUiI6NjgsIkciOjExNCwiQiI6MTk2fX0sIklzVmlzaWJsZSI6dHJ1ZSwiV2lkdGgiOjE4LjAsIkhlaWdodCI6MjAuMCwiQm9yZGVyU3R5bGUiOnsiJGlkIjoiMjY3NyIsIkxpbmVDb2xvciI6eyIkaWQiOiIyNjc4IiwiJHR5cGUiOiJOTFJFLkNvbW1vbi5Eb20uU29saWRDb2xvckJydXNoLCBOTFJFLkNvbW1vbiIsIkNvbG9yIjp7IiRpZCI6IjI2NzkiLCJBIjoyNTUsIlIiOjIzNCwiRyI6MjIsIkIiOjMwfX0sIkxpbmVXZWlnaHQiOjAuMCwiTGluZVR5cGUiOjAsIlBhcmVudFN0eWxlIjpudWxsfSwiUGFyZW50U3R5bGUiOm51bGx9LCJUaXRsZVN0eWxlIjp7IiRpZCI6IjI2ODAiLCJGb250U2V0dGluZ3MiOnsiJGlkIjoiMjY4MSIsIkZvbnRTaXplIjo5LCJGb250TmFtZSI6IkNhbGlicmkiLCJJc0JvbGQiOnRydWUsIklzSXRhbGljIjpmYWxzZSwiSXNVbmRlcmxpbmVkIjpmYWxzZSwiUGFyZW50U3R5bGUiOm51bGx9LCJBdXRvU2l6ZSI6MCwiRm9yZWdyb3VuZCI6eyIkaWQiOiIyNjgyIiwiQ29sb3IiOnsiJGlkIjoiMjY4My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Njg0IiwiVG9wIjowLjAsIkxlZnQiOjAuMCwiUmlnaHQiOjAuMCwiQm90dG9tIjowLjB9LCJQYWRkaW5nIjp7IiRpZCI6IjI2ODUiLCJUb3AiOjAuMCwiTGVmdCI6MC4wLCJSaWdodCI6MC4wLCJCb3R0b20iOjAuMH0sIkJhY2tncm91bmQiOnsiJGlkIjoiMjY4NiIsIkNvbG9yIjp7IiRpZCI6IjI2ODciLCJBIjo4OSwiUiI6MCwiRyI6MCwiQiI6MH19LCJJc1Zpc2libGUiOnRydWUsIldpZHRoIjowLjAsIkhlaWdodCI6MC4wLCJCb3JkZXJTdHlsZSI6eyIkaWQiOiIyNjg4IiwiTGluZUNvbG9yIjpudWxsLCJMaW5lV2VpZ2h0IjowLjAsIkxpbmVUeXBlIjowLCJQYXJlbnRTdHlsZSI6bnVsbH0sIlBhcmVudFN0eWxlIjpudWxsfSwiRGF0ZVN0eWxlIjp7IiRpZCI6IjI2ODkiLCJGb250U2V0dGluZ3MiOnsiJGlkIjoiMjY5MCIsIkZvbnRTaXplIjo5LCJGb250TmFtZSI6IkNhbGlicmkiLCJJc0JvbGQiOmZhbHNlLCJJc0l0YWxpYyI6ZmFsc2UsIklzVW5kZXJsaW5lZCI6ZmFsc2UsIlBhcmVudFN0eWxlIjpudWxsfSwiQXV0b1NpemUiOjAsIkZvcmVncm91bmQiOnsiJGlkIjoiMjY5MSIsIkNvbG9yIjp7IiRpZCI6IjI2OT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2OTMiLCJUb3AiOjAuMCwiTGVmdCI6MC4wLCJSaWdodCI6MC4wLCJCb3R0b20iOjAuMH0sIlBhZGRpbmciOnsiJGlkIjoiMjY5NCIsIlRvcCI6MC4wLCJMZWZ0IjowLjAsIlJpZ2h0IjowLjAsIkJvdHRvbSI6MC4wfSwiQmFja2dyb3VuZCI6eyIkaWQiOiIyNjk1IiwiQ29sb3IiOnsiJGlkIjoiMjY5NiIsIkEiOjg5LCJSIjowLCJHIjowLCJCIjowfX0sIklzVmlzaWJsZSI6ZmFsc2UsIldpZHRoIjowLjAsIkhlaWdodCI6MC4wLCJCb3JkZXJTdHlsZSI6eyIkaWQiOiIyNjk3IiwiTGluZUNvbG9yIjpudWxsLCJMaW5lV2VpZ2h0IjowLjAsIkxpbmVUeXBlIjowLCJQYXJlbnRTdHlsZSI6bnVsbH0sIlBhcmVudFN0eWxlIjpudWxsfSwiRGF0ZUZvcm1hdCI6eyIkaWQiOiIyNjk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2OTkiLCJGb3JtYXQiOjAsIklzVmlzaWJsZSI6ZmFsc2UsIkxhc3RLbm93blZpc2liaWxpdHlTdGF0ZSI6ZmFsc2V9LCJJc1Zpc2libGUiOnRydWUsIlBhcmVudFN0eWxlIjpudWxsfSwiRGVmYXVsdFN3aW1sYW5lTWlsZXN0b25lU3R5bGUiOnsiJGlkIjoiMjcwMCIsIlRpdGxlUG9zaXRpb24iOiJMZWZ0IiwiRGF0ZVBvc2l0aW9uIjoiTGVmdCIsIlNoYXBlVHlwZSI6NiwiU2hhcGVTaXplIjoxLCJTcGFjaW5nIjo1LCJTaGFwZVN0eWxlIjp7IiRpZCI6IjI3MDEiLCJNYXJnaW4iOnsiJGlkIjoiMjcwMiIsIlRvcCI6MC4wLCJMZWZ0IjowLjAsIlJpZ2h0IjowLjAsIkJvdHRvbSI6MC4wfSwiUGFkZGluZyI6eyIkaWQiOiIyNzAzIiwiVG9wIjowLjAsIkxlZnQiOjAuMCwiUmlnaHQiOjAuMCwiQm90dG9tIjowLjB9LCJCYWNrZ3JvdW5kIjp7IiRpZCI6IjI3MDQiLCJDb2xvciI6eyIkaWQiOiIyNzA1IiwiQSI6MjU1LCJSIjo2OCwiRyI6MTE0LCJCIjoxOTZ9fSwiSXNWaXNpYmxlIjp0cnVlLCJXaWR0aCI6MTguMCwiSGVpZ2h0IjoyMC4wLCJCb3JkZXJTdHlsZSI6eyIkaWQiOiIyNzA2IiwiTGluZUNvbG9yIjp7IiRpZCI6IjI3MDciLCIkdHlwZSI6Ik5MUkUuQ29tbW9uLkRvbS5Tb2xpZENvbG9yQnJ1c2gsIE5MUkUuQ29tbW9uIiwiQ29sb3IiOnsiJGlkIjoiMjcwOCIsIkEiOjI1NSwiUiI6MjM0LCJHIjoyMiwiQiI6MzB9fSwiTGluZVdlaWdodCI6MC4wLCJMaW5lVHlwZSI6MCwiUGFyZW50U3R5bGUiOm51bGx9LCJQYXJlbnRTdHlsZSI6bnVsbH0sIlRpdGxlU3R5bGUiOnsiJGlkIjoiMjcwOSIsIkZvbnRTZXR0aW5ncyI6eyIkaWQiOiIyNzEwIiwiRm9udFNpemUiOjksIkZvbnROYW1lIjoiQ2FsaWJyaSIsIklzQm9sZCI6dHJ1ZSwiSXNJdGFsaWMiOmZhbHNlLCJJc1VuZGVybGluZWQiOmZhbHNlLCJQYXJlbnRTdHlsZSI6bnVsbH0sIkF1dG9TaXplIjowLCJGb3JlZ3JvdW5kIjp7IiRpZCI6IjI3MTEiLCJDb2xvciI6eyIkaWQiOiIyNzEy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I3MTMiLCJUb3AiOjAuMCwiTGVmdCI6MC4wLCJSaWdodCI6MC4wLCJCb3R0b20iOjAuMH0sIlBhZGRpbmciOnsiJGlkIjoiMjcxNCIsIlRvcCI6MC4wLCJMZWZ0IjowLjAsIlJpZ2h0IjowLjAsIkJvdHRvbSI6MC4wfSwiQmFja2dyb3VuZCI6eyIkaWQiOiIyNzE1IiwiQ29sb3IiOnsiJGlkIjoiMjcxNiIsIkEiOjg5LCJSIjowLCJHIjowLCJCIjowfX0sIklzVmlzaWJsZSI6dHJ1ZSwiV2lkdGgiOjAuMCwiSGVpZ2h0IjowLjAsIkJvcmRlclN0eWxlIjp7IiRpZCI6IjI3MTciLCJMaW5lQ29sb3IiOm51bGwsIkxpbmVXZWlnaHQiOjAuMCwiTGluZVR5cGUiOjAsIlBhcmVudFN0eWxlIjpudWxsfSwiUGFyZW50U3R5bGUiOm51bGx9LCJEYXRlU3R5bGUiOnsiJGlkIjoiMjcxOCIsIkZvbnRTZXR0aW5ncyI6eyIkaWQiOiIyNzE5IiwiRm9udFNpemUiOjksIkZvbnROYW1lIjoiQ2FsaWJyaSIsIklzQm9sZCI6ZmFsc2UsIklzSXRhbGljIjpmYWxzZSwiSXNVbmRlcmxpbmVkIjpmYWxzZSwiUGFyZW50U3R5bGUiOm51bGx9LCJBdXRvU2l6ZSI6MCwiRm9yZWdyb3VuZCI6eyIkaWQiOiIyNzIwIiwiQ29sb3IiOnsiJGlkIjoiMjcy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cyMiIsIlRvcCI6MC4wLCJMZWZ0IjowLjAsIlJpZ2h0IjowLjAsIkJvdHRvbSI6MC4wfSwiUGFkZGluZyI6eyIkaWQiOiIyNzIzIiwiVG9wIjowLjAsIkxlZnQiOjAuMCwiUmlnaHQiOjAuMCwiQm90dG9tIjowLjB9LCJCYWNrZ3JvdW5kIjp7IiRpZCI6IjI3MjQiLCJDb2xvciI6eyIkaWQiOiIyNzI1IiwiQSI6ODksIlIiOjAsIkciOjAsIkIiOjB9fSwiSXNWaXNpYmxlIjpmYWxzZSwiV2lkdGgiOjAuMCwiSGVpZ2h0IjowLjAsIkJvcmRlclN0eWxlIjp7IiRpZCI6IjI3MjYiLCJMaW5lQ29sb3IiOm51bGwsIkxpbmVXZWlnaHQiOjAuMCwiTGluZVR5cGUiOjAsIlBhcmVudFN0eWxlIjpudWxsfSwiUGFyZW50U3R5bGUiOm51bGx9LCJEYXRlRm9ybWF0Ijp7IiRpZCI6IjI3Mj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cyOCIsIkZvcm1hdCI6MCwiSXNWaXNpYmxlIjpmYWxzZSwiTGFzdEtub3duVmlzaWJpbGl0eVN0YXRlIjpmYWxzZX0sIklzVmlzaWJsZSI6dHJ1ZSwiUGFyZW50U3R5bGUiOm51bGx9LCJEZWZhdWx0U3dpbWxhbmVBY3Rpdml0eVN0eWxlIjp7IiRpZCI6IjI3MjkiLCJIZWFkZXJTdHlsZSI6eyIkaWQiOiIyNzMwIiwiVGV4dFN0eWxlIjp7IiRpZCI6IjI3MzEiLCJGb250U2V0dGluZ3MiOnsiJGlkIjoiMjczMiIsIkZvbnRTaXplIjoxMiwiRm9udE5hbWUiOiJDYWxpYnJpIiwiSXNCb2xkIjpmYWxzZSwiSXNJdGFsaWMiOmZhbHNlLCJJc1VuZGVybGluZWQiOmZhbHNlLCJQYXJlbnRTdHlsZSI6bnVsbH0sIkF1dG9TaXplIjowLCJGb3JlZ3JvdW5kIjp7IiRpZCI6IjI3MzMiLCJDb2xvciI6eyIkaWQiOiIyNzM0IiwiQSI6MjU1LCJSIjowLCJHIjowLCJCIjowfX0sIk1heFdpZHRoIjowLjAsIk1heEhlaWdodCI6MC4wLCJTbWFydEZvcmVncm91bmRJc0FjdGl2ZSI6ZmFsc2UsIkhvcml6b250YWxBbGlnbm1lbnQiOjAsIlZlcnRpY2FsQWxpZ25tZW50IjowLCJTbWFydEZvcmVncm91bmQiOm51bGwsIkJhY2tncm91bmRGaWxsVHlwZSI6MCwiTWFyZ2luIjp7IiRpZCI6IjI3MzUiLCJUb3AiOjAuMCwiTGVmdCI6MC4wLCJSaWdodCI6MC4wLCJCb3R0b20iOjAuMH0sIlBhZGRpbmciOnsiJGlkIjoiMjczNiIsIlRvcCI6MC4wLCJMZWZ0IjowLjAsIlJpZ2h0IjowLjAsIkJvdHRvbSI6MC4wfSwiQmFja2dyb3VuZCI6bnVsbCwiSXNWaXNpYmxlIjpmYWxzZSwiV2lkdGgiOjAuMCwiSGVpZ2h0IjowLjAsIkJvcmRlclN0eWxlIjpudWxsLCJQYXJlbnRTdHlsZSI6bnVsbH0sIlJlY3RhbmdsZVN0eWxlIjp7IiRpZCI6IjI3MzciLCJNYXJnaW4iOnsiJGlkIjoiMjczOCIsIlRvcCI6MC4wLCJMZWZ0IjowLjAsIlJpZ2h0IjowLjAsIkJvdHRvbSI6MC4wfSwiUGFkZGluZyI6eyIkaWQiOiIyNzM5IiwiVG9wIjowLjAsIkxlZnQiOjAuMCwiUmlnaHQiOjAuMCwiQm90dG9tIjowLjB9LCJCYWNrZ3JvdW5kIjp7IiRpZCI6IjI3NDAiLCJDb2xvciI6eyIkaWQiOiIyNzQxIiwiQSI6NjMsIlIiOjY4LCJHIjoxMTQsIkIiOjE5Nn19LCJJc1Zpc2libGUiOmZhbHNlLCJXaWR0aCI6MC4wLCJIZWlnaHQiOjAuMCwiQm9yZGVyU3R5bGUiOnsiJGlkIjoiMjc0MiIsIkxpbmVDb2xvciI6eyIkaWQiOiIyNzQzIiwiJHR5cGUiOiJOTFJFLkNvbW1vbi5Eb20uU29saWRDb2xvckJydXNoLCBOTFJFLkNvbW1vbiIsIkNvbG9yIjp7IiRpZCI6IjI3NDQiLCJBIjoyNTUsIlIiOjI1NSwiRyI6MCwiQiI6MH19LCJMaW5lV2VpZ2h0IjowLjAsIkxpbmVUeXBlIjowLCJQYXJlbnRTdHlsZSI6bnVsbH0sIlBhcmVudFN0eWxlIjpudWxsfSwiTWFyZ2luIjp7IiRpZCI6IjI3NDUiLCJUb3AiOjAuMCwiTGVmdCI6MC4wLCJSaWdodCI6MC4wLCJCb3R0b20iOjAuMH0sIlBhZGRpbmciOnsiJGlkIjoiMjc0NiIsIlRvcCI6MC4wLCJMZWZ0IjowLjAsIlJpZ2h0IjowLjAsIkJvdHRvbSI6MC4wfSwiQmFja2dyb3VuZCI6bnVsbCwiSXNWaXNpYmxlIjp0cnVlLCJXaWR0aCI6MC4wLCJIZWlnaHQiOjAuMCwiQm9yZGVyU3R5bGUiOm51bGwsIlBhcmVudFN0eWxlIjpudWxsfSwiQmFja2dyb3VuZFN0eWxlIjp7IiRpZCI6IjI3NDciLCJNYXJnaW4iOnsiJGlkIjoiMjc0OCIsIlRvcCI6MC4wLCJMZWZ0IjowLjAsIlJpZ2h0IjowLjAsIkJvdHRvbSI6MC4wfSwiUGFkZGluZyI6eyIkaWQiOiIyNzQ5IiwiVG9wIjowLjAsIkxlZnQiOjAuMCwiUmlnaHQiOjAuMCwiQm90dG9tIjowLjB9LCJCYWNrZ3JvdW5kIjp7IiRpZCI6IjI3NTAiLCJDb2xvciI6eyIkaWQiOiIyNzUxIiwiQSI6MzgsIlIiOjY4LCJHIjoxMTQsIkIiOjE5Nn19LCJJc1Zpc2libGUiOnRydWUsIldpZHRoIjowLjAsIkhlaWdodCI6MC4wLCJCb3JkZXJTdHlsZSI6eyIkaWQiOiIyNzUyIiwiTGluZUNvbG9yIjp7IiRpZCI6IjI3NTMiLCIkdHlwZSI6Ik5MUkUuQ29tbW9uLkRvbS5Tb2xpZENvbG9yQnJ1c2gsIE5MUkUuQ29tbW9uIiwiQ29sb3IiOnsiJGlkIjoiMjc1NCIsIkEiOjI1NSwiUiI6MjM0LCJHIjoyMiwiQiI6MzB9fSwiTGluZVdlaWdodCI6MC4wLCJMaW5lVHlwZSI6MCwiUGFyZW50U3R5bGUiOm51bGx9LCJQYXJlbnRTdHlsZSI6bnVsbH0sIk1hcmdpbiI6eyIkaWQiOiIyNzU1IiwiVG9wIjowLjAsIkxlZnQiOjAuMCwiUmlnaHQiOjAuMCwiQm90dG9tIjowLjB9LCJQYWRkaW5nIjp7IiRpZCI6IjI3NTYiLCJUb3AiOjAuMCwiTGVmdCI6MC4wLCJSaWdodCI6MC4wLCJCb3R0b20iOjAuMH0sIklzVmlzaWJsZSI6dHJ1ZSwiV2lkdGgiOjAuMCwiSGVpZ2h0IjowLjAsIkJvcmRlclN0eWxlIjpudWxsLCJQYXJlbnRTdHlsZSI6bnVsbH0sIk1hcmdpbiI6eyIkaWQiOiIyNzU3IiwiVG9wIjowLjAsIkxlZnQiOjAuMCwiUmlnaHQiOjAuMCwiQm90dG9tIjowLjB9LCJQYWRkaW5nIjp7IiRpZCI6IjI3NTgiLCJUb3AiOjAuMCwiTGVmdCI6MC4wLCJSaWdodCI6MC4wLCJCb3R0b20iOjAuMH0sIklzVmlzaWJsZSI6dHJ1ZSwiV2lkdGgiOjAuMCwiSGVpZ2h0IjowLjAsIkJvcmRlclN0eWxlIjpudWxsLCJQYXJlbnRTdHlsZSI6bnVsbH1dfSwiU2NhbGUiOm51bGwsIlNjYWxlVjIiOnsiJGlkIjoiMjc1OSIsIlN0YXJ0RGF0ZSI6IjAwMDEtMDEtMDFUMDA6MDA6MDAiLCJFbmREYXRlIjoiMjAyNy0wNC0zMFQyMzo1OTowMCIsIkF1dG9EYXRlUmFuZ2UiOnRydWUsIldvcmtpbmdEYXlzIjozMSwiRmlzY2FsWWVhciI6eyIkaWQiOiIyNzYwIiwiU3RhcnRNb250aCI6MSwiVXNlU3RhcnRpbmdZZWFyRm9yTnVtYmVyaW5nIjp0cnVlLCJTaG93RmlzY2FsWWVhckxhYmVsIjp0cnVlfSwiVG9kYXlNYXJrZXJUZXh0IjoiVG9kYXkiLCJBdXRvU2NhbGVUeXBlIjpmYWxzZSwiVGltZWJhbmRTY2FsZXMiOnsiJGlkIjoiMjc2MSIsIlRvcFNjYWxlTGF5ZXIiOnsiJGlkIjoiMjc2MiIsIkZvcm1hdCI6Ik1NTSIsIlR5cGUiOjQsIkdyb3VwaW5nSW50ZXJ2YWxzIjp7IiRpZCI6IjI3NjMiLCJJc1NldCI6ZmFsc2UsIkdyb3VwaW5nU3RlcENvdW50IjowfX0sIk1pZGRsZVNjYWxlTGF5ZXIiOnsiJGlkIjoiMjc2NCIsIkZvcm1hdCI6Ik1NTSIsIlR5cGUiOjIsIkdyb3VwaW5nSW50ZXJ2YWxzIjp7IiRpZCI6IjI3NjUiLCJJc1NldCI6ZmFsc2UsIkdyb3VwaW5nU3RlcENvdW50IjowfX0sIkJvdHRvbVNjYWxlTGF5ZXIiOnsiJGlkIjoiMjc2NiIsIkZvcm1hdCI6bnVsbCwiVHlwZSI6MCwiR3JvdXBpbmdJbnRlcnZhbHMiOnsiJGlkIjoiMjc2NyIsIklzU2V0IjpmYWxzZSwiR3JvdXBpbmdTdGVwQ291bnQiOjF9fX19LCJNaWxlc3RvbmVzIjpbXSwiVGFza3MiOltdLCJTd2ltbGFuZXMiOltdLCJNc1Byb2plY3RJdGVtc1RyZWUiOnsiJGlkIjoiMjc2OCIsIlJvb3QiOnsiSW1wb3J0SWQiOm51bGwsIklzSW1wb3J0ZWQiOmZhbHNlLCJDaGlsZHJlbiI6W119fSwiTWV0YWRhdGEiOnsiJGlkIjoiMjc2OSIsIlNvdXJjZVRoZW1lIjoie1wiJGlkXCI6XCIxXCIsXCJJZFwiOlwiMDA1NzM5MWUtYjM5ZS00ZGZlLThkMjYtYTk4YjZkMzkxMzAyXCIsXCJDYXRlZ29yeVwiOjIsXCJDdWx0dXJlSW5mb05hbWVcIjpcImVuLVVTXCIsXCJWZXJzaW9uXCI6e1wiJGlkXCI6XCIyXCIsXCJUaGVtZURvbVZlcnNpb25cIjpcIjEuMS4wXCJ9LFwiU3R5bGVcIjp7XCIkaWRcIjpcIjNcIixcIlRpbWViYW5kU3R5bGVcIjp7XCIkaWRcIjpcIjRcIixcIlJpZ2h0RW5kQ2Fwc1N0eWxlXCI6e1wiJGlkXCI6XCI1XCIsXCJGb250U2V0dGluZ3NcIjp7XCIkaWRcIjpcIjZcIixcIkZvbnRTaXplXCI6MSxcIkZvbnROYW1lXCI6XCJDYWxpYnJpXCIsXCJJc0JvbGRcIjp0cnVlLFwiSXNJdGFsaWNcIjpmYWxzZSxcIklzVW5kZXJsaW5lZFwiOmZhbHNlfSxcIkZvcmVncm91bmRcIjp7XCIkaWRcIjpcIjdcIixcIkNvbG9yXCI6e1wiJGlkXCI6XCI4XCIsXCJBXCI6MjU1LFwiUlwiOjIzNyxcIkdcIjoxMjUsXCJCXCI6NDl9fSxcIkhvcml6b250YWxBbGlnbm1lbnRcIjowLFwiSXNWaXNpYmxlXCI6ZmFsc2V9LFwiTGVmdEVuZENhcHNTdHlsZVwiOntcIiRpZFwiOlwiOVwiLFwiRm9udFNldHRpbmdzXCI6e1wiJGlkXCI6XCIxMFwiLFwiRm9udFNpemVcIjozMixcIkZvbnROYW1lXCI6XCJDYWxpYnJpXCIsXCJJc0JvbGRcIjp0cnVlLFwiSXNJdGFsaWNcIjpmYWxzZSxcIklzVW5kZXJsaW5lZFwiOmZhbHNlfSxcIkZvcmVncm91bmRcIjp7XCIkaWRcIjpcIjExXCIsXCJDb2xvclwiOntcIiRpZFwiOlwiMTJcIixcIkFcIjoyNTUsXCJSXCI6MjM3LFwiR1wiOjEyNSxcIkJcIjo0OX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mZhbHNlfSxcIlNjYWxlU3R5bGVcIjp7XCIkaWRcIjpcIjIzXCIsXCJTaG93U2VnbWVudFNlcGFyYXRvcnNcIjp0cnVlLFwiU2VnbWVudFNlcGFyYXRvck9wYWNpdHlcIjozMCxcIlNoYXBlXCI6MCxcIlNlZ21lbnRUZXh0U3R5bGVcIjp7XCIkaWRcIjpcIjI0XCIsXCJGb250U2V0dGluZ3NcIjp7XCIkaWRcIjpcIjI1XCIsXCJGb250U2l6ZVwiOjE0LFwiRm9udE5hbWVcIjpcIkNhbGlicmlcIixcIklzQm9sZFwiOmZhbHNlLFwiSXNJdGFsaWNcIjpmYWxzZSxcIklzVW5kZXJsaW5lZFwiOmZhbHNlfSxcIkZvcmVncm91bmRcIjp7XCIkaWRcIjpcIjI2XCIsXCJDb2xvclwiOntcIiRpZFwiOlwiMjdcIixcIkFcIjoyNTUsXCJSXCI6MjU1LFwiR1wiOjI1NSxcIkJcIjoyNTV9fSxcIkhvcml6b250YWxBbGlnbm1lbnRcIjowLFwiSXNWaXNpYmxlXCI6dHJ1ZX0sXCJTaGFwZVN0eWxlXCI6e1wiJGlkXCI6XCIyOFwiLFwiTWFyZ2luXCI6e1wiJGlkXCI6XCIyOVwiLFwiVG9wXCI6MC4wLFwiTGVmdFwiOjEyLjAsXCJSaWdodFwiOjEyLjAsXCJCb3R0b21cIjowLjB9LFwiUGFkZGluZ1wiOntcIiRpZFwiOlwiMzBcIixcIlRvcFwiOjcuMCxcIkxlZnRcIjowLjAsXCJSaWdodFwiOjAuMCxcIkJvdHRvbVwiOjcuMH0sXCJCYWNrZ3JvdW5kXCI6e1wiJGlkXCI6XCIzMVwiLFwiQ29sb3JcIjp7XCIkaWRcIjpcIjMyXCIsXCJBXCI6MjU1LFwiUlwiOjY0LFwiR1wiOjY0LFwiQlwiOjY0fX0sXCJJc1Zpc2libGVcIjp0cnVlLFwiV2lkdGhcIjo4NTguMCxcIkhlaWdodFwiOjM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E5MSxcIlJcIjoyNTUsXCJHXCI6MCxcIkJcIjowfX0sXCJFbGFwc2VkVGltZUZvcm1hdFwiOjEsXCJJc1Zpc2libGVcIjp0cnVlfSxcIk1hcmdpblwiOntcIiRpZFwiOlwiNDBcIixcIlRvcFwiOjAuMCxcIkxlZnRcIjoxMC4wLFwiUmlnaHRcIjoxMC4wLFwiQm90dG9tXCI6MC4wfSxcIlBhZGRpbmdcIjp7XCIkaWRcIjpcIjQxXCIsXCJUb3BcIjowLjAsXCJMZWZ0XCI6MC4wLFwiUmlnaHRcIjowLjAsXCJCb3R0b21cIjowLjB9LFwiQmFja2dyb3VuZFwiOntcIiRpZFwiOlwiNDJcIixcIkNvbG9yXCI6e1wiJGlkXCI6XCI0M1wiLFwiQVwiOjI1NSxcIlJcIjo0NyxcIkdcIjo1NCxcIkJcIjoxNTN9fSxcIklzVmlzaWJsZVwiOmZhbHNlLFwiV2lkdGhcIjowLjAsXCJIZWlnaHRcIjowLjAsXCJCb3JkZXJTdHlsZVwiOm51bGx9LFwiVGFza1N0eWxlXCI6e1wiJGlkXCI6XCI0NFwiLFwiU2hhcGVcIjo3LFwiU2hhcGVUaGlja25lc3NcIjowLFwiRHVyYXRpb25Gb3JtYXRcIjo1LFwiUGVyY2VudGFnZUNvbXBsZXRlVGV4dFN0eWxlXCI6e1wiJGlkXCI6XCI0NVwiLFwiRm9udFNldHRpbmdzXCI6e1wiJGlkXCI6XCI0NlwiLFwiRm9udFNpemVcIjoxMCxcIkZvbnROYW1lXCI6XCJDYWxpYnJpXCIsXCJJc0JvbGRcIjpmYWxzZSxcIklzSXRhbGljXCI6ZmFsc2UsXCJJc1VuZGVybGluZWRcIjpmYWxzZX0sXCJGb3JlZ3JvdW5kXCI6e1wiJGlkXCI6XCI0N1wiLFwiQ29sb3JcIjp7XCIkaWRcIjpcIjQ4XCIsXCJBXCI6MjU1LFwiUlwiOjIzOCxcIkdcIjoyMzYsXCJCXCI6MjI1fX0sXCJIb3Jpem9udGFsQWxpZ25tZW50XCI6MSxcIklzVmlzaWJsZVwiOnRydWV9LFwiUGVyY2VudGFnZUNvbXBsZXRlSGlnaGxpZ2h0U3R5bGVcIjp7XCIkaWRcIjpcIjQ5XCIsXCJCYWNrZ3JvdW5kXCI6e1wiJGlkXCI6XCI1MFwiLFwiQ29sb3JcIjp7XCIkaWRcIjpcIjUxXCIsXCJBXCI6ODksXCJSXCI6MCxcIkdcIjowLFwiQlwiOjB9fX0sXCJEdXJhdGlvblN0eWxlXCI6e1wiJGlkXCI6XCI1MlwiLFwiRm9udFNldHRpbmdzXCI6e1wiJGlkXCI6XCI1M1wiLFwiRm9udFNpemVcIjoxMCxcIkZvbnROYW1lXCI6XCJDYWxpYnJpXCIsXCJJc0JvbGRcIjpmYWxzZSxcIklzSXRhbGljXCI6ZmFsc2UsXCJJc1VuZGVybGluZWRcIjpmYWxzZX0sXCJGb3JlZ3JvdW5kXCI6e1wiJGlkXCI6XCI1NFwiLFwiQ29sb3JcIjp7XCIkaWRcIjpcIjU1XCIsXCJBXCI6MjU1LFwiUlwiOjIzNyxcIkdcIjoxMjUsXCJCXCI6NDl9fSxcIkhvcml6b250YWxBbGlnbm1lbnRcIjowLFwiSXNWaXNpYmxlXCI6ZmFsc2V9LFwiSG9yaXpvbnRhbENvbm5lY3RvclN0eWxlXCI6e1wiJGlkXCI6XCI1NlwiLFwiTGluZVN0eWxlXCI6e1wiJGlkXCI6XCI1N1wiLFwiTGluZUNvbG9yXCI6e1wiJGlkXCI6XCI1OFwiLFwiQ29sb3JcIjp7XCIkaWRcIjpcIjU5XCIsXCJBXCI6MjU1LFwiUlwiOjIwNCxcIkdcIjoyMDQsXCJCXCI6MjA0fX0sXCJMaW5lV2VpZ2h0XCI6MS4wLFwiTGluZVR5cGVcIjowfSxcIklzVmlzaWJsZVwiOnRydWV9LFwiVmVydGljYWxDb25uZWN0b3JTdHlsZVwiOntcIiRpZFwiOlwiNjBcIixcIkxpbmVTdHlsZVwiOntcIiRpZFwiOlwiNjFcIixcIkxpbmVDb2xvclwiOntcIiRpZFwiOlwiNjJcIixcIkNvbG9yXCI6e1wiJGlkXCI6XCI2M1wiLFwiQVwiOjI1NSxcIlJcIjoyMDQsXCJHXCI6MjA0LFwiQlwiOjIwNH19LFwiTGluZVdlaWdodFwiOjAuMCxcIkxpbmVUeXBlXCI6MH0sXCJJc1Zpc2libGVcIjpmYWxzZX0sXCJNYXJnaW5cIjp7XCIkaWRcIjpcIjY0XCIsXCJUb3BcIjowLjAsXCJMZWZ0XCI6MC4wLFwiUmlnaHRcIjowLjAsXCJCb3R0b21cIjowLjB9LFwiU3RhcnREYXRlUG9zaXRpb25cIjowLFwiRW5kRGF0ZVBvc2l0aW9uXCI6MCxcIlRpdGxlUG9zaXRpb25cIjo1LFwiRHVyYXRpb25Qb3NpdGlvblwiOjAsXCJQZXJjZW50YWdlQ29tcGxldGVkUG9zaXRpb25cIjoyLFwiU3BhY2luZ1wiOjMsXCJJc0JlbG93VGltZWJhbmRcIjp0cnVlLFwiU2hhcGVTdHlsZVwiOntcIiRpZFwiOlwiNjVcIixcIk1hcmdpblwiOntcIiRpZFwiOlwiNjZcIixcIlRvcFwiOjAuMCxcIkxlZnRcIjo0LjAsXCJSaWdodFwiOjQuMCxcIkJvdHRvbVwiOjAuMH0sXCJQYWRkaW5nXCI6e1wiJGlkXCI6XCI2N1wiLFwiVG9wXCI6MC4wLFwiTGVmdFwiOjAuMCxcIlJpZ2h0XCI6MC4wLFwiQm90dG9tXCI6MC4wfSxcIkJhY2tncm91bmRcIjp7XCIkaWRcIjpcIjY4XCIsXCJDb2xvclwiOntcIiRpZFwiOlwiNjlcIixcIkFcIjoyNTUsXCJSXCI6MjU1LFwiR1wiOjE5MixcIkJcIjowfX0sXCJJc1Zpc2libGVcIjp0cnVlLFwiV2lkdGhcIjowLjAsXCJIZWlnaHRcIjoxMC4wLFwiQm9yZGVyU3R5bGVcIjp7XCIkaWRcIjpcIjcwXCIsXCJMaW5lU3R5bGVcIjp7XCIkaWRcIjpcIjcxXCIsXCJMaW5lQ29sb3JcIjp7XCIkaWRcIjpcIjcyXCIsXCJDb2xvclwiOntcIiRpZFwiOlwiNzNcIixcIkFcIjoyNTUsXCJSXCI6MjM0LFwiR1wiOjIyLFwiQlwiOjMwfX0sXCJMaW5lV2VpZ2h0XCI6Mi4wLFwiTGluZVR5cGVcIjowfSxcIklzVmlzaWJsZVwiOmZhbHNlfX0sXCJUaXRsZVN0eWxlXCI6e1wiJGlkXCI6XCI3NFwiLFwiRm9udFNldHRpbmdzXCI6e1wiJGlkXCI6XCI3NVwiLFwiRm9udFNpemVcIjo5LFwiRm9udE5hbWVcIjpcIkNhbGlicmlcIixcIklzQm9sZFwiOnRydWUsXCJJc0l0YWxpY1wiOmZhbHNlLFwiSXNVbmRlcmxpbmVkXCI6ZmFsc2V9LFwiRm9yZWdyb3VuZFwiOntcIiRpZFwiOlwiNzZcIixcIkNvbG9yXCI6e1wiJGlkXCI6XCI3N1wiLFwiQVwiOjI1NSxcIlJcIjowLFwiR1wiOjAsXCJCXCI6MH19LFwiSG9yaXpvbnRhbEFsaWdubWVudFwiOjAsXCJJc1Zpc2libGVcIjp0cnVlfSxcIkRhdGVTdHlsZVwiOntcIiRpZFwiOlwiNzhcIixcIkZvbnRTZXR0aW5nc1wiOntcIiRpZFwiOlwiNzlcIixcIkZvbnRTaXplXCI6MTAsXCJGb250TmFtZVwiOlwiQ2FsaWJyaVwiLFwiSXNCb2xkXCI6ZmFsc2UsXCJJc0l0YWxpY1wiOmZhbHNlLFwiSXNVbmRlcmxpbmVkXCI6ZmFsc2V9LFwiRm9yZWdyb3VuZFwiOntcIiRpZFwiOlwiODBcIixcIkNvbG9yXCI6e1wiJGlkXCI6XCI4MVwiLFwiQVwiOjI1NSxcIlJcIjo2OCxcIkdcIjo4NCxcIkJcIjoxMDZ9fSxcIkhvcml6b250YWxBbGlnbm1lbnRcIjowLFwiSXNWaXNpYmxlXCI6ZmFsc2V9LFwiRGF0ZUZvcm1hdFwiOntcIiRpZFwiOlwiOD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ODNcIixcIkZvcm1hdFwiOjAsXCJJc1Zpc2libGVcIjpmYWxzZSxcIkxhc3RLbm93blZpc2liaWxpdHlTdGF0ZVwiOmZhbHNlfX0sXCJNaWxlc3RvbmVTdHlsZVwiOntcIiRpZFwiOlwiODRcIixcIlNoYXBlXCI6NSxcIklzQmVsb3dUaW1lYmFuZFwiOmZhbHNlLFwiU2hhcGVTaXplXCI6MSxcIlBhZGRpbmdcIjp7XCIkaWRcIjpcIjg1XCIsXCJUb3BcIjo1LjAsXCJMZWZ0XCI6My4wLFwiUmlnaHRcIjowLjAsXCJCb3R0b21cIjoyLjB9LFwiU2hhcGVTdHlsZVwiOntcIiRpZFwiOlwiODZcIixcIk1hcmdpblwiOntcIiRpZFwiOlwiODdcIixcIlRvcFwiOjAuMCxcIkxlZnRcIjowLjAsXCJSaWdodFwiOjAuMCxcIkJvdHRvbVwiOjAuMH0sXCJQYWRkaW5nXCI6e1wiJGlkXCI6XCI4OFwiLFwiVG9wXCI6MC4wLFwiTGVmdFwiOjAuMCxcIlJpZ2h0XCI6MC4wLFwiQm90dG9tXCI6MC4wfSxcIkJhY2tncm91bmRcIjp7XCIkaWRcIjpcIjg5XCIsXCJDb2xvclwiOntcIiRpZFwiOlwiOTBcIixcIkFcIjoyNTUsXCJSXCI6MTc4LFwiR1wiOjE0LFwiQlwiOjE4fX0sXCJJc1Zpc2libGVcIjp0cnVlLFwiV2lkdGhcIjoxOC4wLFwiSGVpZ2h0XCI6MjAuMCxcIkJvcmRlclN0eWxlXCI6e1wiJGlkXCI6XCI5MVwiLFwiTGluZVN0eWxlXCI6e1wiJGlkXCI6XCI5MlwiLFwiTGluZUNvbG9yXCI6e1wiJGlkXCI6XCI5M1wiLFwiQ29sb3JcIjp7XCIkaWRcIjpcIjk0XCIsXCJBXCI6MjU1LFwiUlwiOjIzNCxcIkdcIjoyMixcIkJcIjozMH19LFwiTGluZVdlaWdodFwiOjIuMCxcIkxpbmVUeXBlXCI6MH0sXCJJc1Zpc2libGVcIjpmYWxzZX19LFwiVGl0bGVTdHlsZVwiOntcIiRpZFwiOlwiOTVcIixcIkZvbnRTZXR0aW5nc1wiOntcIiRpZFwiOlwiOTZcIixcIkZvbnRTaXplXCI6OSxcIkZvbnROYW1lXCI6XCJDYWxpYnJpXCIsXCJJc0JvbGRcIjp0cnVlLFwiSXNJdGFsaWNcIjpmYWxzZSxcIklzVW5kZXJsaW5lZFwiOmZhbHNlfSxcIkZvcmVncm91bmRcIjp7XCIkaWRcIjpcIjk3XCIsXCJDb2xvclwiOntcIiRpZFwiOlwiOThcIixcIkFcIjoyNTUsXCJSXCI6MCxcIkdcIjowLFwiQlwiOjB9fSxcIkhvcml6b250YWxBbGlnbm1lbnRcIjoxLFwiSXNWaXNpYmxlXCI6dHJ1ZX0sXCJEYXRlU3R5bGVcIjp7XCIkaWRcIjpcIjk5XCIsXCJGb250U2V0dGluZ3NcIjp7XCIkaWRcIjpcIjEwMFwiLFwiRm9udFNpemVcIjo5LFwiRm9udE5hbWVcIjpcIkNhbGlicmlcIixcIklzQm9sZFwiOmZhbHNlLFwiSXNJdGFsaWNcIjpmYWxzZSxcIklzVW5kZXJsaW5lZFwiOmZhbHNlfSxcIkZvcmVncm91bmRcIjp7XCIkaWRcIjpcIjEwMVwiLFwiQ29sb3JcIjp7XCIkaWRcIjpcIjEwMlwiLFwiQVwiOjI1NSxcIlJcIjo2OCxcIkdcIjo4NCxcIkJcIjoxMDZ9fSxcIkhvcml6b250YWxBbGlnbm1lbnRcIjoxLFwiSXNWaXNpYmxlXCI6dHJ1ZX0sXCJEYXRlRm9ybWF0XCI6e1wiJGlkXCI6XCIxMDNcIixcIkZvcm1hdFN0cmluZ1wiOlwieXl5eS9NTU1cIixcIlNlcGFyYXRvclwiOlwiL1wiLFwiVXNlSW50ZXJuYXRpb25hbERhdGVGb3JtYXRcIjpmYWxzZSxcIkRhdGVJc1Zpc2libGVcIjp0cnVlLFwiVGltZUlzVmlzaWJsZVwiOmZhbHNlLFwiSG91ckRpZ2l0c1wiOjEsXCJBbVBtRGVzaWduYXRvclwiOjIsXCJUcmltMDBNaW51dGVzXCI6ZmFsc2V9LFwiV2Vla051bWJlcmluZ1wiOntcIiRpZFwiOlwiMTA0XCIsXCJGb3JtYXRcIjowLFwiSXNWaXNpYmxlXCI6ZmFsc2UsXCJMYXN0S25vd25WaXNpYmlsaXR5U3RhdGVcIjpmYWxzZX19LFwiTW90U3R5bGVcIjp7XCIkaWRcIjpcIjEwNVwiLFwiU2hhcGVcIjo1LFwiU2hhcGVTaXplXCI6MSxcIkRldGFpbHNTcGFjaW5nXCI6MC4wLFwiUGFkZGluZ1wiOntcIiRpZFwiOlwiMTA2XCIsXCJUb3BcIjo1LjAsXCJMZWZ0XCI6My4wLFwiUmlnaHRcIjowLjAsXCJCb3R0b21cIjoyLjB9LFwiUG9zaXRpb25PblRhc2tcIjoxLFwiU2hhcGVTdHlsZVwiOntcIiRpZFwiOlwiMTA3XCIsXCJNYXJnaW5cIjp7XCIkaWRcIjpcIjEwOFwiLFwiVG9wXCI6MC4wLFwiTGVmdFwiOjAuMCxcIlJpZ2h0XCI6MC4wLFwiQm90dG9tXCI6MC4wfSxcIlBhZGRpbmdcIjp7XCIkaWRcIjpcIjEwOVwiLFwiVG9wXCI6MC4wLFwiTGVmdFwiOjAuMCxcIlJpZ2h0XCI6MC4wLFwiQm90dG9tXCI6MC4wfSxcIkJhY2tncm91bmRcIjp7XCIkaWRcIjpcIjExMFwiLFwiQ29sb3JcIjp7XCIkaWRcIjpcIjExMVwiLFwiQVwiOjI1NSxcIlJcIjoxNzgsXCJHXCI6MTQsXCJCXCI6MTh9fSxcIklzVmlzaWJsZVwiOnRydWUsXCJXaWR0aFwiOjE4LjAsXCJIZWlnaHRcIjoyMC4wLFwiQm9yZGVyU3R5bGVcIjp7XCIkaWRcIjpcIjExMlwiLFwiTGluZVN0eWxlXCI6e1wiJGlkXCI6XCIxMTNcIixcIkxpbmVDb2xvclwiOntcIiRpZFwiOlwiMTE0XCIsXCJDb2xvclwiOntcIiRpZFwiOlwiMTE1XCIsXCJBXCI6MjU1LFwiUlwiOjIzNCxcIkdcIjoyMixcIkJcIjozMH19LFwiTGluZVdlaWdodFwiOjAuMCxcIkxpbmVUeXBlXCI6MH0sXCJJc1Zpc2libGVcIjpmYWxzZX19LFwiVGl0bGVTdHlsZVwiOntcIiRpZFwiOlwiMTE2XCIsXCJGb250U2V0dGluZ3NcIjp7XCIkaWRcIjpcIjExN1wiLFwiRm9udFNpemVcIjo5LFwiRm9udE5hbWVcIjpcIkNhbGlicmlcIixcIklzQm9sZFwiOnRydWUsXCJJc0l0YWxpY1wiOmZhbHNlLFwiSXNVbmRlcmxpbmVkXCI6ZmFsc2V9LFwiRm9yZWdyb3VuZFwiOntcIiRpZFwiOlwiMTE4XCIsXCJDb2xvclwiOntcIiRpZFwiOlwiMTE5XCIsXCJBXCI6MjU1LFwiUlwiOjAsXCJHXCI6MCxcIkJcIjowfX0sXCJIb3Jpem9udGFsQWxpZ25tZW50XCI6MSxcIklzVmlzaWJsZVwiOnRydWV9LFwiRGF0ZVN0eWxlXCI6e1wiJGlkXCI6XCIxMjBcIixcIkZvbnRTZXR0aW5nc1wiOntcIiRpZFwiOlwiMTIxXCIsXCJGb250U2l6ZVwiOjksXCJGb250TmFtZVwiOlwiQ2FsaWJyaVwiLFwiSXNCb2xkXCI6ZmFsc2UsXCJJc0l0YWxpY1wiOmZhbHNlLFwiSXNVbmRlcmxpbmVkXCI6ZmFsc2V9LFwiRm9yZWdyb3VuZFwiOntcIiRpZFwiOlwiMTIyXCIsXCJDb2xvclwiOntcIiRpZFwiOlwiMTIzXCIsXCJBXCI6MjU1LFwiUlwiOjY4LFwiR1wiOjg0LFwiQlwiOjEwNn19LFwiSG9yaXpvbnRhbEFsaWdubWVudFwiOjEsXCJJc1Zpc2libGVcIjp0cnVlfSxcIkRhdGVGb3JtYXRcIjp7XCIkaWRcIjpcIjEyNFwiLFwiRm9ybWF0U3RyaW5nXCI6XCJ5eXl5L01NTVwiLFwiU2VwYXJhdG9yXCI6XCIvXCIsXCJVc2VJbnRlcm5hdGlvbmFsRGF0ZUZvcm1hdFwiOmZhbHNlLFwiRGF0ZUlzVmlzaWJsZVwiOnRydWUsXCJUaW1lSXNWaXNpYmxlXCI6ZmFsc2UsXCJIb3VyRGlnaXRzXCI6MSxcIkFtUG1EZXNpZ25hdG9yXCI6MixcIlRyaW0wME1pbnV0ZXNcIjpmYWxzZX0sXCJXZWVrTnVtYmVyaW5nXCI6e1wiJGlkXCI6XCIxMjVcIixcIkZvcm1hdFwiOjAsXCJJc1Zpc2libGVcIjpmYWxzZSxcIkxhc3RLbm93blZpc2liaWxpdHlTdGF0ZVwiOmZhbHNlfX0sXCJTd2ltbGFuZVYyU3R5bGVcIjp7XCIkaWRcIjpcIjEyNlwiLFwiU3R5bGVJZFwiOlwiZWM0MWI1MjEtZWJkZi00YzNhLWE2NDYtNzQ2MDQ5ZGNkNDA3XCIsXCJOYW1lXCI6XCJTd2ltbGFuZSBTdHlsZSAxXCIsXCJIZWFkZXJTdHlsZVwiOntcIiRpZFwiOlwiMTI3XCIsXCJUZXh0U3R5bGVcIjp7XCIkaWRcIjpcIjEyOFwiLFwiRm9udFNldHRpbmdzXCI6e1wiJGlkXCI6XCIxMjlcIixcIkZvbnRTaXplXCI6MTIsXCJGb250TmFtZVwiOlwiQ2FsaWJyaVwiLFwiSXNCb2xkXCI6dHJ1ZSxcIklzSXRhbGljXCI6ZmFsc2UsXCJJc1VuZGVybGluZWRcIjpmYWxzZX0sXCJGb3JlZ3JvdW5kXCI6e1wiJGlkXCI6XCIxMzBcIixcIkNvbG9yXCI6e1wiJGlkXCI6XCIxMzFcIixcIkFcIjoyNTUsXCJSXCI6MjU1LFwiR1wiOjI1NSxcIkJcIjoyNTV9fSxcIkhvcml6b250YWxBbGlnbm1lbnRcIjowLFwiSXNWaXNpYmxlXCI6ZmFsc2V9LFwiUmVjdGFuZ2xlU3R5bGVcIjp7XCIkaWRcIjpcIjEzMlwiLFwiTWFyZ2luXCI6e1wiJGlkXCI6XCIxMzNcIixcIlRvcFwiOjAuMCxcIkxlZnRcIjowLjAsXCJSaWdodFwiOjAuMCxcIkJvdHRvbVwiOjAuMH0sXCJQYWRkaW5nXCI6e1wiJGlkXCI6XCIxMzRcIixcIlRvcFwiOjAuMCxcIkxlZnRcIjowLjAsXCJSaWdodFwiOjAuMCxcIkJvdHRvbVwiOjAuMH0sXCJCYWNrZ3JvdW5kXCI6e1wiJGlkXCI6XCIxMzVcIixcIkNvbG9yXCI6e1wiJGlkXCI6XCIxMzZcIixcIkFcIjoyNTUsXCJSXCI6MjU1LFwiR1wiOjE5MixcIkJcIjowfX0sXCJJc1Zpc2libGVcIjpmYWxzZSxcIldpZHRoXCI6MC4wLFwiSGVpZ2h0XCI6MC4wLFwiQm9yZGVyU3R5bGVcIjp7XCIkaWRcIjpcIjEzN1wiLFwiTGluZVN0eWxlXCI6e1wiJGlkXCI6XCIxMzhcIixcIkxpbmVDb2xvclwiOntcIiRpZFwiOlwiMTM5XCIsXCJDb2xvclwiOntcIiRpZFwiOlwiMTQwXCIsXCJBXCI6MjU1LFwiUlwiOjIyLFwiR1wiOjI4LFwiQlwiOjM1fX0sXCJMaW5lV2VpZ2h0XCI6MC4wLFwiTGluZVR5cGVcIjowfSxcIklzVmlzaWJsZVwiOmZhbHNlfX19LFwiQmFja2dyb3VuZFN0eWxlXCI6e1wiJGlkXCI6XCIxNDFcIixcIk1hcmdpblwiOntcIiRpZFwiOlwiMTQyXCIsXCJUb3BcIjowLjAsXCJMZWZ0XCI6MC4wLFwiUmlnaHRcIjowLjAsXCJCb3R0b21cIjowLjB9LFwiUGFkZGluZ1wiOntcIiRpZFwiOlwiMTQzXCIsXCJUb3BcIjowLjAsXCJMZWZ0XCI6MC4wLFwiUmlnaHRcIjowLjAsXCJCb3R0b21cIjowLjB9LFwiQmFja2dyb3VuZFwiOntcIiRpZFwiOlwiMTQ0XCIsXCJDb2xvclwiOntcIiRpZFwiOlwiMTQ1XCIsXCJBXCI6MzgsXCJSXCI6MjU1LFwiR1wiOjE5MixcIkJcIjowfX0sXCJJc1Zpc2libGVcIjp0cnVlLFwiV2lkdGhcIjowLjAsXCJIZWlnaHRcIjowLjAsXCJCb3JkZXJTdHlsZVwiOntcIiRpZFwiOlwiMTQ2XCIsXCJMaW5lU3R5bGVcIjp7XCIkaWRcIjpcIjE0N1wiLFwiTGluZUNvbG9yXCI6e1wiJGlkXCI6XCIxNDhcIixcIkNvbG9yXCI6e1wiJGlkXCI6XCIxNDlcIixcIkFcIjoyNTUsXCJSXCI6MjM0LFwiR1wiOjIyLFwiQlwiOjMwfX0sXCJMaW5lV2VpZ2h0XCI6MC4wLFwiTGluZVR5cGVcIjowfSxcIklzVmlzaWJsZVwiOmZhbHNlfX0sXCJJc0Fib3ZlVGltZWJhbmRcIjpmYWxzZSxcIlNwYWNpbmdcIjoyLFwiRGVmYXVsdFN3aW1sYW5lQWN0aXZpdHlTdHlsZVwiOntcIiRpZFwiOlwiMTUwXCIsXCJIZWFkZXJTdHlsZVwiOntcIiRpZFwiOlwiMTUxXCIsXCJUZXh0U3R5bGVcIjp7XCIkaWRcIjpcIjE1MlwiLFwiRm9udFNldHRpbmdzXCI6e1wiJGlkXCI6XCIxNTNcIixcIkZvbnRTaXplXCI6MTIsXCJGb250TmFtZVwiOlwiQ2FsaWJyaVwiLFwiSXNCb2xkXCI6ZmFsc2UsXCJJc0l0YWxpY1wiOmZhbHNlLFwiSXNVbmRlcmxpbmVkXCI6ZmFsc2V9LFwiRm9yZWdyb3VuZFwiOntcIiRpZFwiOlwiMTU0XCIsXCJDb2xvclwiOntcIiRpZFwiOlwiMTU1XCIsXCJBXCI6MjU1LFwiUlwiOjAsXCJHXCI6MCxcIkJcIjowfX0sXCJIb3Jpem9udGFsQWxpZ25tZW50XCI6MCxcIklzVmlzaWJsZVwiOmZhbHNlfSxcIlJlY3RhbmdsZVN0eWxlXCI6e1wiJGlkXCI6XCIxNTZcIixcIk1hcmdpblwiOntcIiRpZFwiOlwiMTU3XCIsXCJUb3BcIjowLjAsXCJMZWZ0XCI6MC4wLFwiUmlnaHRcIjowLjAsXCJCb3R0b21cIjowLjB9LFwiUGFkZGluZ1wiOntcIiRpZFwiOlwiMTU4XCIsXCJUb3BcIjowLjAsXCJMZWZ0XCI6MC4wLFwiUmlnaHRcIjowLjAsXCJCb3R0b21cIjowLjB9LFwiQmFja2dyb3VuZFwiOntcIiRpZFwiOlwiMTU5XCIsXCJDb2xvclwiOntcIiRpZFwiOlwiMTYwXCIsXCJBXCI6NjMsXCJSXCI6MjU1LFwiR1wiOjE5MixcIkJcIjowfX0sXCJJc1Zpc2libGVcIjpmYWxzZSxcIldpZHRoXCI6MC4wLFwiSGVpZ2h0XCI6MC4wLFwiQm9yZGVyU3R5bGVcIjp7XCIkaWRcIjpcIjE2MVwiLFwiTGluZVN0eWxlXCI6e1wiJGlkXCI6XCIxNjJcIixcIkxpbmVDb2xvclwiOntcIiRpZFwiOlwiMTYzXCIsXCJDb2xvclwiOntcIiRpZFwiOlwiMTY0XCIsXCJBXCI6MjU1LFwiUlwiOjI1NSxcIkdcIjowLFwiQlwiOjB9fSxcIkxpbmVXZWlnaHRcIjowLjAsXCJMaW5lVHlwZVwiOjB9LFwiSXNWaXNpYmxlXCI6ZmFsc2V9fX0sXCJCYWNrZ3JvdW5kU3R5bGVcIjp7XCIkaWRcIjpcIjE2NVwiLFwiTWFyZ2luXCI6e1wiJGlkXCI6XCIxNjZcIixcIlRvcFwiOjAuMCxcIkxlZnRcIjowLjAsXCJSaWdodFwiOjAuMCxcIkJvdHRvbVwiOjAuMH0sXCJQYWRkaW5nXCI6e1wiJGlkXCI6XCIxNjdcIixcIlRvcFwiOjAuMCxcIkxlZnRcIjowLjAsXCJSaWdodFwiOjAuMCxcIkJvdHRvbVwiOjAuMH0sXCJCYWNrZ3JvdW5kXCI6e1wiJGlkXCI6XCIxNjhcIixcIkNvbG9yXCI6e1wiJGlkXCI6XCIxNjlcIixcIkFcIjozOCxcIlJcIjoyNTUsXCJHXCI6MTkyLFwiQlwiOjB9fSxcIklzVmlzaWJsZVwiOnRydWUsXCJXaWR0aFwiOjAuMCxcIkhlaWdodFwiOjAuMCxcIkJvcmRlclN0eWxlXCI6e1wiJGlkXCI6XCIxNzBcIixcIkxpbmVTdHlsZVwiOntcIiRpZFwiOlwiMTcxXCIsXCJMaW5lQ29sb3JcIjp7XCIkaWRcIjpcIjE3MlwiLFwiQ29sb3JcIjp7XCIkaWRcIjpcIjE3M1wiLFwiQVwiOjI1NSxcIlJcIjoyMzQsXCJHXCI6MjIsXCJCXCI6MzB9fSxcIkxpbmVXZWlnaHRcIjowLjAsXCJMaW5lVHlwZVwiOjB9LFwiSXNWaXNpYmxlXCI6ZmFsc2V9fX0sXCJEZWZhdWx0U3dpbWxhbmVNaWxlc3RvbmVTdHlsZVwiOntcIiRpZFwiOlwiMTc0XCIsXCJUaXRsZVBvc2l0aW9uXCI6MixcIkRhdGVQb3NpdGlvblwiOjAsXCJTaGFwZVR5cGVcIjowLFwiU2hhcGVTaXplXCI6MSxcIlNwYWNpbmdcIjo1LFwiU2hhcGVTdHlsZVwiOntcIiRpZFwiOlwiMTc1XCIsXCJNYXJnaW5cIjp7XCIkaWRcIjpcIjE3NlwiLFwiVG9wXCI6MC4wLFwiTGVmdFwiOjAuMCxcIlJpZ2h0XCI6MC4wLFwiQm90dG9tXCI6MC4wfSxcIlBhZGRpbmdcIjp7XCIkaWRcIjpcIjE3N1wiLFwiVG9wXCI6MC4wLFwiTGVmdFwiOjAuMCxcIlJpZ2h0XCI6MC4wLFwiQm90dG9tXCI6MC4wfSxcIkJhY2tncm91bmRcIjp7XCIkaWRcIjpcIjE3OFwiLFwiQ29sb3JcIjp7XCIkaWRcIjpcIjE3OVwiLFwiQVwiOjI1NSxcIlJcIjoyNTUsXCJHXCI6MTkyLFwiQlwiOjB9fSxcIklzVmlzaWJsZVwiOnRydWUsXCJXaWR0aFwiOjE4LjAsXCJIZWlnaHRcIjoyMC4wLFwiQm9yZGVyU3R5bGVcIjp7XCIkaWRcIjpcIjE4MFwiLFwiTGluZVN0eWxlXCI6e1wiJGlkXCI6XCIxODFcIixcIkxpbmVDb2xvclwiOntcIiRpZFwiOlwiMTgyXCIsXCJDb2xvclwiOntcIiRpZFwiOlwiMTgzXCIsXCJBXCI6MjU1LFwiUlwiOjIzNCxcIkdcIjoyMixcIkJcIjozMH19LFwiTGluZVdlaWdodFwiOjIuMCxcIkxpbmVUeXBlXCI6MH0sXCJJc1Zpc2libGVcIjpmYWxzZX19LFwiVGl0bGVTdHlsZVwiOntcIiRpZFwiOlwiMTg0XCIsXCJGb250U2V0dGluZ3NcIjp7XCIkaWRcIjpcIjE4NVwiLFwiRm9udFNpemVcIjo5LFwiRm9udE5hbWVcIjpcIkNhbGlicmlcIixcIklzQm9sZFwiOnRydWUsXCJJc0l0YWxpY1wiOmZhbHNlLFwiSXNVbmRlcmxpbmVkXCI6ZmFsc2V9LFwiRm9yZWdyb3VuZFwiOntcIiRpZFwiOlwiMTg2XCIsXCJDb2xvclwiOntcIiRpZFwiOlwiMTg3XCIsXCJBXCI6MjU1LFwiUlwiOjAsXCJHXCI6MCxcIkJcIjowfX0sXCJIb3Jpem9udGFsQWxpZ25tZW50XCI6MSxcIklzVmlzaWJsZVwiOnRydWV9LFwiRGF0ZVN0eWxlXCI6e1wiJGlkXCI6XCIxODhcIixcIkZvbnRTZXR0aW5nc1wiOntcIiRpZFwiOlwiMTg5XCIsXCJGb250U2l6ZVwiOjksXCJGb250TmFtZVwiOlwiQ2FsaWJyaVwiLFwiSXNCb2xkXCI6ZmFsc2UsXCJJc0l0YWxpY1wiOmZhbHNlLFwiSXNVbmRlcmxpbmVkXCI6ZmFsc2V9LFwiRm9yZWdyb3VuZFwiOntcIiRpZFwiOlwiMTkwXCIsXCJDb2xvclwiOntcIiRpZFwiOlwiMTkxXCIsXCJBXCI6MjU1LFwiUlwiOjY4LFwiR1wiOjg0LFwiQlwiOjEwNn19LFwiSG9yaXpvbnRhbEFsaWdubWVudFwiOjAsXCJJc1Zpc2libGVcIjpmYWxzZX0sXCJEYXRlRm9ybWF0XCI6e1wiJGlkXCI6XCIxOT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TkzXCIsXCJGb3JtYXRcIjowLFwiSXNWaXNpYmxlXCI6ZmFsc2UsXCJMYXN0S25vd25WaXNpYmlsaXR5U3RhdGVcIjpmYWxzZX19LFwiRGVmYXVsdFN3aW1sYW5lVGFza1N0eWxlXCI6e1wiJGlkXCI6XCIxOTRcIixcIlNoYXBlXCI6NyxcIlNoYXBlVGhpY2tuZXNzXCI6MCxcIkR1cmF0aW9uRm9ybWF0XCI6MCxcIlBlcmNlbnRhZ2VDb21wbGV0ZVRleHRTdHlsZVwiOntcIiRpZFwiOlwiMTk1XCIsXCJGb250U2V0dGluZ3NcIjp7XCIkaWRcIjpcIjE5NlwiLFwiRm9udFNpemVcIjoxMCxcIkZvbnROYW1lXCI6XCJDYWxpYnJpXCIsXCJJc0JvbGRcIjp0cnVlLFwiSXNJdGFsaWNcIjpmYWxzZSxcIklzVW5kZXJsaW5lZFwiOmZhbHNlfSxcIkZvcmVncm91bmRcIjp7XCIkaWRcIjpcIjE5N1wiLFwiQ29sb3JcIjp7XCIkaWRcIjpcIjE5OFwiLFwiQVwiOjI1NSxcIlJcIjoxMjcsXCJHXCI6OTYsXCJCXCI6MH19LFwiSG9yaXpvbnRhbEFsaWdubWVudFwiOjAsXCJJc1Zpc2libGVcIjp0cnVlfSxcIlBlcmNlbnRhZ2VDb21wbGV0ZUhpZ2hsaWdodFN0eWxlXCI6e1wiJGlkXCI6XCIxOTlcIixcIkJhY2tncm91bmRcIjp7XCIkaWRcIjpcIjIwMFwiLFwiQ29sb3JcIjp7XCIkaWRcIjpcIjIwMVwiLFwiQVwiOjg5LFwiUlwiOjAsXCJHXCI6MCxcIkJcIjowfX19LFwiRHVyYXRpb25TdHlsZVwiOntcIiRpZFwiOlwiMjAyXCIsXCJGb250U2V0dGluZ3NcIjp7XCIkaWRcIjpcIjIwM1wiLFwiRm9udFNpemVcIjoxMCxcIkZvbnROYW1lXCI6XCJDYWxpYnJpXCIsXCJJc0JvbGRcIjpmYWxzZSxcIklzSXRhbGljXCI6ZmFsc2UsXCJJc1VuZGVybGluZWRcIjpmYWxzZX0sXCJGb3JlZ3JvdW5kXCI6e1wiJGlkXCI6XCIyMDRcIixcIkNvbG9yXCI6e1wiJGlkXCI6XCIyMDVcIixcIkFcIjoyNTUsXCJSXCI6MjM3LFwiR1wiOjEyNSxcIkJcIjo0OX19LFwiSG9yaXpvbnRhbEFsaWdubWVudFwiOjAsXCJJc1Zpc2libGVcIjpmYWxzZX0sXCJNYXJnaW5cIjp7XCIkaWRcIjpcIjIwNlwiLFwiVG9wXCI6MC4wLFwiTGVmdFwiOjAuMCxcIlJpZ2h0XCI6MC4wLFwiQm90dG9tXCI6MC4wfSxcIlN0YXJ0RGF0ZVBvc2l0aW9uXCI6MCxcIkVuZERhdGVQb3NpdGlvblwiOjAsXCJUaXRsZVBvc2l0aW9uXCI6MixcIkR1cmF0aW9uUG9zaXRpb25cIjowLFwiUGVyY2VudGFnZUNvbXBsZXRlZFBvc2l0aW9uXCI6NCxcIlNwYWNpbmdcIjozLFwiU2hhcGVTdHlsZVwiOntcIiRpZFwiOlwiMjA3XCIsXCJNYXJnaW5cIjp7XCIkaWRcIjpcIjIwOFwiLFwiVG9wXCI6MC4wLFwiTGVmdFwiOjQuMCxcIlJpZ2h0XCI6NC4wLFwiQm90dG9tXCI6MC4wfSxcIlBhZGRpbmdcIjp7XCIkaWRcIjpcIjIwOVwiLFwiVG9wXCI6MC4wLFwiTGVmdFwiOjAuMCxcIlJpZ2h0XCI6MC4wLFwiQm90dG9tXCI6MC4wfSxcIkJhY2tncm91bmRcIjp7XCIkaWRcIjpcIjIxMFwiLFwiQ29sb3JcIjp7XCIkaWRcIjpcIjIxMVwiLFwiQVwiOjI1NSxcIlJcIjoyNTUsXCJHXCI6MTkyLFwiQlwiOjB9fSxcIklzVmlzaWJsZVwiOnRydWUsXCJXaWR0aFwiOjAuMCxcIkhlaWdodFwiOjEzLjQyNjY2NjY2NjY2NjY3NyxcIkJvcmRlclN0eWxlXCI6e1wiJGlkXCI6XCIyMTJcIixcIkxpbmVTdHlsZVwiOntcIiRpZFwiOlwiMjEzXCIsXCJMaW5lQ29sb3JcIjp7XCIkaWRcIjpcIjIxNFwiLFwiQ29sb3JcIjp7XCIkaWRcIjpcIjIxNVwiLFwiQVwiOjI1NSxcIlJcIjoyMzQsXCJHXCI6MjIsXCJCXCI6MzB9fSxcIkxpbmVXZWlnaHRcIjoyLjAsXCJMaW5lVHlwZVwiOjB9LFwiSXNWaXNpYmxlXCI6ZmFsc2V9fSxcIlRpdGxlU3R5bGVcIjp7XCIkaWRcIjpcIjIxNlwiLFwiRm9udFNldHRpbmdzXCI6e1wiJGlkXCI6XCIyMTdcIixcIkZvbnRTaXplXCI6OSxcIkZvbnROYW1lXCI6XCJDYWxpYnJpXCIsXCJJc0JvbGRcIjp0cnVlLFwiSXNJdGFsaWNcIjpmYWxzZSxcIklzVW5kZXJsaW5lZFwiOmZhbHNlfSxcIkZvcmVncm91bmRcIjp7XCIkaWRcIjpcIjIxOFwiLFwiQ29sb3JcIjp7XCIkaWRcIjpcIjIxOVwiLFwiQVwiOjI1NSxcIlJcIjowLFwiR1wiOjAsXCJCXCI6MH19LFwiSG9yaXpvbnRhbEFsaWdubWVudFwiOjEsXCJJc1Zpc2libGVcIjp0cnVlfSxcIkRhdGVTdHlsZVwiOntcIiRpZFwiOlwiMjIwXCIsXCJGb250U2V0dGluZ3NcIjp7XCIkaWRcIjpcIjIyMVwiLFwiRm9udFNpemVcIjoxMCxcIkZvbnROYW1lXCI6XCJDYWxpYnJpXCIsXCJJc0JvbGRcIjpmYWxzZSxcIklzSXRhbGljXCI6ZmFsc2UsXCJJc1VuZGVybGluZWRcIjpmYWxzZX0sXCJGb3JlZ3JvdW5kXCI6e1wiJGlkXCI6XCIyMjJcIixcIkNvbG9yXCI6e1wiJGlkXCI6XCIyMjNcIixcIkFcIjoyNTUsXCJSXCI6NjgsXCJHXCI6ODQsXCJCXCI6MTA2fX0sXCJIb3Jpem9udGFsQWxpZ25tZW50XCI6MixcIklzVmlzaWJsZVwiOmZhbHNlfSxcIkRhdGVGb3JtYXRcIjp7XCIkaWRcIjpcIjIyN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MjVcIixcIkZvcm1hdFwiOjAsXCJJc1Zpc2libGVcIjpmYWxzZSxcIkxhc3RLbm93blZpc2liaWxpdHlTdGF0ZVwiOmZhbHNlfX0sXCJEZWZhdWx0U3dpbWxhbmVNb3RTdHlsZVwiOntcIiRpZFwiOlwiMjI2XCIsXCJTaGFwZVwiOjE0LFwiU2hhcGVTaXplXCI6MSxcIkRldGFpbHNTcGFjaW5nXCI6MC4wLFwiUGFkZGluZ1wiOntcIiRpZFwiOlwiMjI3XCIsXCJUb3BcIjo3LjAsXCJMZWZ0XCI6My4wLFwiUmlnaHRcIjowLjAsXCJCb3R0b21cIjoyLjB9LFwiUG9zaXRpb25PblRhc2tcIjozLFwiU2hhcGVTdHlsZVwiOntcIiRpZFwiOlwiMjI4XCIsXCJNYXJnaW5cIjp7XCIkaWRcIjpcIjIyOVwiLFwiVG9wXCI6MC4wLFwiTGVmdFwiOjAuMCxcIlJpZ2h0XCI6MC4wLFwiQm90dG9tXCI6MC4wfSxcIlBhZGRpbmdcIjp7XCIkaWRcIjpcIjIzMFwiLFwiVG9wXCI6MC4wLFwiTGVmdFwiOjAuMCxcIlJpZ2h0XCI6MC4wLFwiQm90dG9tXCI6MC4wfSxcIkJhY2tncm91bmRcIjp7XCIkaWRcIjpcIjIzMVwiLFwiQ29sb3JcIjp7XCIkaWRcIjpcIjIzMlwiLFwiQVwiOjI1NSxcIlJcIjoxMjcsXCJHXCI6OTYsXCJCXCI6MH19LFwiSXNWaXNpYmxlXCI6dHJ1ZSxcIldpZHRoXCI6MTguMCxcIkhlaWdodFwiOjIwLjAsXCJCb3JkZXJTdHlsZVwiOntcIiRpZFwiOlwiMjMzXCIsXCJMaW5lU3R5bGVcIjp7XCIkaWRcIjpcIjIzNFwiLFwiTGluZUNvbG9yXCI6e1wiJGlkXCI6XCIyMzVcIixcIkNvbG9yXCI6e1wiJGlkXCI6XCIyMzZcIixcIkFcIjoyNTUsXCJSXCI6MjM0LFwiR1wiOjIyLFwiQlwiOjMwfX0sXCJMaW5lV2VpZ2h0XCI6MC4wLFwiTGluZVR5cGVcIjowfSxcIklzVmlzaWJsZVwiOmZhbHNlfX0sXCJUaXRsZVN0eWxlXCI6e1wiJGlkXCI6XCIyMzdcIixcIkZvbnRTZXR0aW5nc1wiOntcIiRpZFwiOlwiMjM4XCIsXCJGb250U2l6ZVwiOjksXCJGb250TmFtZVwiOlwiQ2FsaWJyaVwiLFwiSXNCb2xkXCI6dHJ1ZSxcIklzSXRhbGljXCI6ZmFsc2UsXCJJc1VuZGVybGluZWRcIjpmYWxzZX0sXCJGb3JlZ3JvdW5kXCI6e1wiJGlkXCI6XCIyMzlcIixcIkNvbG9yXCI6e1wiJGlkXCI6XCIyNDBcIixcIkFcIjoyNTUsXCJSXCI6MCxcIkdcIjowLFwiQlwiOjB9fSxcIkhvcml6b250YWxBbGlnbm1lbnRcIjoxLFwiSXNWaXNpYmxlXCI6ZmFsc2V9LFwiRGF0ZVN0eWxlXCI6e1wiJGlkXCI6XCIyNDFcIixcIkZvbnRTZXR0aW5nc1wiOntcIiRpZFwiOlwiMjQyXCIsXCJGb250U2l6ZVwiOjksXCJGb250TmFtZVwiOlwiQ2FsaWJyaVwiLFwiSXNCb2xkXCI6ZmFsc2UsXCJJc0l0YWxpY1wiOmZhbHNlLFwiSXNVbmRlcmxpbmVkXCI6ZmFsc2V9LFwiRm9yZWdyb3VuZFwiOntcIiRpZFwiOlwiMjQzXCIsXCJDb2xvclwiOntcIiRpZFwiOlwiMjQ0XCIsXCJBXCI6MjU1LFwiUlwiOjY4LFwiR1wiOjg0LFwiQlwiOjEwNn19LFwiSG9yaXpvbnRhbEFsaWdubWVudFwiOjEsXCJJc1Zpc2libGVcIjpmYWxzZX0sXCJEYXRlRm9ybWF0XCI6e1wiJGlkXCI6XCIyND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Q2XCIsXCJGb3JtYXRcIjowLFwiSXNWaXNpYmxlXCI6ZmFsc2UsXCJMYXN0S25vd25WaXNpYmlsaXR5U3RhdGVcIjpmYWxzZX19fSxcIl9hZGRpdGlvbmFsU3dpbWxhbmVWMlN0eWxlc1wiOlt7XCIkaWRcIjpcIjI0N1wiLFwiU3R5bGVJZFwiOlwiYTI0NTE5MzMtYTM0Ni00MzFjLTg0NTEtM2JhODAxOTE3MGRiXCIsXCJOYW1lXCI6XCJTd2ltbGFuZSBTdHlsZSAyXCIsXCJIZWFkZXJTdHlsZVwiOntcIiRpZFwiOlwiMjQ4XCIsXCJUZXh0U3R5bGVcIjp7XCIkaWRcIjpcIjI0OVwiLFwiRm9udFNldHRpbmdzXCI6e1wiJGlkXCI6XCIyNTBcIixcIkZvbnRTaXplXCI6MTIsXCJGb250TmFtZVwiOlwiQ2FsaWJyaVwiLFwiSXNCb2xkXCI6dHJ1ZSxcIklzSXRhbGljXCI6ZmFsc2UsXCJJc1VuZGVybGluZWRcIjpmYWxzZX0sXCJGb3JlZ3JvdW5kXCI6e1wiJGlkXCI6XCIyNTFcIixcIkNvbG9yXCI6e1wiJGlkXCI6XCIyNTJcIixcIkFcIjoyNTUsXCJSXCI6MjU1LFwiR1wiOjI1NSxcIkJcIjoyNTV9fSxcIkhvcml6b250YWxBbGlnbm1lbnRcIjowLFwiSXNWaXNpYmxlXCI6ZmFsc2V9LFwiUmVjdGFuZ2xlU3R5bGVcIjp7XCIkaWRcIjpcIjI1M1wiLFwiTWFyZ2luXCI6e1wiJGlkXCI6XCIyNTRcIixcIlRvcFwiOjAuMCxcIkxlZnRcIjowLjAsXCJSaWdodFwiOjAuMCxcIkJvdHRvbVwiOjAuMH0sXCJQYWRkaW5nXCI6e1wiJGlkXCI6XCIyNTVcIixcIlRvcFwiOjAuMCxcIkxlZnRcIjowLjAsXCJSaWdodFwiOjAuMCxcIkJvdHRvbVwiOjAuMH0sXCJCYWNrZ3JvdW5kXCI6e1wiJGlkXCI6XCIyNTZcIixcIkNvbG9yXCI6e1wiJGlkXCI6XCIyNTdcIixcIkFcIjoyNTUsXCJSXCI6MjM3LFwiR1wiOjEyNSxcIkJcIjo0OX19LFwiSXNWaXNpYmxlXCI6ZmFsc2UsXCJXaWR0aFwiOjAuMCxcIkhlaWdodFwiOjAuMCxcIkJvcmRlclN0eWxlXCI6e1wiJGlkXCI6XCIyNThcIixcIkxpbmVTdHlsZVwiOntcIiRpZFwiOlwiMjU5XCIsXCJMaW5lQ29sb3JcIjp7XCIkaWRcIjpcIjI2MFwiLFwiQ29sb3JcIjp7XCIkaWRcIjpcIjI2MVwiLFwiQVwiOjI1NSxcIlJcIjoyMSxcIkdcIjozNyxcIkJcIjo2Nn19LFwiTGluZVdlaWdodFwiOjAuMCxcIkxpbmVUeXBlXCI6MH0sXCJJc1Zpc2libGVcIjpmYWxzZX19fSxcIkJhY2tncm91bmRTdHlsZVwiOntcIiRpZFwiOlwiMjYyXCIsXCJNYXJnaW5cIjp7XCIkaWRcIjpcIjI2M1wiLFwiVG9wXCI6MC4wLFwiTGVmdFwiOjAuMCxcIlJpZ2h0XCI6MC4wLFwiQm90dG9tXCI6MC4wfSxcIlBhZGRpbmdcIjp7XCIkaWRcIjpcIjI2NFwiLFwiVG9wXCI6MC4wLFwiTGVmdFwiOjAuMCxcIlJpZ2h0XCI6MC4wLFwiQm90dG9tXCI6MC4wfSxcIkJhY2tncm91bmRcIjp7XCIkaWRcIjpcIjI2NVwiLFwiQ29sb3JcIjp7XCIkaWRcIjpcIjI2NlwiLFwiQVwiOjM4LFwiUlwiOjIzNyxcIkdcIjoxMjUsXCJCXCI6NDl9fSxcIklzVmlzaWJsZVwiOnRydWUsXCJXaWR0aFwiOjAuMCxcIkhlaWdodFwiOjAuMCxcIkJvcmRlclN0eWxlXCI6e1wiJGlkXCI6XCIyNjdcIixcIkxpbmVTdHlsZVwiOntcIiRpZFwiOlwiMjY4XCIsXCJMaW5lQ29sb3JcIjp7XCIkaWRcIjpcIjI2OVwiLFwiQ29sb3JcIjp7XCIkaWRcIjpcIjI3MFwiLFwiQVwiOjI1NSxcIlJcIjoyMzQsXCJHXCI6MjIsXCJCXCI6MzB9fSxcIkxpbmVXZWlnaHRcIjowLjAsXCJMaW5lVHlwZVwiOjB9LFwiSXNWaXNpYmxlXCI6ZmFsc2V9fSxcIklzQWJvdmVUaW1lYmFuZFwiOmZhbHNlLFwiU3BhY2luZ1wiOjIsXCJEZWZhdWx0U3dpbWxhbmVBY3Rpdml0eVN0eWxlXCI6e1wiJGlkXCI6XCIyNzFcIixcIkhlYWRlclN0eWxlXCI6e1wiJGlkXCI6XCIyNzJcIixcIlRleHRTdHlsZVwiOntcIiRpZFwiOlwiMjczXCIsXCJGb250U2V0dGluZ3NcIjp7XCIkaWRcIjpcIjI3NFwiLFwiRm9udFNpemVcIjoxMixcIkZvbnROYW1lXCI6XCJDYWxpYnJpXCIsXCJJc0JvbGRcIjpmYWxzZSxcIklzSXRhbGljXCI6ZmFsc2UsXCJJc1VuZGVybGluZWRcIjpmYWxzZX0sXCJGb3JlZ3JvdW5kXCI6e1wiJGlkXCI6XCIyNzVcIixcIkNvbG9yXCI6e1wiJGlkXCI6XCIyNzZcIixcIkFcIjoyNTUsXCJSXCI6MCxcIkdcIjowLFwiQlwiOjB9fSxcIkhvcml6b250YWxBbGlnbm1lbnRcIjowLFwiSXNWaXNpYmxlXCI6ZmFsc2V9LFwiUmVjdGFuZ2xlU3R5bGVcIjp7XCIkaWRcIjpcIjI3N1wiLFwiTWFyZ2luXCI6e1wiJGlkXCI6XCIyNzhcIixcIlRvcFwiOjAuMCxcIkxlZnRcIjowLjAsXCJSaWdodFwiOjAuMCxcIkJvdHRvbVwiOjAuMH0sXCJQYWRkaW5nXCI6e1wiJGlkXCI6XCIyNzlcIixcIlRvcFwiOjAuMCxcIkxlZnRcIjowLjAsXCJSaWdodFwiOjAuMCxcIkJvdHRvbVwiOjAuMH0sXCJCYWNrZ3JvdW5kXCI6e1wiJGlkXCI6XCIyODBcIixcIkNvbG9yXCI6e1wiJGlkXCI6XCIyODFcIixcIkFcIjo2MyxcIlJcIjoyMzcsXCJHXCI6MTI1LFwiQlwiOjQ5fX0sXCJJc1Zpc2libGVcIjpmYWxzZSxcIldpZHRoXCI6MC4wLFwiSGVpZ2h0XCI6MC4wLFwiQm9yZGVyU3R5bGVcIjp7XCIkaWRcIjpcIjI4MlwiLFwiTGluZVN0eWxlXCI6e1wiJGlkXCI6XCIyODNcIixcIkxpbmVDb2xvclwiOntcIiRpZFwiOlwiMjg0XCIsXCJDb2xvclwiOntcIiRpZFwiOlwiMjg1XCIsXCJBXCI6MjU1LFwiUlwiOjI1NSxcIkdcIjowLFwiQlwiOjB9fSxcIkxpbmVXZWlnaHRcIjowLjAsXCJMaW5lVHlwZVwiOjB9LFwiSXNWaXNpYmxlXCI6ZmFsc2V9fX0sXCJCYWNrZ3JvdW5kU3R5bGVcIjp7XCIkaWRcIjpcIjI4NlwiLFwiTWFyZ2luXCI6e1wiJGlkXCI6XCIyODdcIixcIlRvcFwiOjAuMCxcIkxlZnRcIjowLjAsXCJSaWdodFwiOjAuMCxcIkJvdHRvbVwiOjAuMH0sXCJQYWRkaW5nXCI6e1wiJGlkXCI6XCIyODhcIixcIlRvcFwiOjAuMCxcIkxlZnRcIjowLjAsXCJSaWdodFwiOjAuMCxcIkJvdHRvbVwiOjAuMH0sXCJCYWNrZ3JvdW5kXCI6e1wiJGlkXCI6XCIyODlcIixcIkNvbG9yXCI6e1wiJGlkXCI6XCIyOTBcIixcIkFcIjozOCxcIlJcIjoyMzcsXCJHXCI6MTI1LFwiQlwiOjQ5fX0sXCJJc1Zpc2libGVcIjp0cnVlLFwiV2lkdGhcIjowLjAsXCJIZWlnaHRcIjowLjAsXCJCb3JkZXJTdHlsZVwiOntcIiRpZFwiOlwiMjkxXCIsXCJMaW5lU3R5bGVcIjp7XCIkaWRcIjpcIjI5MlwiLFwiTGluZUNvbG9yXCI6e1wiJGlkXCI6XCIyOTNcIixcIkNvbG9yXCI6e1wiJGlkXCI6XCIyOTRcIixcIkFcIjoyNTUsXCJSXCI6MjM0LFwiR1wiOjIyLFwiQlwiOjMwfX0sXCJMaW5lV2VpZ2h0XCI6MC4wLFwiTGluZVR5cGVcIjowfSxcIklzVmlzaWJsZVwiOmZhbHNlfX19LFwiRGVmYXVsdFN3aW1sYW5lTWlsZXN0b25lU3R5bGVcIjp7XCIkaWRcIjpcIjI5NVwiLFwiVGl0bGVQb3NpdGlvblwiOjIsXCJEYXRlUG9zaXRpb25cIjowLFwiU2hhcGVUeXBlXCI6MCxcIlNoYXBlU2l6ZVwiOjEsXCJTcGFjaW5nXCI6NSxcIlNoYXBlU3R5bGVcIjp7XCIkaWRcIjpcIjI5NlwiLFwiTWFyZ2luXCI6e1wiJGlkXCI6XCIyOTdcIixcIlRvcFwiOjAuMCxcIkxlZnRcIjowLjAsXCJSaWdodFwiOjAuMCxcIkJvdHRvbVwiOjAuMH0sXCJQYWRkaW5nXCI6e1wiJGlkXCI6XCIyOThcIixcIlRvcFwiOjAuMCxcIkxlZnRcIjowLjAsXCJSaWdodFwiOjAuMCxcIkJvdHRvbVwiOjAuMH0sXCJCYWNrZ3JvdW5kXCI6e1wiJGlkXCI6XCIyOTlcIixcIkNvbG9yXCI6e1wiJGlkXCI6XCIzMDBcIixcIkFcIjoyNTUsXCJSXCI6MjM3LFwiR1wiOjEyNSxcIkJcIjo0OX19LFwiSXNWaXNpYmxlXCI6dHJ1ZSxcIldpZHRoXCI6MTguMCxcIkhlaWdodFwiOjIwLjAsXCJCb3JkZXJTdHlsZVwiOntcIiRpZFwiOlwiMzAxXCIsXCJMaW5lU3R5bGVcIjp7XCIkaWRcIjpcIjMwMlwiLFwiTGluZUNvbG9yXCI6e1wiJGlkXCI6XCIzMDNcIixcIkNvbG9yXCI6e1wiJGlkXCI6XCIzMDRcIixcIkFcIjoyNTUsXCJSXCI6MjM0LFwiR1wiOjIyLFwiQlwiOjMwfX0sXCJMaW5lV2VpZ2h0XCI6Mi4wLFwiTGluZVR5cGVcIjowfSxcIklzVmlzaWJsZVwiOmZhbHNlfX0sXCJUaXRsZVN0eWxlXCI6e1wiJGlkXCI6XCIzMDVcIixcIkZvbnRTZXR0aW5nc1wiOntcIiRpZFwiOlwiMzA2XCIsXCJGb250U2l6ZVwiOjksXCJGb250TmFtZVwiOlwiQ2FsaWJyaVwiLFwiSXNCb2xkXCI6dHJ1ZSxcIklzSXRhbGljXCI6ZmFsc2UsXCJJc1VuZGVybGluZWRcIjpmYWxzZX0sXCJGb3JlZ3JvdW5kXCI6e1wiJGlkXCI6XCIzMDdcIixcIkNvbG9yXCI6e1wiJGlkXCI6XCIzMDhcIixcIkFcIjoyNTUsXCJSXCI6MCxcIkdcIjowLFwiQlwiOjB9fSxcIkhvcml6b250YWxBbGlnbm1lbnRcIjoxLFwiSXNWaXNpYmxlXCI6dHJ1ZX0sXCJEYXRlU3R5bGVcIjp7XCIkaWRcIjpcIjMwOVwiLFwiRm9udFNldHRpbmdzXCI6e1wiJGlkXCI6XCIzMTBcIixcIkZvbnRTaXplXCI6OSxcIkZvbnROYW1lXCI6XCJDYWxpYnJpXCIsXCJJc0JvbGRcIjpmYWxzZSxcIklzSXRhbGljXCI6ZmFsc2UsXCJJc1VuZGVybGluZWRcIjpmYWxzZX0sXCJGb3JlZ3JvdW5kXCI6e1wiJGlkXCI6XCIzMTFcIixcIkNvbG9yXCI6e1wiJGlkXCI6XCIzMTJcIixcIkFcIjoyNTUsXCJSXCI6NjgsXCJHXCI6ODQsXCJCXCI6MTA2fX0sXCJIb3Jpem9udGFsQWxpZ25tZW50XCI6MCxcIklzVmlzaWJsZVwiOmZhbHNlfSxcIkRhdGVGb3JtYXRcIjp7XCIkaWRcIjpcIjMxM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zMTRcIixcIkZvcm1hdFwiOjAsXCJJc1Zpc2libGVcIjpmYWxzZSxcIkxhc3RLbm93blZpc2liaWxpdHlTdGF0ZVwiOmZhbHNlfX0sXCJEZWZhdWx0U3dpbWxhbmVUYXNrU3R5bGVcIjp7XCIkaWRcIjpcIjMxNVwiLFwiU2hhcGVcIjo3LFwiU2hhcGVUaGlja25lc3NcIjowLFwiRHVyYXRpb25Gb3JtYXRcIjowLFwiUGVyY2VudGFnZUNvbXBsZXRlVGV4dFN0eWxlXCI6e1wiJGlkXCI6XCIzMTZcIixcIkZvbnRTZXR0aW5nc1wiOntcIiRpZFwiOlwiMzE3XCIsXCJGb250U2l6ZVwiOjEwLFwiRm9udE5hbWVcIjpcIkNhbGlicmlcIixcIklzQm9sZFwiOmZhbHNlLFwiSXNJdGFsaWNcIjpmYWxzZSxcIklzVW5kZXJsaW5lZFwiOmZhbHNlfSxcIkZvcmVncm91bmRcIjp7XCIkaWRcIjpcIjMxOFwiLFwiQ29sb3JcIjp7XCIkaWRcIjpcIjMxOVwiLFwiQVwiOjI1NSxcIlJcIjoyMzgsXCJHXCI6MjM2LFwiQlwiOjIyNX19LFwiSG9yaXpvbnRhbEFsaWdubWVudFwiOjAsXCJJc1Zpc2libGVcIjp0cnVlfSxcIlBlcmNlbnRhZ2VDb21wbGV0ZUhpZ2hsaWdodFN0eWxlXCI6e1wiJGlkXCI6XCIzMjBcIixcIkJhY2tncm91bmRcIjp7XCIkaWRcIjpcIjMyMVwiLFwiQ29sb3JcIjp7XCIkaWRcIjpcIjMyMlwiLFwiQVwiOjg5LFwiUlwiOjAsXCJHXCI6MCxcIkJcIjowfX19LFwiRHVyYXRpb25TdHlsZVwiOntcIiRpZFwiOlwiMzIzXCIsXCJGb250U2V0dGluZ3NcIjp7XCIkaWRcIjpcIjMyNFwiLFwiRm9udFNpemVcIjoxMCxcIkZvbnROYW1lXCI6XCJDYWxpYnJpXCIsXCJJc0JvbGRcIjpmYWxzZSxcIklzSXRhbGljXCI6ZmFsc2UsXCJJc1VuZGVybGluZWRcIjpmYWxzZX0sXCJGb3JlZ3JvdW5kXCI6e1wiJGlkXCI6XCIzMjVcIixcIkNvbG9yXCI6e1wiJGlkXCI6XCIzMjZcIixcIkFcIjoyNTUsXCJSXCI6MjM3LFwiR1wiOjEyNSxcIkJcIjo0OX19LFwiSG9yaXpvbnRhbEFsaWdubWVudFwiOjAsXCJJc1Zpc2libGVcIjpmYWxzZX0sXCJNYXJnaW5cIjp7XCIkaWRcIjpcIjMyN1wiLFwiVG9wXCI6MC4wLFwiTGVmdFwiOjAuMCxcIlJpZ2h0XCI6MC4wLFwiQm90dG9tXCI6MC4wfSxcIlN0YXJ0RGF0ZVBvc2l0aW9uXCI6MCxcIkVuZERhdGVQb3NpdGlvblwiOjAsXCJUaXRsZVBvc2l0aW9uXCI6MixcIkR1cmF0aW9uUG9zaXRpb25cIjowLFwiUGVyY2VudGFnZUNvbXBsZXRlZFBvc2l0aW9uXCI6MixcIlNwYWNpbmdcIjozLFwiU2hhcGVTdHlsZVwiOntcIiRpZFwiOlwiMzI4XCIsXCJNYXJnaW5cIjp7XCIkaWRcIjpcIjMyOVwiLFwiVG9wXCI6MC4wLFwiTGVmdFwiOjQuMCxcIlJpZ2h0XCI6NC4wLFwiQm90dG9tXCI6MC4wfSxcIlBhZGRpbmdcIjp7XCIkaWRcIjpcIjMzMFwiLFwiVG9wXCI6MC4wLFwiTGVmdFwiOjAuMCxcIlJpZ2h0XCI6MC4wLFwiQm90dG9tXCI6MC4wfSxcIkJhY2tncm91bmRcIjp7XCIkaWRcIjpcIjMzMVwiLFwiQ29sb3JcIjp7XCIkaWRcIjpcIjMzMlwiLFwiQVwiOjI1NSxcIlJcIjoyMzcsXCJHXCI6MTI1LFwiQlwiOjQ5fX0sXCJJc1Zpc2libGVcIjp0cnVlLFwiV2lkdGhcIjowLjAsXCJIZWlnaHRcIjoxMy40MjY2NjY2NjY2NjY2NzcsXCJCb3JkZXJTdHlsZVwiOntcIiRpZFwiOlwiMzMzXCIsXCJMaW5lU3R5bGVcIjp7XCIkaWRcIjpcIjMzNFwiLFwiTGluZUNvbG9yXCI6e1wiJGlkXCI6XCIzMzVcIixcIkNvbG9yXCI6e1wiJGlkXCI6XCIzMzZcIixcIkFcIjoyNTUsXCJSXCI6MjM0LFwiR1wiOjIyLFwiQlwiOjMwfX0sXCJMaW5lV2VpZ2h0XCI6Mi4wLFwiTGluZVR5cGVcIjowfSxcIklzVmlzaWJsZVwiOmZhbHNlfX0sXCJUaXRsZVN0eWxlXCI6e1wiJGlkXCI6XCIzMzdcIixcIkZvbnRTZXR0aW5nc1wiOntcIiRpZFwiOlwiMzM4XCIsXCJGb250U2l6ZVwiOjksXCJGb250TmFtZVwiOlwiQ2FsaWJyaVwiLFwiSXNCb2xkXCI6dHJ1ZSxcIklzSXRhbGljXCI6ZmFsc2UsXCJJc1VuZGVybGluZWRcIjpmYWxzZX0sXCJGb3JlZ3JvdW5kXCI6e1wiJGlkXCI6XCIzMzlcIixcIkNvbG9yXCI6e1wiJGlkXCI6XCIzNDBcIixcIkFcIjoyNTUsXCJSXCI6MjU1LFwiR1wiOjI1NSxcIkJcIjoyNTV9fSxcIkhvcml6b250YWxBbGlnbm1lbnRcIjoxLFwiSXNWaXNpYmxlXCI6dHJ1ZX0sXCJEYXRlU3R5bGVcIjp7XCIkaWRcIjpcIjM0MVwiLFwiRm9udFNldHRpbmdzXCI6e1wiJGlkXCI6XCIzNDJcIixcIkZvbnRTaXplXCI6MTAsXCJGb250TmFtZVwiOlwiQ2FsaWJyaVwiLFwiSXNCb2xkXCI6ZmFsc2UsXCJJc0l0YWxpY1wiOmZhbHNlLFwiSXNVbmRlcmxpbmVkXCI6ZmFsc2V9LFwiRm9yZWdyb3VuZFwiOntcIiRpZFwiOlwiMzQzXCIsXCJDb2xvclwiOntcIiRpZFwiOlwiMzQ0XCIsXCJBXCI6MjU1LFwiUlwiOjY4LFwiR1wiOjg0LFwiQlwiOjEwNn19LFwiSG9yaXpvbnRhbEFsaWdubWVudFwiOjAsXCJJc1Zpc2libGVcIjpmYWxzZX0sXCJEYXRlRm9ybWF0XCI6e1wiJGlkXCI6XCIzND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Q2XCIsXCJGb3JtYXRcIjowLFwiSXNWaXNpYmxlXCI6ZmFsc2UsXCJMYXN0S25vd25WaXNpYmlsaXR5U3RhdGVcIjpmYWxzZX19LFwiRGVmYXVsdFN3aW1sYW5lTW90U3R5bGVcIjp7XCIkaWRcIjpcIjM0N1wiLFwiU2hhcGVcIjoxNCxcIlNoYXBlU2l6ZVwiOjEsXCJEZXRhaWxzU3BhY2luZ1wiOjAuMCxcIlBhZGRpbmdcIjp7XCIkaWRcIjpcIjM0OFwiLFwiVG9wXCI6Ny4wLFwiTGVmdFwiOjMuMCxcIlJpZ2h0XCI6MC4wLFwiQm90dG9tXCI6Mi4wfSxcIlBvc2l0aW9uT25UYXNrXCI6MyxcIlNoYXBlU3R5bGVcIjp7XCIkaWRcIjpcIjM0OVwiLFwiTWFyZ2luXCI6e1wiJGlkXCI6XCIzNTBcIixcIlRvcFwiOjAuMCxcIkxlZnRcIjowLjAsXCJSaWdodFwiOjAuMCxcIkJvdHRvbVwiOjAuMH0sXCJQYWRkaW5nXCI6e1wiJGlkXCI6XCIzNTFcIixcIlRvcFwiOjAuMCxcIkxlZnRcIjowLjAsXCJSaWdodFwiOjAuMCxcIkJvdHRvbVwiOjAuMH0sXCJCYWNrZ3JvdW5kXCI6e1wiJGlkXCI6XCIzNTJcIixcIkNvbG9yXCI6e1wiJGlkXCI6XCIzNTNcIixcIkFcIjoyNTUsXCJSXCI6MTMyLFwiR1wiOjYwLFwiQlwiOjEyfX0sXCJJc1Zpc2libGVcIjp0cnVlLFwiV2lkdGhcIjoxOC4wLFwiSGVpZ2h0XCI6MjAuMCxcIkJvcmRlclN0eWxlXCI6e1wiJGlkXCI6XCIzNTRcIixcIkxpbmVTdHlsZVwiOntcIiRpZFwiOlwiMzU1XCIsXCJMaW5lQ29sb3JcIjp7XCIkaWRcIjpcIjM1NlwiLFwiQ29sb3JcIjp7XCIkaWRcIjpcIjM1N1wiLFwiQVwiOjI1NSxcIlJcIjoyMzQsXCJHXCI6MjIsXCJCXCI6MzB9fSxcIkxpbmVXZWlnaHRcIjowLjAsXCJMaW5lVHlwZVwiOjB9LFwiSXNWaXNpYmxlXCI6ZmFsc2V9fSxcIlRpdGxlU3R5bGVcIjp7XCIkaWRcIjpcIjM1OFwiLFwiRm9udFNldHRpbmdzXCI6e1wiJGlkXCI6XCIzNTlcIixcIkZvbnRTaXplXCI6OSxcIkZvbnROYW1lXCI6XCJDYWxpYnJpXCIsXCJJc0JvbGRcIjp0cnVlLFwiSXNJdGFsaWNcIjpmYWxzZSxcIklzVW5kZXJsaW5lZFwiOmZhbHNlfSxcIkZvcmVncm91bmRcIjp7XCIkaWRcIjpcIjM2MFwiLFwiQ29sb3JcIjp7XCIkaWRcIjpcIjM2MVwiLFwiQVwiOjI1NSxcIlJcIjowLFwiR1wiOjAsXCJCXCI6MH19LFwiSG9yaXpvbnRhbEFsaWdubWVudFwiOjEsXCJJc1Zpc2libGVcIjp0cnVlfSxcIkRhdGVTdHlsZVwiOntcIiRpZFwiOlwiMzYyXCIsXCJGb250U2V0dGluZ3NcIjp7XCIkaWRcIjpcIjM2M1wiLFwiRm9udFNpemVcIjo5LFwiRm9udE5hbWVcIjpcIkNhbGlicmlcIixcIklzQm9sZFwiOmZhbHNlLFwiSXNJdGFsaWNcIjpmYWxzZSxcIklzVW5kZXJsaW5lZFwiOmZhbHNlfSxcIkZvcmVncm91bmRcIjp7XCIkaWRcIjpcIjM2NFwiLFwiQ29sb3JcIjp7XCIkaWRcIjpcIjM2NVwiLFwiQVwiOjI1NSxcIlJcIjo2OCxcIkdcIjo4NCxcIkJcIjoxMDZ9fSxcIkhvcml6b250YWxBbGlnbm1lbnRcIjoxLFwiSXNWaXNpYmxlXCI6ZmFsc2V9LFwiRGF0ZUZvcm1hdFwiOntcIiRpZFwiOlwiMzY2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M2N1wiLFwiRm9ybWF0XCI6MCxcIklzVmlzaWJsZVwiOmZhbHNlLFwiTGFzdEtub3duVmlzaWJpbGl0eVN0YXRlXCI6ZmFsc2V9fX0se1wiJGlkXCI6XCIzNjhcIixcIlN0eWxlSWRcIjpcImYzMzRlZWY4LWNlOTctNGM3Ny04YTA5LWFkODI0MzE5NTFlMFwiLFwiTmFtZVwiOlwiU3dpbWxhbmUgU3R5bGUgM1wiLFwiSGVhZGVyU3R5bGVcIjp7XCIkaWRcIjpcIjM2OVwiLFwiVGV4dFN0eWxlXCI6e1wiJGlkXCI6XCIzNzBcIixcIkZvbnRTZXR0aW5nc1wiOntcIiRpZFwiOlwiMzcxXCIsXCJGb250U2l6ZVwiOjEyLFwiRm9udE5hbWVcIjpcIkNhbGlicmlcIixcIklzQm9sZFwiOnRydWUsXCJJc0l0YWxpY1wiOmZhbHNlLFwiSXNVbmRlcmxpbmVkXCI6ZmFsc2V9LFwiRm9yZWdyb3VuZFwiOntcIiRpZFwiOlwiMzcyXCIsXCJDb2xvclwiOntcIiRpZFwiOlwiMzczXCIsXCJBXCI6MjU1LFwiUlwiOjI1NSxcIkdcIjoyNTUsXCJCXCI6MjU1fX0sXCJIb3Jpem9udGFsQWxpZ25tZW50XCI6MCxcIklzVmlzaWJsZVwiOmZhbHNlfSxcIlJlY3RhbmdsZVN0eWxlXCI6e1wiJGlkXCI6XCIzNzRcIixcIk1hcmdpblwiOntcIiRpZFwiOlwiMzc1XCIsXCJUb3BcIjowLjAsXCJMZWZ0XCI6MC4wLFwiUmlnaHRcIjowLjAsXCJCb3R0b21cIjowLjB9LFwiUGFkZGluZ1wiOntcIiRpZFwiOlwiMzc2XCIsXCJUb3BcIjowLjAsXCJMZWZ0XCI6MC4wLFwiUmlnaHRcIjowLjAsXCJCb3R0b21cIjowLjB9LFwiQmFja2dyb3VuZFwiOntcIiRpZFwiOlwiMzc3XCIsXCJDb2xvclwiOntcIiRpZFwiOlwiMzc4XCIsXCJBXCI6MjU1LFwiUlwiOjExMixcIkdcIjoxNzMsXCJCXCI6NzF9fSxcIklzVmlzaWJsZVwiOmZhbHNlLFwiV2lkdGhcIjowLjAsXCJIZWlnaHRcIjowLjAsXCJCb3JkZXJTdHlsZVwiOntcIiRpZFwiOlwiMzc5XCIsXCJMaW5lU3R5bGVcIjp7XCIkaWRcIjpcIjM4MFwiLFwiTGluZUNvbG9yXCI6e1wiJGlkXCI6XCIzODFcIixcIkNvbG9yXCI6e1wiJGlkXCI6XCIzODJcIixcIkFcIjoyNTUsXCJSXCI6NTUsXCJHXCI6NTUsXCJCXCI6NTV9fSxcIkxpbmVXZWlnaHRcIjowLjAsXCJMaW5lVHlwZVwiOjB9LFwiSXNWaXNpYmxlXCI6ZmFsc2V9fX0sXCJCYWNrZ3JvdW5kU3R5bGVcIjp7XCIkaWRcIjpcIjM4M1wiLFwiTWFyZ2luXCI6e1wiJGlkXCI6XCIzODRcIixcIlRvcFwiOjAuMCxcIkxlZnRcIjowLjAsXCJSaWdodFwiOjAuMCxcIkJvdHRvbVwiOjAuMH0sXCJQYWRkaW5nXCI6e1wiJGlkXCI6XCIzODVcIixcIlRvcFwiOjAuMCxcIkxlZnRcIjowLjAsXCJSaWdodFwiOjAuMCxcIkJvdHRvbVwiOjAuMH0sXCJCYWNrZ3JvdW5kXCI6e1wiJGlkXCI6XCIzODZcIixcIkNvbG9yXCI6e1wiJGlkXCI6XCIzODdcIixcIkFcIjozOCxcIlJcIjoxMTIsXCJHXCI6MTczLFwiQlwiOjcxfX0sXCJJc1Zpc2libGVcIjp0cnVlLFwiV2lkdGhcIjowLjAsXCJIZWlnaHRcIjowLjAsXCJCb3JkZXJTdHlsZVwiOntcIiRpZFwiOlwiMzg4XCIsXCJMaW5lU3R5bGVcIjp7XCIkaWRcIjpcIjM4OVwiLFwiTGluZUNvbG9yXCI6e1wiJGlkXCI6XCIzOTBcIixcIkNvbG9yXCI6e1wiJGlkXCI6XCIzOTFcIixcIkFcIjoyNTUsXCJSXCI6MjM0LFwiR1wiOjIyLFwiQlwiOjMwfX0sXCJMaW5lV2VpZ2h0XCI6MC4wLFwiTGluZVR5cGVcIjowfSxcIklzVmlzaWJsZVwiOmZhbHNlfX0sXCJJc0Fib3ZlVGltZWJhbmRcIjpmYWxzZSxcIlNwYWNpbmdcIjoyLFwiRGVmYXVsdFN3aW1sYW5lQWN0aXZpdHlTdHlsZVwiOntcIiRpZFwiOlwiMzkyXCIsXCJIZWFkZXJTdHlsZVwiOntcIiRpZFwiOlwiMzkzXCIsXCJUZXh0U3R5bGVcIjp7XCIkaWRcIjpcIjM5NFwiLFwiRm9udFNldHRpbmdzXCI6e1wiJGlkXCI6XCIzOTVcIixcIkZvbnRTaXplXCI6MTIsXCJGb250TmFtZVwiOlwiQ2FsaWJyaVwiLFwiSXNCb2xkXCI6ZmFsc2UsXCJJc0l0YWxpY1wiOmZhbHNlLFwiSXNVbmRlcmxpbmVkXCI6ZmFsc2V9LFwiRm9yZWdyb3VuZFwiOntcIiRpZFwiOlwiMzk2XCIsXCJDb2xvclwiOntcIiRpZFwiOlwiMzk3XCIsXCJBXCI6MjU1LFwiUlwiOjAsXCJHXCI6MCxcIkJcIjowfX0sXCJIb3Jpem9udGFsQWxpZ25tZW50XCI6MCxcIklzVmlzaWJsZVwiOmZhbHNlfSxcIlJlY3RhbmdsZVN0eWxlXCI6e1wiJGlkXCI6XCIzOThcIixcIk1hcmdpblwiOntcIiRpZFwiOlwiMzk5XCIsXCJUb3BcIjowLjAsXCJMZWZ0XCI6MC4wLFwiUmlnaHRcIjowLjAsXCJCb3R0b21cIjowLjB9LFwiUGFkZGluZ1wiOntcIiRpZFwiOlwiNDAwXCIsXCJUb3BcIjowLjAsXCJMZWZ0XCI6MC4wLFwiUmlnaHRcIjowLjAsXCJCb3R0b21cIjowLjB9LFwiQmFja2dyb3VuZFwiOntcIiRpZFwiOlwiNDAxXCIsXCJDb2xvclwiOntcIiRpZFwiOlwiNDAyXCIsXCJBXCI6NjMsXCJSXCI6MTEyLFwiR1wiOjE3MyxcIkJcIjo3MX19LFwiSXNWaXNpYmxlXCI6ZmFsc2UsXCJXaWR0aFwiOjAuMCxcIkhlaWdodFwiOjAuMCxcIkJvcmRlclN0eWxlXCI6e1wiJGlkXCI6XCI0MDNcIixcIkxpbmVTdHlsZVwiOntcIiRpZFwiOlwiNDA0XCIsXCJMaW5lQ29sb3JcIjp7XCIkaWRcIjpcIjQwNVwiLFwiQ29sb3JcIjp7XCIkaWRcIjpcIjQwNlwiLFwiQVwiOjI1NSxcIlJcIjoyNTUsXCJHXCI6MCxcIkJcIjowfX0sXCJMaW5lV2VpZ2h0XCI6MC4wLFwiTGluZVR5cGVcIjowfSxcIklzVmlzaWJsZVwiOmZhbHNlfX19LFwiQmFja2dyb3VuZFN0eWxlXCI6e1wiJGlkXCI6XCI0MDdcIixcIk1hcmdpblwiOntcIiRpZFwiOlwiNDA4XCIsXCJUb3BcIjowLjAsXCJMZWZ0XCI6MC4wLFwiUmlnaHRcIjowLjAsXCJCb3R0b21cIjowLjB9LFwiUGFkZGluZ1wiOntcIiRpZFwiOlwiNDA5XCIsXCJUb3BcIjowLjAsXCJMZWZ0XCI6MC4wLFwiUmlnaHRcIjowLjAsXCJCb3R0b21cIjowLjB9LFwiQmFja2dyb3VuZFwiOntcIiRpZFwiOlwiNDEwXCIsXCJDb2xvclwiOntcIiRpZFwiOlwiNDExXCIsXCJBXCI6MzgsXCJSXCI6MTEyLFwiR1wiOjE3MyxcIkJcIjo3MX19LFwiSXNWaXNpYmxlXCI6dHJ1ZSxcIldpZHRoXCI6MC4wLFwiSGVpZ2h0XCI6MC4wLFwiQm9yZGVyU3R5bGVcIjp7XCIkaWRcIjpcIjQxMlwiLFwiTGluZVN0eWxlXCI6e1wiJGlkXCI6XCI0MTNcIixcIkxpbmVDb2xvclwiOntcIiRpZFwiOlwiNDE0XCIsXCJDb2xvclwiOntcIiRpZFwiOlwiNDE1XCIsXCJBXCI6MjU1LFwiUlwiOjIzNCxcIkdcIjoyMixcIkJcIjozMH19LFwiTGluZVdlaWdodFwiOjAuMCxcIkxpbmVUeXBlXCI6MH0sXCJJc1Zpc2libGVcIjpmYWxzZX19fSxcIkRlZmF1bHRTd2ltbGFuZU1pbGVzdG9uZVN0eWxlXCI6e1wiJGlkXCI6XCI0MTZcIixcIlRpdGxlUG9zaXRpb25cIjoyLFwiRGF0ZVBvc2l0aW9uXCI6MCxcIlNoYXBlVHlwZVwiOjAsXCJTaGFwZVNpemVcIjoxLFwiU3BhY2luZ1wiOjUsXCJTaGFwZVN0eWxlXCI6e1wiJGlkXCI6XCI0MTdcIixcIk1hcmdpblwiOntcIiRpZFwiOlwiNDE4XCIsXCJUb3BcIjowLjAsXCJMZWZ0XCI6MC4wLFwiUmlnaHRcIjowLjAsXCJCb3R0b21cIjowLjB9LFwiUGFkZGluZ1wiOntcIiRpZFwiOlwiNDE5XCIsXCJUb3BcIjowLjAsXCJMZWZ0XCI6MC4wLFwiUmlnaHRcIjowLjAsXCJCb3R0b21cIjowLjB9LFwiQmFja2dyb3VuZFwiOntcIiRpZFwiOlwiNDIwXCIsXCJDb2xvclwiOntcIiRpZFwiOlwiNDIxXCIsXCJBXCI6MjU1LFwiUlwiOjExMixcIkdcIjoxNzMsXCJCXCI6NzF9fSxcIklzVmlzaWJsZVwiOnRydWUsXCJXaWR0aFwiOjE4LjAsXCJIZWlnaHRcIjoyMC4wLFwiQm9yZGVyU3R5bGVcIjp7XCIkaWRcIjpcIjQyMlwiLFwiTGluZVN0eWxlXCI6e1wiJGlkXCI6XCI0MjNcIixcIkxpbmVDb2xvclwiOntcIiRpZFwiOlwiNDI0XCIsXCJDb2xvclwiOntcIiRpZFwiOlwiNDI1XCIsXCJBXCI6MjU1LFwiUlwiOjIzNCxcIkdcIjoyMixcIkJcIjozMH19LFwiTGluZVdlaWdodFwiOjIuMCxcIkxpbmVUeXBlXCI6MH0sXCJJc1Zpc2libGVcIjpmYWxzZX19LFwiVGl0bGVTdHlsZVwiOntcIiRpZFwiOlwiNDI2XCIsXCJGb250U2V0dGluZ3NcIjp7XCIkaWRcIjpcIjQyN1wiLFwiRm9udFNpemVcIjo5LFwiRm9udE5hbWVcIjpcIkNhbGlicmlcIixcIklzQm9sZFwiOnRydWUsXCJJc0l0YWxpY1wiOmZhbHNlLFwiSXNVbmRlcmxpbmVkXCI6ZmFsc2V9LFwiRm9yZWdyb3VuZFwiOntcIiRpZFwiOlwiNDI4XCIsXCJDb2xvclwiOntcIiRpZFwiOlwiNDI5XCIsXCJBXCI6MjU1LFwiUlwiOjAsXCJHXCI6MCxcIkJcIjowfX0sXCJIb3Jpem9udGFsQWxpZ25tZW50XCI6MSxcIklzVmlzaWJsZVwiOnRydWV9LFwiRGF0ZVN0eWxlXCI6e1wiJGlkXCI6XCI0MzBcIixcIkZvbnRTZXR0aW5nc1wiOntcIiRpZFwiOlwiNDMxXCIsXCJGb250U2l6ZVwiOjksXCJGb250TmFtZVwiOlwiQ2FsaWJyaVwiLFwiSXNCb2xkXCI6ZmFsc2UsXCJJc0l0YWxpY1wiOmZhbHNlLFwiSXNVbmRlcmxpbmVkXCI6ZmFsc2V9LFwiRm9yZWdyb3VuZFwiOntcIiRpZFwiOlwiNDMyXCIsXCJDb2xvclwiOntcIiRpZFwiOlwiNDMzXCIsXCJBXCI6MjU1LFwiUlwiOjY4LFwiR1wiOjg0LFwiQlwiOjEwNn19LFwiSG9yaXpvbnRhbEFsaWdubWVudFwiOjAsXCJJc1Zpc2libGVcIjpmYWxzZX0sXCJEYXRlRm9ybWF0XCI6e1wiJGlkXCI6XCI0Mz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DM1XCIsXCJGb3JtYXRcIjowLFwiSXNWaXNpYmxlXCI6ZmFsc2UsXCJMYXN0S25vd25WaXNpYmlsaXR5U3RhdGVcIjpmYWxzZX19LFwiRGVmYXVsdFN3aW1sYW5lVGFza1N0eWxlXCI6e1wiJGlkXCI6XCI0MzZcIixcIlNoYXBlXCI6NyxcIlNoYXBlVGhpY2tuZXNzXCI6MSxcIkR1cmF0aW9uRm9ybWF0XCI6NSxcIlBlcmNlbnRhZ2VDb21wbGV0ZVRleHRTdHlsZVwiOntcIiRpZFwiOlwiNDM3XCIsXCJGb250U2V0dGluZ3NcIjp7XCIkaWRcIjpcIjQzOFwiLFwiRm9udFNpemVcIjoxMCxcIkZvbnROYW1lXCI6XCJDYWxpYnJpXCIsXCJJc0JvbGRcIjp0cnVlLFwiSXNJdGFsaWNcIjpmYWxzZSxcIklzVW5kZXJsaW5lZFwiOmZhbHNlfSxcIkZvcmVncm91bmRcIjp7XCIkaWRcIjpcIjQzOVwiLFwiQ29sb3JcIjp7XCIkaWRcIjpcIjQ0MFwiLFwiQVwiOjI1NSxcIlJcIjo1NixcIkdcIjo4NyxcIkJcIjozNX19LFwiSG9yaXpvbnRhbEFsaWdubWVudFwiOjIsXCJJc1Zpc2libGVcIjp0cnVlfSxcIlBlcmNlbnRhZ2VDb21wbGV0ZUhpZ2hsaWdodFN0eWxlXCI6e1wiJGlkXCI6XCI0NDFcIixcIkJhY2tncm91bmRcIjp7XCIkaWRcIjpcIjQ0MlwiLFwiQ29sb3JcIjp7XCIkaWRcIjpcIjQ0M1wiLFwiQVwiOjg5LFwiUlwiOjAsXCJHXCI6MCxcIkJcIjowfX19LFwiRHVyYXRpb25TdHlsZVwiOntcIiRpZFwiOlwiNDQ0XCIsXCJGb250U2V0dGluZ3NcIjp7XCIkaWRcIjpcIjQ0NVwiLFwiRm9udFNpemVcIjoxMCxcIkZvbnROYW1lXCI6XCJDYWxpYnJpXCIsXCJJc0JvbGRcIjp0cnVlLFwiSXNJdGFsaWNcIjpmYWxzZSxcIklzVW5kZXJsaW5lZFwiOmZhbHNlfSxcIkZvcmVncm91bmRcIjp7XCIkaWRcIjpcIjQ0NlwiLFwiQ29sb3JcIjp7XCIkaWRcIjpcIjQ0N1wiLFwiQVwiOjI1NSxcIlJcIjo1NixcIkdcIjo4NyxcIkJcIjozNX19LFwiSG9yaXpvbnRhbEFsaWdubWVudFwiOjAsXCJJc1Zpc2libGVcIjp0cnVlfSxcIk1hcmdpblwiOntcIiRpZFwiOlwiNDQ4XCIsXCJUb3BcIjowLjAsXCJMZWZ0XCI6MC4wLFwiUmlnaHRcIjowLjAsXCJCb3R0b21cIjowLjB9LFwiU3RhcnREYXRlUG9zaXRpb25cIjowLFwiRW5kRGF0ZVBvc2l0aW9uXCI6MCxcIlRpdGxlUG9zaXRpb25cIjoxLFwiRHVyYXRpb25Qb3NpdGlvblwiOjAsXCJQZXJjZW50YWdlQ29tcGxldGVkUG9zaXRpb25cIjozLFwiU3BhY2luZ1wiOjMsXCJTaGFwZVN0eWxlXCI6e1wiJGlkXCI6XCI0NDlcIixcIk1hcmdpblwiOntcIiRpZFwiOlwiNDUwXCIsXCJUb3BcIjowLjAsXCJMZWZ0XCI6NC4wLFwiUmlnaHRcIjo0LjAsXCJCb3R0b21cIjowLjB9LFwiUGFkZGluZ1wiOntcIiRpZFwiOlwiNDUxXCIsXCJUb3BcIjowLjAsXCJMZWZ0XCI6MC4wLFwiUmlnaHRcIjowLjAsXCJCb3R0b21cIjowLjB9LFwiQmFja2dyb3VuZFwiOntcIiRpZFwiOlwiNDUyXCIsXCJDb2xvclwiOntcIiRpZFwiOlwiNDUzXCIsXCJBXCI6MjU1LFwiUlwiOjExMixcIkdcIjoxNzMsXCJCXCI6NzF9fSxcIklzVmlzaWJsZVwiOnRydWUsXCJXaWR0aFwiOjAuMCxcIkhlaWdodFwiOjE2LjAsXCJCb3JkZXJTdHlsZVwiOntcIiRpZFwiOlwiNDU0XCIsXCJMaW5lU3R5bGVcIjp7XCIkaWRcIjpcIjQ1NVwiLFwiTGluZUNvbG9yXCI6e1wiJGlkXCI6XCI0NTZcIixcIkNvbG9yXCI6e1wiJGlkXCI6XCI0NTdcIixcIkFcIjoyNTUsXCJSXCI6MjM0LFwiR1wiOjIyLFwiQlwiOjMwfX0sXCJMaW5lV2VpZ2h0XCI6Mi4wLFwiTGluZVR5cGVcIjowfSxcIklzVmlzaWJsZVwiOmZhbHNlfX0sXCJUaXRsZVN0eWxlXCI6e1wiJGlkXCI6XCI0NThcIixcIkZvbnRTZXR0aW5nc1wiOntcIiRpZFwiOlwiNDU5XCIsXCJGb250U2l6ZVwiOjksXCJGb250TmFtZVwiOlwiQ2FsaWJyaVwiLFwiSXNCb2xkXCI6dHJ1ZSxcIklzSXRhbGljXCI6ZmFsc2UsXCJJc1VuZGVybGluZWRcIjpmYWxzZX0sXCJGb3JlZ3JvdW5kXCI6e1wiJGlkXCI6XCI0NjBcIixcIkNvbG9yXCI6e1wiJGlkXCI6XCI0NjFcIixcIkFcIjoyNTUsXCJSXCI6MCxcIkdcIjowLFwiQlwiOjB9fSxcIkhvcml6b250YWxBbGlnbm1lbnRcIjowLFwiSXNWaXNpYmxlXCI6dHJ1ZX0sXCJEYXRlU3R5bGVcIjp7XCIkaWRcIjpcIjQ2MlwiLFwiRm9udFNldHRpbmdzXCI6e1wiJGlkXCI6XCI0NjNcIixcIkZvbnRTaXplXCI6MTAsXCJGb250TmFtZVwiOlwiQ2FsaWJyaVwiLFwiSXNCb2xkXCI6ZmFsc2UsXCJJc0l0YWxpY1wiOmZhbHNlLFwiSXNVbmRlcmxpbmVkXCI6ZmFsc2V9LFwiRm9yZWdyb3VuZFwiOntcIiRpZFwiOlwiNDY0XCIsXCJDb2xvclwiOntcIiRpZFwiOlwiNDY1XCIsXCJBXCI6MjU1LFwiUlwiOjY4LFwiR1wiOjg0LFwiQlwiOjEwNn19LFwiSG9yaXpvbnRhbEFsaWdubWVudFwiOjAsXCJJc1Zpc2libGVcIjpmYWxzZX0sXCJEYXRlRm9ybWF0XCI6e1wiJGlkXCI6XCI0Nj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DY3XCIsXCJGb3JtYXRcIjowLFwiSXNWaXNpYmxlXCI6ZmFsc2UsXCJMYXN0S25vd25WaXNpYmlsaXR5U3RhdGVcIjpmYWxzZX19LFwiRGVmYXVsdFN3aW1sYW5lTW90U3R5bGVcIjp7XCIkaWRcIjpcIjQ2OFwiLFwiU2hhcGVcIjowLFwiU2hhcGVTaXplXCI6MSxcIkRldGFpbHNTcGFjaW5nXCI6MC4wLFwiUGFkZGluZ1wiOntcIiRpZFwiOlwiNDY5XCIsXCJUb3BcIjo1LjAsXCJMZWZ0XCI6My4wLFwiUmlnaHRcIjowLjAsXCJCb3R0b21cIjoyLjB9LFwiUG9zaXRpb25PblRhc2tcIjoxLFwiU2hhcGVTdHlsZVwiOntcIiRpZFwiOlwiNDcwXCIsXCJNYXJnaW5cIjp7XCIkaWRcIjpcIjQ3MVwiLFwiVG9wXCI6MC4wLFwiTGVmdFwiOjAuMCxcIlJpZ2h0XCI6MC4wLFwiQm90dG9tXCI6MC4wfSxcIlBhZGRpbmdcIjp7XCIkaWRcIjpcIjQ3MlwiLFwiVG9wXCI6MC4wLFwiTGVmdFwiOjAuMCxcIlJpZ2h0XCI6MC4wLFwiQm90dG9tXCI6MC4wfSxcIkJhY2tncm91bmRcIjp7XCIkaWRcIjpcIjQ3M1wiLFwiQ29sb3JcIjp7XCIkaWRcIjpcIjQ3NFwiLFwiQVwiOjI1NSxcIlJcIjoxMTIsXCJHXCI6MTczLFwiQlwiOjcxfX0sXCJJc1Zpc2libGVcIjp0cnVlLFwiV2lkdGhcIjoxOC4wLFwiSGVpZ2h0XCI6MjAuMCxcIkJvcmRlclN0eWxlXCI6e1wiJGlkXCI6XCI0NzVcIixcIkxpbmVTdHlsZVwiOntcIiRpZFwiOlwiNDc2XCIsXCJMaW5lQ29sb3JcIjp7XCIkaWRcIjpcIjQ3N1wiLFwiQ29sb3JcIjp7XCIkaWRcIjpcIjQ3OFwiLFwiQVwiOjI1NSxcIlJcIjoyMzQsXCJHXCI6MjIsXCJCXCI6MzB9fSxcIkxpbmVXZWlnaHRcIjowLjAsXCJMaW5lVHlwZVwiOjB9LFwiSXNWaXNpYmxlXCI6ZmFsc2V9fSxcIlRpdGxlU3R5bGVcIjp7XCIkaWRcIjpcIjQ3OVwiLFwiRm9udFNldHRpbmdzXCI6e1wiJGlkXCI6XCI0ODBcIixcIkZvbnRTaXplXCI6OSxcIkZvbnROYW1lXCI6XCJDYWxpYnJpXCIsXCJJc0JvbGRcIjp0cnVlLFwiSXNJdGFsaWNcIjpmYWxzZSxcIklzVW5kZXJsaW5lZFwiOmZhbHNlfSxcIkZvcmVncm91bmRcIjp7XCIkaWRcIjpcIjQ4MVwiLFwiQ29sb3JcIjp7XCIkaWRcIjpcIjQ4MlwiLFwiQVwiOjI1NSxcIlJcIjowLFwiR1wiOjAsXCJCXCI6MH19LFwiSG9yaXpvbnRhbEFsaWdubWVudFwiOjEsXCJJc1Zpc2libGVcIjp0cnVlfSxcIkRhdGVTdHlsZVwiOntcIiRpZFwiOlwiNDgzXCIsXCJGb250U2V0dGluZ3NcIjp7XCIkaWRcIjpcIjQ4NFwiLFwiRm9udFNpemVcIjo5LFwiRm9udE5hbWVcIjpcIkNhbGlicmlcIixcIklzQm9sZFwiOmZhbHNlLFwiSXNJdGFsaWNcIjpmYWxzZSxcIklzVW5kZXJsaW5lZFwiOmZhbHNlfSxcIkZvcmVncm91bmRcIjp7XCIkaWRcIjpcIjQ4NVwiLFwiQ29sb3JcIjp7XCIkaWRcIjpcIjQ4NlwiLFwiQVwiOjI1NSxcIlJcIjo2OCxcIkdcIjo4NCxcIkJcIjoxMDZ9fSxcIkhvcml6b250YWxBbGlnbm1lbnRcIjowLFwiSXNWaXNpYmxlXCI6ZmFsc2V9LFwiRGF0ZUZvcm1hdFwiOntcIiRpZFwiOlwiNDg3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Q4OFwiLFwiRm9ybWF0XCI6MCxcIklzVmlzaWJsZVwiOmZhbHNlLFwiTGFzdEtub3duVmlzaWJpbGl0eVN0YXRlXCI6ZmFsc2V9fX0se1wiJGlkXCI6XCI0ODlcIixcIlN0eWxlSWRcIjpcIjNlN2FmZTJhLWY1MTItNDUxOC1iNTg2LWViNWFkNmU0NDIzMFwiLFwiTmFtZVwiOlwiU3dpbWxhbmUgU3R5bGUgNFwiLFwiSGVhZGVyU3R5bGVcIjp7XCIkaWRcIjpcIjQ5MFwiLFwiVGV4dFN0eWxlXCI6e1wiJGlkXCI6XCI0OTFcIixcIkZvbnRTZXR0aW5nc1wiOntcIiRpZFwiOlwiNDkyXCIsXCJGb250U2l6ZVwiOjEyLFwiRm9udE5hbWVcIjpcIkNhbGlicmlcIixcIklzQm9sZFwiOnRydWUsXCJJc0l0YWxpY1wiOmZhbHNlLFwiSXNVbmRlcmxpbmVkXCI6ZmFsc2V9LFwiRm9yZWdyb3VuZFwiOntcIiRpZFwiOlwiNDkzXCIsXCJDb2xvclwiOntcIiRpZFwiOlwiNDk0XCIsXCJBXCI6MjU1LFwiUlwiOjI1NSxcIkdcIjoyNTUsXCJCXCI6MjU1fX0sXCJIb3Jpem9udGFsQWxpZ25tZW50XCI6MCxcIklzVmlzaWJsZVwiOmZhbHNlfSxcIlJlY3RhbmdsZVN0eWxlXCI6e1wiJGlkXCI6XCI0OTVcIixcIk1hcmdpblwiOntcIiRpZFwiOlwiNDk2XCIsXCJUb3BcIjowLjAsXCJMZWZ0XCI6MC4wLFwiUmlnaHRcIjowLjAsXCJCb3R0b21cIjowLjB9LFwiUGFkZGluZ1wiOntcIiRpZFwiOlwiNDk3XCIsXCJUb3BcIjowLjAsXCJMZWZ0XCI6MC4wLFwiUmlnaHRcIjowLjAsXCJCb3R0b21cIjowLjB9LFwiQmFja2dyb3VuZFwiOntcIiRpZFwiOlwiNDk4XCIsXCJDb2xvclwiOntcIiRpZFwiOlwiNDk5XCIsXCJBXCI6MjU1LFwiUlwiOjY4LFwiR1wiOjExNCxcIkJcIjoxOTZ9fSxcIklzVmlzaWJsZVwiOmZhbHNlLFwiV2lkdGhcIjowLjAsXCJIZWlnaHRcIjowLjAsXCJCb3JkZXJTdHlsZVwiOntcIiRpZFwiOlwiNTAwXCIsXCJMaW5lU3R5bGVcIjp7XCIkaWRcIjpcIjUwMVwiLFwiTGluZUNvbG9yXCI6e1wiJGlkXCI6XCI1MDJcIixcIkNvbG9yXCI6e1wiJGlkXCI6XCI1MDNcIixcIkFcIjoyNTUsXCJSXCI6ODgsXCJHXCI6MzksXCJCXCI6N319LFwiTGluZVdlaWdodFwiOjAuMCxcIkxpbmVUeXBlXCI6MH0sXCJJc1Zpc2libGVcIjpmYWxzZX19fSxcIkJhY2tncm91bmRTdHlsZVwiOntcIiRpZFwiOlwiNTA0XCIsXCJNYXJnaW5cIjp7XCIkaWRcIjpcIjUwNVwiLFwiVG9wXCI6MC4wLFwiTGVmdFwiOjAuMCxcIlJpZ2h0XCI6MC4wLFwiQm90dG9tXCI6MC4wfSxcIlBhZGRpbmdcIjp7XCIkaWRcIjpcIjUwNlwiLFwiVG9wXCI6MC4wLFwiTGVmdFwiOjAuMCxcIlJpZ2h0XCI6MC4wLFwiQm90dG9tXCI6MC4wfSxcIkJhY2tncm91bmRcIjp7XCIkaWRcIjpcIjUwN1wiLFwiQ29sb3JcIjp7XCIkaWRcIjpcIjUwOFwiLFwiQVwiOjM4LFwiUlwiOjY4LFwiR1wiOjExNCxcIkJcIjoxOTZ9fSxcIklzVmlzaWJsZVwiOnRydWUsXCJXaWR0aFwiOjAuMCxcIkhlaWdodFwiOjAuMCxcIkJvcmRlclN0eWxlXCI6e1wiJGlkXCI6XCI1MDlcIixcIkxpbmVTdHlsZVwiOntcIiRpZFwiOlwiNTEwXCIsXCJMaW5lQ29sb3JcIjp7XCIkaWRcIjpcIjUxMVwiLFwiQ29sb3JcIjp7XCIkaWRcIjpcIjUxMlwiLFwiQVwiOjI1NSxcIlJcIjoyMzQsXCJHXCI6MjIsXCJCXCI6MzB9fSxcIkxpbmVXZWlnaHRcIjowLjAsXCJMaW5lVHlwZVwiOjB9LFwiSXNWaXNpYmxlXCI6ZmFsc2V9fSxcIklzQWJvdmVUaW1lYmFuZFwiOmZhbHNlLFwiU3BhY2luZ1wiOjIsXCJEZWZhdWx0U3dpbWxhbmVBY3Rpdml0eVN0eWxlXCI6e1wiJGlkXCI6XCI1MTNcIixcIkhlYWRlclN0eWxlXCI6e1wiJGlkXCI6XCI1MTRcIixcIlRleHRTdHlsZVwiOntcIiRpZFwiOlwiNTE1XCIsXCJGb250U2V0dGluZ3NcIjp7XCIkaWRcIjpcIjUxNlwiLFwiRm9udFNpemVcIjoxMixcIkZvbnROYW1lXCI6XCJDYWxpYnJpXCIsXCJJc0JvbGRcIjpmYWxzZSxcIklzSXRhbGljXCI6ZmFsc2UsXCJJc1VuZGVybGluZWRcIjpmYWxzZX0sXCJGb3JlZ3JvdW5kXCI6e1wiJGlkXCI6XCI1MTdcIixcIkNvbG9yXCI6e1wiJGlkXCI6XCI1MThcIixcIkFcIjoyNTUsXCJSXCI6MCxcIkdcIjowLFwiQlwiOjB9fSxcIkhvcml6b250YWxBbGlnbm1lbnRcIjowLFwiSXNWaXNpYmxlXCI6ZmFsc2V9LFwiUmVjdGFuZ2xlU3R5bGVcIjp7XCIkaWRcIjpcIjUxOVwiLFwiTWFyZ2luXCI6e1wiJGlkXCI6XCI1MjBcIixcIlRvcFwiOjAuMCxcIkxlZnRcIjowLjAsXCJSaWdodFwiOjAuMCxcIkJvdHRvbVwiOjAuMH0sXCJQYWRkaW5nXCI6e1wiJGlkXCI6XCI1MjFcIixcIlRvcFwiOjAuMCxcIkxlZnRcIjowLjAsXCJSaWdodFwiOjAuMCxcIkJvdHRvbVwiOjAuMH0sXCJCYWNrZ3JvdW5kXCI6e1wiJGlkXCI6XCI1MjJcIixcIkNvbG9yXCI6e1wiJGlkXCI6XCI1MjNcIixcIkFcIjo2MyxcIlJcIjo2OCxcIkdcIjoxMTQsXCJCXCI6MTk2fX0sXCJJc1Zpc2libGVcIjpmYWxzZSxcIldpZHRoXCI6MC4wLFwiSGVpZ2h0XCI6MC4wLFwiQm9yZGVyU3R5bGVcIjp7XCIkaWRcIjpcIjUyNFwiLFwiTGluZVN0eWxlXCI6e1wiJGlkXCI6XCI1MjVcIixcIkxpbmVDb2xvclwiOntcIiRpZFwiOlwiNTI2XCIsXCJDb2xvclwiOntcIiRpZFwiOlwiNTI3XCIsXCJBXCI6MjU1LFwiUlwiOjI1NSxcIkdcIjowLFwiQlwiOjB9fSxcIkxpbmVXZWlnaHRcIjowLjAsXCJMaW5lVHlwZVwiOjB9LFwiSXNWaXNpYmxlXCI6ZmFsc2V9fX0sXCJCYWNrZ3JvdW5kU3R5bGVcIjp7XCIkaWRcIjpcIjUyOFwiLFwiTWFyZ2luXCI6e1wiJGlkXCI6XCI1MjlcIixcIlRvcFwiOjAuMCxcIkxlZnRcIjowLjAsXCJSaWdodFwiOjAuMCxcIkJvdHRvbVwiOjAuMH0sXCJQYWRkaW5nXCI6e1wiJGlkXCI6XCI1MzBcIixcIlRvcFwiOjAuMCxcIkxlZnRcIjowLjAsXCJSaWdodFwiOjAuMCxcIkJvdHRvbVwiOjAuMH0sXCJCYWNrZ3JvdW5kXCI6e1wiJGlkXCI6XCI1MzFcIixcIkNvbG9yXCI6e1wiJGlkXCI6XCI1MzJcIixcIkFcIjozOCxcIlJcIjo2OCxcIkdcIjoxMTQsXCJCXCI6MTk2fX0sXCJJc1Zpc2libGVcIjp0cnVlLFwiV2lkdGhcIjowLjAsXCJIZWlnaHRcIjowLjAsXCJCb3JkZXJTdHlsZVwiOntcIiRpZFwiOlwiNTMzXCIsXCJMaW5lU3R5bGVcIjp7XCIkaWRcIjpcIjUzNFwiLFwiTGluZUNvbG9yXCI6e1wiJGlkXCI6XCI1MzVcIixcIkNvbG9yXCI6e1wiJGlkXCI6XCI1MzZcIixcIkFcIjoyNTUsXCJSXCI6MjM0LFwiR1wiOjIyLFwiQlwiOjMwfX0sXCJMaW5lV2VpZ2h0XCI6MC4wLFwiTGluZVR5cGVcIjowfSxcIklzVmlzaWJsZVwiOmZhbHNlfX19LFwiRGVmYXVsdFN3aW1sYW5lTWlsZXN0b25lU3R5bGVcIjp7XCIkaWRcIjpcIjUzN1wiLFwiVGl0bGVQb3NpdGlvblwiOjAsXCJEYXRlUG9zaXRpb25cIjowLFwiU2hhcGVUeXBlXCI6NixcIlNoYXBlU2l6ZVwiOjEsXCJTcGFjaW5nXCI6NSxcIlNoYXBlU3R5bGVcIjp7XCIkaWRcIjpcIjUzOFwiLFwiTWFyZ2luXCI6e1wiJGlkXCI6XCI1MzlcIixcIlRvcFwiOjAuMCxcIkxlZnRcIjowLjAsXCJSaWdodFwiOjAuMCxcIkJvdHRvbVwiOjAuMH0sXCJQYWRkaW5nXCI6e1wiJGlkXCI6XCI1NDBcIixcIlRvcFwiOjAuMCxcIkxlZnRcIjowLjAsXCJSaWdodFwiOjAuMCxcIkJvdHRvbVwiOjAuMH0sXCJCYWNrZ3JvdW5kXCI6e1wiJGlkXCI6XCI1NDFcIixcIkNvbG9yXCI6e1wiJGlkXCI6XCI1NDJcIixcIkFcIjoyNTUsXCJSXCI6NjgsXCJHXCI6MTE0LFwiQlwiOjE5Nn19LFwiSXNWaXNpYmxlXCI6dHJ1ZSxcIldpZHRoXCI6MTguMCxcIkhlaWdodFwiOjIwLjAsXCJCb3JkZXJTdHlsZVwiOntcIiRpZFwiOlwiNTQzXCIsXCJMaW5lU3R5bGVcIjp7XCIkaWRcIjpcIjU0NFwiLFwiTGluZUNvbG9yXCI6e1wiJGlkXCI6XCI1NDVcIixcIkNvbG9yXCI6e1wiJGlkXCI6XCI1NDZcIixcIkFcIjoyNTUsXCJSXCI6MjM0LFwiR1wiOjIyLFwiQlwiOjMwfX0sXCJMaW5lV2VpZ2h0XCI6Mi4wLFwiTGluZVR5cGVcIjowfSxcIklzVmlzaWJsZVwiOmZhbHNlfX0sXCJUaXRsZVN0eWxlXCI6e1wiJGlkXCI6XCI1NDdcIixcIkZvbnRTZXR0aW5nc1wiOntcIiRpZFwiOlwiNTQ4XCIsXCJGb250U2l6ZVwiOjksXCJGb250TmFtZVwiOlwiQ2FsaWJyaVwiLFwiSXNCb2xkXCI6dHJ1ZSxcIklzSXRhbGljXCI6ZmFsc2UsXCJJc1VuZGVybGluZWRcIjpmYWxzZX0sXCJGb3JlZ3JvdW5kXCI6e1wiJGlkXCI6XCI1NDlcIixcIkNvbG9yXCI6e1wiJGlkXCI6XCI1NTBcIixcIkFcIjoyNTUsXCJSXCI6MCxcIkdcIjowLFwiQlwiOjB9fSxcIkhvcml6b250YWxBbGlnbm1lbnRcIjoyLFwiSXNWaXNpYmxlXCI6dHJ1ZX0sXCJEYXRlU3R5bGVcIjp7XCIkaWRcIjpcIjU1MVwiLFwiRm9udFNldHRpbmdzXCI6e1wiJGlkXCI6XCI1NTJcIixcIkZvbnRTaXplXCI6OSxcIkZvbnROYW1lXCI6XCJDYWxpYnJpXCIsXCJJc0JvbGRcIjpmYWxzZSxcIklzSXRhbGljXCI6ZmFsc2UsXCJJc1VuZGVybGluZWRcIjpmYWxzZX0sXCJGb3JlZ3JvdW5kXCI6e1wiJGlkXCI6XCI1NTNcIixcIkNvbG9yXCI6e1wiJGlkXCI6XCI1NTRcIixcIkFcIjoyNTUsXCJSXCI6NjgsXCJHXCI6ODQsXCJCXCI6MTA2fX0sXCJIb3Jpem9udGFsQWxpZ25tZW50XCI6MixcIklzVmlzaWJsZVwiOmZhbHNlfSxcIkRhdGVGb3JtYXRcIjp7XCIkaWRcIjpcIjU1NV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NTZcIixcIkZvcm1hdFwiOjAsXCJJc1Zpc2libGVcIjpmYWxzZSxcIkxhc3RLbm93blZpc2liaWxpdHlTdGF0ZVwiOmZhbHNlfX0sXCJEZWZhdWx0U3dpbWxhbmVUYXNrU3R5bGVcIjp7XCIkaWRcIjpcIjU1N1wiLFwiU2hhcGVcIjo3LFwiU2hhcGVUaGlja25lc3NcIjowLFwiRHVyYXRpb25Gb3JtYXRcIjo1LFwiUGVyY2VudGFnZUNvbXBsZXRlVGV4dFN0eWxlXCI6e1wiJGlkXCI6XCI1NThcIixcIkZvbnRTZXR0aW5nc1wiOntcIiRpZFwiOlwiNTU5XCIsXCJGb250U2l6ZVwiOjEwLFwiRm9udE5hbWVcIjpcIkNhbGlicmlcIixcIklzQm9sZFwiOmZhbHNlLFwiSXNJdGFsaWNcIjpmYWxzZSxcIklzVW5kZXJsaW5lZFwiOmZhbHNlfSxcIkZvcmVncm91bmRcIjp7XCIkaWRcIjpcIjU2MFwiLFwiQ29sb3JcIjp7XCIkaWRcIjpcIjU2MVwiLFwiQVwiOjI1NSxcIlJcIjoyMzgsXCJHXCI6MjM2LFwiQlwiOjIyNX19LFwiSG9yaXpvbnRhbEFsaWdubWVudFwiOjEsXCJJc1Zpc2libGVcIjpmYWxzZX0sXCJQZXJjZW50YWdlQ29tcGxldGVIaWdobGlnaHRTdHlsZVwiOntcIiRpZFwiOlwiNTYyXCIsXCJCYWNrZ3JvdW5kXCI6e1wiJGlkXCI6XCI1NjNcIixcIkNvbG9yXCI6e1wiJGlkXCI6XCI1NjRcIixcIkFcIjo4OSxcIlJcIjowLFwiR1wiOjAsXCJCXCI6MH19fSxcIkR1cmF0aW9uU3R5bGVcIjp7XCIkaWRcIjpcIjU2NVwiLFwiRm9udFNldHRpbmdzXCI6e1wiJGlkXCI6XCI1NjZcIixcIkZvbnRTaXplXCI6MTAsXCJGb250TmFtZVwiOlwiQ2FsaWJyaVwiLFwiSXNCb2xkXCI6ZmFsc2UsXCJJc0l0YWxpY1wiOmZhbHNlLFwiSXNVbmRlcmxpbmVkXCI6ZmFsc2V9LFwiRm9yZWdyb3VuZFwiOntcIiRpZFwiOlwiNTY3XCIsXCJDb2xvclwiOntcIiRpZFwiOlwiNTY4XCIsXCJBXCI6MjU1LFwiUlwiOjIzNyxcIkdcIjoxMjUsXCJCXCI6NDl9fSxcIkhvcml6b250YWxBbGlnbm1lbnRcIjowLFwiSXNWaXNpYmxlXCI6ZmFsc2V9LFwiTWFyZ2luXCI6e1wiJGlkXCI6XCI1NjlcIixcIlRvcFwiOjAuMCxcIkxlZnRcIjowLjAsXCJSaWdodFwiOjAuMCxcIkJvdHRvbVwiOjAuMH0sXCJTdGFydERhdGVQb3NpdGlvblwiOjQsXCJFbmREYXRlUG9zaXRpb25cIjo0LFwiVGl0bGVQb3NpdGlvblwiOjMsXCJEdXJhdGlvblBvc2l0aW9uXCI6MCxcIlBlcmNlbnRhZ2VDb21wbGV0ZWRQb3NpdGlvblwiOjAsXCJTcGFjaW5nXCI6MyxcIlNoYXBlU3R5bGVcIjp7XCIkaWRcIjpcIjU3MFwiLFwiTWFyZ2luXCI6e1wiJGlkXCI6XCI1NzFcIixcIlRvcFwiOjAuMCxcIkxlZnRcIjo0LjAsXCJSaWdodFwiOjQuMCxcIkJvdHRvbVwiOjAuMH0sXCJQYWRkaW5nXCI6e1wiJGlkXCI6XCI1NzJcIixcIlRvcFwiOjAuMCxcIkxlZnRcIjowLjAsXCJSaWdodFwiOjAuMCxcIkJvdHRvbVwiOjAuMH0sXCJCYWNrZ3JvdW5kXCI6e1wiJGlkXCI6XCI1NzNcIixcIkNvbG9yXCI6e1wiJGlkXCI6XCI1NzRcIixcIkFcIjoyNTUsXCJSXCI6NjgsXCJHXCI6MTE0LFwiQlwiOjE5Nn19LFwiSXNWaXNpYmxlXCI6dHJ1ZSxcIldpZHRoXCI6MC4wLFwiSGVpZ2h0XCI6MTAuMCxcIkJvcmRlclN0eWxlXCI6e1wiJGlkXCI6XCI1NzVcIixcIkxpbmVTdHlsZVwiOntcIiRpZFwiOlwiNTc2XCIsXCJMaW5lQ29sb3JcIjp7XCIkaWRcIjpcIjU3N1wiLFwiQ29sb3JcIjp7XCIkaWRcIjpcIjU3OFwiLFwiQVwiOjI1NSxcIlJcIjoyMzQsXCJHXCI6MjIsXCJCXCI6MzB9fSxcIkxpbmVXZWlnaHRcIjoyLjAsXCJMaW5lVHlwZVwiOjB9LFwiSXNWaXNpYmxlXCI6ZmFsc2V9fSxcIlRpdGxlU3R5bGVcIjp7XCIkaWRcIjpcIjU3OVwiLFwiRm9udFNldHRpbmdzXCI6e1wiJGlkXCI6XCI1ODBcIixcIkZvbnRTaXplXCI6OSxcIkZvbnROYW1lXCI6XCJDYWxpYnJpXCIsXCJJc0JvbGRcIjp0cnVlLFwiSXNJdGFsaWNcIjpmYWxzZSxcIklzVW5kZXJsaW5lZFwiOmZhbHNlfSxcIkZvcmVncm91bmRcIjp7XCIkaWRcIjpcIjU4MVwiLFwiQ29sb3JcIjp7XCIkaWRcIjpcIjU4MlwiLFwiQVwiOjI1NSxcIlJcIjowLFwiR1wiOjAsXCJCXCI6MH19LFwiSG9yaXpvbnRhbEFsaWdubWVudFwiOjIsXCJJc1Zpc2libGVcIjp0cnVlfSxcIkRhdGVTdHlsZVwiOntcIiRpZFwiOlwiNTgzXCIsXCJGb250U2V0dGluZ3NcIjp7XCIkaWRcIjpcIjU4NFwiLFwiRm9udFNpemVcIjoxMCxcIkZvbnROYW1lXCI6XCJDYWxpYnJpXCIsXCJJc0JvbGRcIjpmYWxzZSxcIklzSXRhbGljXCI6ZmFsc2UsXCJJc1VuZGVybGluZWRcIjpmYWxzZX0sXCJGb3JlZ3JvdW5kXCI6e1wiJGlkXCI6XCI1ODVcIixcIkNvbG9yXCI6e1wiJGlkXCI6XCI1ODZcIixcIkFcIjoyNTUsXCJSXCI6NjgsXCJHXCI6ODQsXCJCXCI6MTA2fX0sXCJIb3Jpem9udGFsQWxpZ25tZW50XCI6MCxcIklzVmlzaWJsZVwiOnRydWV9LFwiRGF0ZUZvcm1hdFwiOntcIiRpZFwiOlwiNTg3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4OFwiLFwiRm9ybWF0XCI6MCxcIklzVmlzaWJsZVwiOmZhbHNlLFwiTGFzdEtub3duVmlzaWJpbGl0eVN0YXRlXCI6ZmFsc2V9fSxcIkRlZmF1bHRTd2ltbGFuZU1vdFN0eWxlXCI6e1wiJGlkXCI6XCI1ODlcIixcIlNoYXBlXCI6MCxcIlNoYXBlU2l6ZVwiOjEsXCJEZXRhaWxzU3BhY2luZ1wiOjAuMCxcIlBhZGRpbmdcIjp7XCIkaWRcIjpcIjU5MFwiLFwiVG9wXCI6NS4wLFwiTGVmdFwiOjMuMCxcIlJpZ2h0XCI6MC4wLFwiQm90dG9tXCI6Mi4wfSxcIlBvc2l0aW9uT25UYXNrXCI6MSxcIlNoYXBlU3R5bGVcIjp7XCIkaWRcIjpcIjU5MVwiLFwiTWFyZ2luXCI6e1wiJGlkXCI6XCI1OTJcIixcIlRvcFwiOjAuMCxcIkxlZnRcIjowLjAsXCJSaWdodFwiOjAuMCxcIkJvdHRvbVwiOjAuMH0sXCJQYWRkaW5nXCI6e1wiJGlkXCI6XCI1OTNcIixcIlRvcFwiOjAuMCxcIkxlZnRcIjowLjAsXCJSaWdodFwiOjAuMCxcIkJvdHRvbVwiOjAuMH0sXCJCYWNrZ3JvdW5kXCI6e1wiJGlkXCI6XCI1OTRcIixcIkNvbG9yXCI6e1wiJGlkXCI6XCI1OTVcIixcIkFcIjoyNTUsXCJSXCI6NjgsXCJHXCI6MTE0LFwiQlwiOjE5Nn19LFwiSXNWaXNpYmxlXCI6dHJ1ZSxcIldpZHRoXCI6MTguMCxcIkhlaWdodFwiOjIwLjAsXCJCb3JkZXJTdHlsZVwiOntcIiRpZFwiOlwiNTk2XCIsXCJMaW5lU3R5bGVcIjp7XCIkaWRcIjpcIjU5N1wiLFwiTGluZUNvbG9yXCI6e1wiJGlkXCI6XCI1OThcIixcIkNvbG9yXCI6e1wiJGlkXCI6XCI1OTlcIixcIkFcIjoyNTUsXCJSXCI6MjM0LFwiR1wiOjIyLFwiQlwiOjMwfX0sXCJMaW5lV2VpZ2h0XCI6MC4wLFwiTGluZVR5cGVcIjowfSxcIklzVmlzaWJsZVwiOmZhbHNlfX0sXCJUaXRsZVN0eWxlXCI6e1wiJGlkXCI6XCI2MDBcIixcIkZvbnRTZXR0aW5nc1wiOntcIiRpZFwiOlwiNjAxXCIsXCJGb250U2l6ZVwiOjksXCJGb250TmFtZVwiOlwiQ2FsaWJyaVwiLFwiSXNCb2xkXCI6dHJ1ZSxcIklzSXRhbGljXCI6ZmFsc2UsXCJJc1VuZGVybGluZWRcIjpmYWxzZX0sXCJGb3JlZ3JvdW5kXCI6e1wiJGlkXCI6XCI2MDJcIixcIkNvbG9yXCI6e1wiJGlkXCI6XCI2MDNcIixcIkFcIjoyNTUsXCJSXCI6MCxcIkdcIjowLFwiQlwiOjB9fSxcIkhvcml6b250YWxBbGlnbm1lbnRcIjoxLFwiSXNWaXNpYmxlXCI6dHJ1ZX0sXCJEYXRlU3R5bGVcIjp7XCIkaWRcIjpcIjYwNFwiLFwiRm9udFNldHRpbmdzXCI6e1wiJGlkXCI6XCI2MDVcIixcIkZvbnRTaXplXCI6OSxcIkZvbnROYW1lXCI6XCJDYWxpYnJpXCIsXCJJc0JvbGRcIjpmYWxzZSxcIklzSXRhbGljXCI6ZmFsc2UsXCJJc1VuZGVybGluZWRcIjpmYWxzZX0sXCJGb3JlZ3JvdW5kXCI6e1wiJGlkXCI6XCI2MDZcIixcIkNvbG9yXCI6e1wiJGlkXCI6XCI2MDdcIixcIkFcIjoyNTUsXCJSXCI6NjgsXCJHXCI6ODQsXCJCXCI6MTA2fX0sXCJIb3Jpem9udGFsQWxpZ25tZW50XCI6MCxcIklzVmlzaWJsZVwiOmZhbHNlfSxcIkRhdGVGb3JtYXRcIjp7XCIkaWRcIjpcIjYwO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2MDlcIixcIkZvcm1hdFwiOjAsXCJJc1Zpc2libGVcIjpmYWxzZSxcIkxhc3RLbm93blZpc2liaWxpdHlTdGF0ZVwiOmZhbHNlfX19XSxcIkdyaWRsaW5lUGFuZWxTdHlsZVwiOntcIiRpZFwiOlwiNjEwXCIsXCJHcmlkbGluZVN0eWxlXCI6e1wiJGlkXCI6XCI2MTFcIixcIkxpbmVDb2xvclwiOntcIiRpZFwiOlwiNjEyXCIsXCJDb2xvclwiOntcIiRpZFwiOlwiNjEzXCIsXCJBXCI6MzgsXCJSXCI6MTE1LFwiR1wiOjExNSxcIkJcIjoxMTV9fSxcIkxpbmVXZWlnaHRcIjoxLjAsXCJMaW5lVHlwZVwiOjB9LFwiSXNWaXNpYmxlXCI6dHJ1ZX0sXCJBY3Rpdml0eUxpbmVQYW5lbFN0eWxlXCI6e1wiJGlkXCI6XCI2MTRcIixcIkFjdGl2aXR5TGluZVN0eWxlXCI6e1wiJGlkXCI6XCI2MTVcIixcIkxpbmVDb2xvclwiOntcIiRpZFwiOlwiNjE2XCIsXCJDb2xvclwiOntcIiRpZFwiOlwiNjE3XCIsXCJBXCI6MzgsXCJSXCI6NjgsXCJHXCI6MTE0LFwiQlwiOjE5Nn19LFwiTGluZVdlaWdodFwiOjEuMCxcIkxpbmVUeXBlXCI6MH0sXCJJc1Zpc2libGVcIjp0cnVlfSxcIkRlZmF1bHREZXBlbmRlbmN5U3R5bGVcIjp7XCIkaWRcIjpcIjYxOFwiLFwiTGluZVN0eWxlXCI6e1wiJGlkXCI6XCI2MTlcIixcIkxpbmVDb2xvclwiOntcIiRpZFwiOlwiNjIwXCIsXCJDb2xvclwiOntcIiRpZFwiOlwiNjIxXCIsXCJBXCI6MjU1LFwiUlwiOjAsXCJHXCI6MCxcIkJcIjowfX0sXCJMaW5lV2VpZ2h0XCI6MS4wLFwiTGluZVR5cGVcIjowfSxcIkVuZEFycm93aGVhZExpbmVTdHlsZVwiOntcIiRpZFwiOlwiNjIyXCIsXCJLaW5kXCI6MSxcIldpZHRoXCI6MSxcIkxlbmd0aFwiOjB9LFwiQnJpbmdUb0Zyb250XCI6dHJ1ZSxcIlJhZGl1c1wiOjAuMH0sXCJDcml0aWNhbFBhdGhTdHlsZVwiOntcIiRpZFwiOlwiNjIzXCIsXCJDcml0aWNhbFBhdGhTdHlsZU9wdGlvbnNcIjoxNSxcIkxpbmVTdHlsZVwiOntcIiRpZFwiOlwiNjI0XCIsXCJMaW5lQ29sb3JcIjp7XCIkaWRcIjpcIjYyNVwiLFwiQ29sb3JcIjp7XCIkaWRcIjpcIjYyNlwiLFwiQVwiOjI1NSxcIlJcIjoyMjIsXCJHXCI6NTAsXCJCXCI6NTB9fSxcIkxpbmVXZWlnaHRcIjoxLjAsXCJMaW5lVHlwZVwiOjB9LFwiVGl0bGVGb3JlZ3JvdW5kXCI6e1wiJGlkXCI6XCI2MjdcIixcIkNvbG9yXCI6e1wiJGlkXCI6XCI2MjhcIixcIkFcIjoyNTUsXCJSXCI6MTc2LFwiR1wiOjE5LFwiQlwiOjI1fX0sXCJTaGFwZXNCYWNrZ3JvdW5kXCI6e1wiJGlkXCI6XCI2MjlcIixcIkNvbG9yXCI6e1wiJGlkXCI6XCI2MzBcIixcIkFcIjoyNTUsXCJSXCI6MjUzLFwiR1wiOjIwMyxcIkJcIjoyMDh9fSxcIlNoYXBlc0JvcmRlclN0eWxlXCI6e1wiJGlkXCI6XCI2MzFcIixcIkxpbmVDb2xvclwiOntcIiRpZFwiOlwiNjMyXCIsXCJDb2xvclwiOntcIiRpZFwiOlwiNjMzXCIsXCJBXCI6MjU1LFwiUlwiOjIyMixcIkdcIjo1MCxcIkJcIjo1MH19LFwiTGluZVdlaWdodFwiOjIuMCxcIkxpbmVUeXBlXCI6MH19LFwiUGFuZWxzU3BhY2luZ0RlZmluaXRpb25cIjp7XCIkaWRcIjpcIjYzNFwiLFwiU3BhY2luZ0Fib3ZlVGltZWJhbmRcIjo1LFwiU3BhY2luZ0JlbG93VGltZWJhbmRcIjo1LFwiU3BhY2luZ0Fib3ZlQmV0d2VlblN3aW1sYW5lc0FuZFRhc2tzXCI6NSxcIlNwYWNpbmdCZWxvd0JldHdlZW5Td2ltbGFuZXNBbmRUYXNrc1wiOjV9LFwiX3NlbGVjdGVkVGhlbWVQcmVzZXRDb2xvcnNcIjp7XCIkaWRcIjpcIjYzNVwiLFwiVGV4dExpZ2h0XCI6e1wiJGlkXCI6XCI2MzZcIixcIkFcIjoyNTUsXCJSXCI6MjU1LFwiR1wiOjI1NSxcIkJcIjoyNTV9LFwiVGV4dERhcmtcIjp7XCIkaWRcIjpcIjYzN1wiLFwiQVwiOjI1NSxcIlJcIjowLFwiR1wiOjAsXCJCXCI6MH0sXCJBY2NlbnQxXCI6e1wiJGlkXCI6XCI2MzhcIixcIkFcIjoyNTUsXCJSXCI6MjU1LFwiR1wiOjI1NSxcIkJcIjoyNTV9LFwiQWNjZW50MlwiOntcIiRpZFwiOlwiNjM5XCIsXCJBXCI6MjU1LFwiUlwiOjY0LFwiR1wiOjY0LFwiQlwiOjY0fSxcIkFjY2VudDNcIjp7XCIkaWRcIjpcIjY0MFwiLFwiQVwiOjI1NSxcIlJcIjoyNTUsXCJHXCI6MTkyLFwiQlwiOjB9LFwiQWNjZW50NFwiOntcIiRpZFwiOlwiNjQxXCIsXCJBXCI6MjU1LFwiUlwiOjIzNyxcIkdcIjoxMjUsXCJCXCI6NDl9LFwiQWNjZW50NVwiOntcIiRpZFwiOlwiNjQyXCIsXCJBXCI6MjU1LFwiUlwiOjExMixcIkdcIjoxNzMsXCJCXCI6NzF9LFwiQWNjZW50NlwiOntcIiRpZFwiOlwiNjQzXCIsXCJBXCI6MjU1LFwiUlwiOjY4LFwiR1wiOjExNCxcIkJcIjoxOTZ9LFwiQWNjZW50N1wiOntcIiRpZFwiOlwiNjQ0XCIsXCJBXCI6MjU1LFwiUlwiOjE2MCxcIkdcIjo0MyxcIkJcIjoxNDd9LFwiQWNjZW50OFwiOntcIiRpZFwiOlwiNjQ1XCIsXCJBXCI6MjU1LFwiUlwiOjc4LFwiR1wiOjE2NyxcIkJcIjo0Nn19LFwiX2N1c3RvbVByZXNldENvbG9yc1wiOntcIiRpZFwiOlwiNjQ2XCJ9fX0iLCJSZWNlbnRDb2xvcnNDb2xsZWN0aW9uIjoiW1wiI0ZGRkZDMDAwXCIsXCIjRkY0NDcyQzRcIixcIiNGRkVEN0QzMVwiLFwiI0ZGMzg1NzIzXCIsXCIjRkZCMjBFMTJcIixcIiNGRjcwQUQ0N1wiLFwiI0ZGODQzQzBDXCIsXCIjRkY3RjYwMDBcIl0ifSwiU2V0dGluZ3MiOnsiJGlkIjoiMjc3MCIsIkltcGFPcHRpb25zIjp7IiRpZCI6IjI3NzE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yNzcyIiwiVXNlVGltZSI6ZmFsc2UsIldvcmtEYXlTdGFydCI6IjAwOjAwOjAwIiwiV29ya0RheUVuZCI6IjIzOjU5OjAwIn0sIkxhc3RVc2VkVGVtcGxhdGVJZCI6IjcwOWIzNTQ5LTQ5YTAtNGU1OC1iYTU3LWZkYjkxODkzYjY0OCIsIkxhc3RVc2VkVGhlbWVEZXRhaWxzIjp7IiRpZCI6IjI3NzMiLCJJZCI6IjAwNTczOTFlLWIzOWUtNGRmZS04ZDI2LWE5OGI2ZDM5MTMwMiIsIlRpdGxlIjoiVW50aXRsZWQgdGhlbWUiLCJDYXRlZ29yeSI6Mn0sIkZpcnN0V2Vla09mWWVhciI6MCwiUGxhY2VNaWxlc3RvbmVBdFRoZUJlZ2lubmluZ09mVGhlRGF5IjpmYWxzZSwiRGVwZW5kZW5jeVNjaGVkdWxpbmdTZXR0aW5ncyI6eyIkaWQiOiIyNzc0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mYWxzZSwiUGxhbm5lZE1vZHVsZUVuYWJsZWQiOmZhbHNlLCJPbGRGaXhlZEludGVydmFsc1JlbmRlcmluZ1N0cmF0ZWd5VXNlZEJlZm9yZSI6ZmFsc2UsIkRlcGVuZGVuY2llcyI6eyJfZGVwZW5kZW5jaWVzIjpbXX19"/>
  <p:tag name="__MASTER" val="__part_0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SCALEFORMAT" val="MMM"/>
  <p:tag name="OTLTIMEBANDSHAPETYPE" val="RectangleTimeband"/>
  <p:tag name="OTLTIMEBANDSHAPEHEIGHT" val="14.3999996185303"/>
  <p:tag name="OTLTIMEBANDSHAPEPADDINGLEFT" val="0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5"/>
  <p:tag name="OTLLEFTENDCAPSMARGINLEFT" val="25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5"/>
  <p:tag name="OTLTIMEBANDSPACINGBELOW" val="5"/>
  <p:tag name="OTLTIMEBANDSCALETYPE" val="Years"/>
  <p:tag name="OTLTIMEBANDDEPENABLED" val="False"/>
  <p:tag name="OTLTIMEBANDENDDATE" val="2027-04-30T23:59:00.0000000"/>
  <p:tag name="OTLTIMEBANDSPACINGABOVEFORSWLANDTASKS" val="4"/>
  <p:tag name="OTLTIMEBANDSPACINGBELOWFORSWLANDTASKS" val="4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2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2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2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SCALETYPE" val="Months"/>
  <p:tag name="OTLTIMEBANDSCALEFORMAT" val="MMM"/>
  <p:tag name="OTLTIMEBANDSHAPETYPE" val="RectangleTimeband"/>
  <p:tag name="OTLTIMEBANDSHAPEHEIGHT" val="14.3999996185303"/>
  <p:tag name="OTLTIMEBANDSHAPEPADDINGLEFT" val="0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5"/>
  <p:tag name="OTLLEFTENDCAPSMARGINLEFT" val="25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5"/>
  <p:tag name="OTLTIMEBANDSPACINGBELOW" val="5"/>
  <p:tag name="OTLTIMEBANDDEPENABLED" val="False"/>
  <p:tag name="OTLTIMEBANDENDDATE" val="2027-04-30T23:59:00.0000000"/>
  <p:tag name="OTLTIMEBANDSPACINGABOVEFORSWLANDTASKS" val="4"/>
  <p:tag name="OTLTIMEBANDSPACINGBELOWFORSWLANDTASKS" val="4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SCALETYPE" val="Days"/>
  <p:tag name="OTLTIMEBANDSHAPETYPE" val="RectangleTimeband"/>
  <p:tag name="OTLTIMEBANDSHAPEHEIGHT" val="14.3999996185303"/>
  <p:tag name="OTLTIMEBANDSHAPEPADDINGLEFT" val="0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5"/>
  <p:tag name="OTLLEFTENDCAPSMARGINLEFT" val="25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5"/>
  <p:tag name="OTLTIMEBANDSPACINGBELOW" val="5"/>
  <p:tag name="OTLTIMEBANDDEPENABLED" val="False"/>
  <p:tag name="OTLTIMEBANDENDDATE" val="2027-04-30T23:59:00.0000000"/>
  <p:tag name="OTLTIMEBANDSPACINGABOVEFORSWLANDTASKS" val="4"/>
  <p:tag name="OTLTIMEBANDSPACINGBELOWFORSWLANDTASKS" val="4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100"/>
  <p:tag name="OTLDURATIONFORMAT" val="day"/>
  <p:tag name="OTLSHAPETHICKNESSTYPE" val="Thin"/>
  <p:tag name="OTLSPACING" val="4"/>
  <p:tag name="OTLSTARTDATE" val="2026-01-07T00:00:00.0000000Z"/>
  <p:tag name="OTLENDDATE" val="2026-01-07T11:59:00.0000000Z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100"/>
  <p:tag name="OTLDURATIONFORMAT" val="day"/>
  <p:tag name="OTLSHAPETHICKNESSTYPE" val="Thin"/>
  <p:tag name="OTLSPACING" val="4"/>
  <p:tag name="OTLSTARTDATE" val="2026-01-14T00:00:00.0000000Z"/>
  <p:tag name="OTLENDDATE" val="2026-01-21T11:59:00.0000000Z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HAPETHICKNESSTYPE" val="Thin"/>
  <p:tag name="OTLSPACING" val="4"/>
  <p:tag name="OTLSTARTDATE" val="2026-02-04T00:00:00.0000000Z"/>
  <p:tag name="OTLENDDATE" val="2026-02-11T11:59:00.0000000Z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75"/>
  <p:tag name="OTLDURATIONFORMAT" val="wk"/>
  <p:tag name="OTLSHAPETHICKNESSTYPE" val="Custom"/>
  <p:tag name="OTLENDDATE" val="2026-06-30T11:59:00.0000000Z"/>
  <p:tag name="OTLSPACING" val="4"/>
  <p:tag name="OTLSTARTDATE" val="2026-05-01T00:00:00.0000000Z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HAPETHICKNESSTYPE" val="Custom"/>
  <p:tag name="OTLSPACING" val="4"/>
  <p:tag name="OTLSTARTDATE" val="2026-07-01T00:00:00.0000000Z"/>
  <p:tag name="OTLENDDATE" val="2026-07-16T11:59:00.0000000Z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HAPETHICKNESSTYPE" val="Custom"/>
  <p:tag name="OTLSPACING" val="4"/>
  <p:tag name="OTLSTARTDATE" val="2026-07-19T00:00:00.0000000Z"/>
  <p:tag name="OTLENDDATE" val="2026-07-30T11:59:00.0000000Z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HAPETHICKNESSTYPE" val="Custom"/>
  <p:tag name="OTLSPACING" val="4"/>
  <p:tag name="OTLSTARTDATE" val="2026-05-01T00:00:00.0000000Z"/>
  <p:tag name="OTLENDDATE" val="2026-09-30T11:59:00.0000000Z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8-01T11:59:00.0000000Z"/>
  <p:tag name="OTLDURATIONFORMAT" val="wk"/>
  <p:tag name="OTLSPACING" val="4"/>
  <p:tag name="OTLSHAPETHICKNESSTYPE" val="Custom"/>
  <p:tag name="OTLENDDATE" val="2026-08-30T11:59:00.0000000Z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HAPETHICKNESSTYPE" val="Regular"/>
  <p:tag name="OTLSPACING" val="4"/>
  <p:tag name="OTLSTARTDATE" val="2026-08-01T11:59:00.0000000"/>
  <p:tag name="OTLENDDATE" val="2026-12-31T11:59:00.0000000Z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HAPETHICKNESSTYPE" val="Thin"/>
  <p:tag name="OTLSPACING" val="4"/>
  <p:tag name="OTLSTARTDATE" val="2026-09-01T00:00:00.0000000Z"/>
  <p:tag name="OTLENDDATE" val="2027-03-31T23:59:00.0000000Z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HAPETHICKNESSTYPE" val="Thin"/>
  <p:tag name="OTLSPACING" val="4"/>
  <p:tag name="OTLSTARTDATE" val="2026-09-01T00:00:00.0000000Z"/>
  <p:tag name="OTLENDDATE" val="2027-03-31T23:59:00.0000000Z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TARTDATE" val="2027-02-01T23:59:00.0000000Z"/>
  <p:tag name="OTLENDDATE" val="2027-03-31T23:59:00.0000000"/>
  <p:tag name="OTLSPACING" val="3"/>
  <p:tag name="OTLSHAPETHICKNESSTYPE" val="Regula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2-11T00:00:00.0000000Z"/>
  <p:tag name="OTLENDDATE" val="2026-04-30T11:59:00.0000000Z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4-30T00:00:00.0000000Z"/>
  <p:tag name="OTLENDDATE" val="2026-05-07T11:59:00.0000000Z"/>
  <p:tag name="OTLDURATIONFORMAT" val="day"/>
  <p:tag name="OTLSPACING" val="3"/>
  <p:tag name="OTLSHAPETHICKNESSTYPE" val="Thin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2-15T00:00:00.0000000Z"/>
  <p:tag name="OTLENDDATE" val="2026-02-18T11:59:00.0000000Z"/>
  <p:tag name="OTLDURATIONFORMAT" val="day"/>
  <p:tag name="OTLSPACING" val="3"/>
  <p:tag name="OTLSHAPETHICKNESSTYPE" val="Thin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ELAPSEDSTYLE" val="Thin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4"/>
  <p:tag name="OTLPOSITIONONTASK" val="None"/>
  <p:tag name="OTLRELATEDTASKID" val="00000000-0000-0000-0000-000000000000"/>
  <p:tag name="OTLMTITLE" val="Strat Of Subscriprsion"/>
  <p:tag name="OTLDATE" val="2027-04-30T23:59:00.0000000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4"/>
  <p:tag name="OTLMTITLE" val="Cut Over "/>
  <p:tag name="OTLPOSITIONONTASK" val="None"/>
  <p:tag name="OTLRELATEDTASKID" val="00000000-0000-0000-0000-000000000000"/>
  <p:tag name="OTLDATE" val="2027-04-30T23:59:00.0000000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PO "/>
  <p:tag name="OTLDATE" val="2026-01-07T23:59:00.0000000"/>
  <p:tag name="OTLPOSITIONONTASK" val="None"/>
  <p:tag name="OTLRELATEDTASKID" val="00000000-0000-0000-0000-000000000000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Auto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1_Office Theme">
  <a:themeElements>
    <a:clrScheme name="Cognyte_2025">
      <a:dk1>
        <a:sysClr val="windowText" lastClr="000000"/>
      </a:dk1>
      <a:lt1>
        <a:sysClr val="window" lastClr="FFFFFF"/>
      </a:lt1>
      <a:dk2>
        <a:srgbClr val="7C878E"/>
      </a:dk2>
      <a:lt2>
        <a:srgbClr val="E3EDF8"/>
      </a:lt2>
      <a:accent1>
        <a:srgbClr val="464BA3"/>
      </a:accent1>
      <a:accent2>
        <a:srgbClr val="14285E"/>
      </a:accent2>
      <a:accent3>
        <a:srgbClr val="BDC7F5"/>
      </a:accent3>
      <a:accent4>
        <a:srgbClr val="2BC7C2"/>
      </a:accent4>
      <a:accent5>
        <a:srgbClr val="FF7DC4"/>
      </a:accent5>
      <a:accent6>
        <a:srgbClr val="FFED4F"/>
      </a:accent6>
      <a:hlink>
        <a:srgbClr val="464BA3"/>
      </a:hlink>
      <a:folHlink>
        <a:srgbClr val="2BC7C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gnyte_template_Nov2025_Short_version.potx  -  Read-Only" id="{E6F68DBC-1E8F-4482-A10D-D7B8DADF2A9F}" vid="{96BE7C5E-098A-4FDF-8D87-12277F93EB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0C39F0F82BB14E9FA42D705906CA8D" ma:contentTypeVersion="34" ma:contentTypeDescription="Create a new document." ma:contentTypeScope="" ma:versionID="42cd6f825d02aad72bbadc9549a77838">
  <xsd:schema xmlns:xsd="http://www.w3.org/2001/XMLSchema" xmlns:xs="http://www.w3.org/2001/XMLSchema" xmlns:p="http://schemas.microsoft.com/office/2006/metadata/properties" xmlns:ns1="http://schemas.microsoft.com/sharepoint/v3" xmlns:ns2="fed90868-80a9-4813-b7e1-38addd2552b2" xmlns:ns3="64c151f2-ad5d-4109-8341-426f14d643ea" targetNamespace="http://schemas.microsoft.com/office/2006/metadata/properties" ma:root="true" ma:fieldsID="7ab36bdd41232b8332dfed9433f66bbc" ns1:_="" ns2:_="" ns3:_="">
    <xsd:import namespace="http://schemas.microsoft.com/sharepoint/v3"/>
    <xsd:import namespace="fed90868-80a9-4813-b7e1-38addd2552b2"/>
    <xsd:import namespace="64c151f2-ad5d-4109-8341-426f14d643ea"/>
    <xsd:element name="properties">
      <xsd:complexType>
        <xsd:sequence>
          <xsd:element name="documentManagement">
            <xsd:complexType>
              <xsd:all>
                <xsd:element ref="ns2:Document_x0020_Type"/>
                <xsd:element ref="ns2:Document_x0020_Language"/>
                <xsd:element ref="ns2:Document_x0020_Domain"/>
                <xsd:element ref="ns1:Categories" minOccurs="0"/>
                <xsd:element ref="ns1:Priority" minOccurs="0"/>
                <xsd:element ref="ns2:Person_x0020_Name" minOccurs="0"/>
                <xsd:element ref="ns2:Organization" minOccurs="0"/>
                <xsd:element ref="ns2:ItemOrder" minOccurs="0"/>
                <xsd:element ref="ns2:Share_with_Partner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Categories" ma:index="5" nillable="true" ma:displayName="Categories" ma:description="" ma:internalName="Categories" ma:readOnly="false">
      <xsd:simpleType>
        <xsd:restriction base="dms:Text"/>
      </xsd:simpleType>
    </xsd:element>
    <xsd:element name="Priority" ma:index="6" nillable="true" ma:displayName="Category" ma:format="Dropdown" ma:internalName="Priority" ma:readOnly="false">
      <xsd:simpleType>
        <xsd:restriction base="dms:Choice">
          <xsd:enumeration value="Pricing"/>
          <xsd:enumeration value="Proposal template"/>
          <xsd:enumeration value="Proposal Tools"/>
          <xsd:enumeration value="Figures"/>
          <xsd:enumeration value="Competition"/>
          <xsd:enumeration value="Limitations"/>
          <xsd:enumeration value="NPI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d90868-80a9-4813-b7e1-38addd2552b2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2" ma:displayName="Document Type" ma:list="{c80f4f6b-8986-45cc-ab94-bb8d04e3a76d}" ma:internalName="Document_x0020_Type" ma:readOnly="false" ma:showField="Title" ma:web="fed90868-80a9-4813-b7e1-38addd2552b2">
      <xsd:simpleType>
        <xsd:restriction base="dms:Lookup"/>
      </xsd:simpleType>
    </xsd:element>
    <xsd:element name="Document_x0020_Language" ma:index="3" ma:displayName="Document Language" ma:list="{06206571-e3d5-4823-a986-71b8afeae3f7}" ma:internalName="Document_x0020_Language" ma:readOnly="false" ma:showField="Title" ma:web="fed90868-80a9-4813-b7e1-38addd2552b2">
      <xsd:simpleType>
        <xsd:restriction base="dms:Lookup"/>
      </xsd:simpleType>
    </xsd:element>
    <xsd:element name="Document_x0020_Domain" ma:index="4" ma:displayName="Document Domain" ma:list="{d90e0d2c-3570-4b5e-8510-e0a5a853b938}" ma:internalName="Document_x0020_Domain" ma:readOnly="false" ma:showField="Title" ma:web="fed90868-80a9-4813-b7e1-38addd2552b2">
      <xsd:simpleType>
        <xsd:restriction base="dms:Lookup"/>
      </xsd:simpleType>
    </xsd:element>
    <xsd:element name="Person_x0020_Name" ma:index="7" nillable="true" ma:displayName="Person Name" ma:internalName="Person_x0020_Name" ma:readOnly="false">
      <xsd:simpleType>
        <xsd:restriction base="dms:Text">
          <xsd:maxLength value="255"/>
        </xsd:restriction>
      </xsd:simpleType>
    </xsd:element>
    <xsd:element name="Organization" ma:index="8" nillable="true" ma:displayName="Organization" ma:internalName="Organization" ma:readOnly="false">
      <xsd:simpleType>
        <xsd:restriction base="dms:Text">
          <xsd:maxLength value="255"/>
        </xsd:restriction>
      </xsd:simpleType>
    </xsd:element>
    <xsd:element name="ItemOrder" ma:index="9" nillable="true" ma:displayName="Item Order" ma:internalName="ItemOrder" ma:readOnly="false" ma:percentage="FALSE">
      <xsd:simpleType>
        <xsd:restriction base="dms:Number"/>
      </xsd:simpleType>
    </xsd:element>
    <xsd:element name="Share_with_Partners" ma:index="10" nillable="true" ma:displayName="Share_with_Partners" ma:format="Dropdown" ma:internalName="Share_with_Partners" ma:readOnly="false">
      <xsd:simpleType>
        <xsd:restriction base="dms:Choice">
          <xsd:enumeration value="Yes"/>
          <xsd:enumeration value="No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c151f2-ad5d-4109-8341-426f14d643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7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8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rganization xmlns="fed90868-80a9-4813-b7e1-38addd2552b2" xsi:nil="true"/>
    <Priority xmlns="http://schemas.microsoft.com/sharepoint/v3" xsi:nil="true"/>
    <Person_x0020_Name xmlns="fed90868-80a9-4813-b7e1-38addd2552b2" xsi:nil="true"/>
    <Document_x0020_Language xmlns="fed90868-80a9-4813-b7e1-38addd2552b2">1</Document_x0020_Language>
    <Document_x0020_Type xmlns="fed90868-80a9-4813-b7e1-38addd2552b2">9</Document_x0020_Type>
    <Document_x0020_Domain xmlns="fed90868-80a9-4813-b7e1-38addd2552b2">1</Document_x0020_Domain>
    <ItemOrder xmlns="fed90868-80a9-4813-b7e1-38addd2552b2" xsi:nil="true"/>
    <Categories xmlns="http://schemas.microsoft.com/sharepoint/v3" xsi:nil="true"/>
    <Share_with_Partners xmlns="fed90868-80a9-4813-b7e1-38addd2552b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F6E6E5-DA5F-422F-BC2E-B5DF6BA99D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ed90868-80a9-4813-b7e1-38addd2552b2"/>
    <ds:schemaRef ds:uri="64c151f2-ad5d-4109-8341-426f14d643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B579C4-FFD7-4225-BB76-C103A2A65354}">
  <ds:schemaRefs>
    <ds:schemaRef ds:uri="fed90868-80a9-4813-b7e1-38addd2552b2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64c151f2-ad5d-4109-8341-426f14d643ea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B1CB3F8-86F2-4AF8-949C-729838E30F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Cognyte_template_updated_Short_version</Template>
  <TotalTime>3511</TotalTime>
  <Words>2424</Words>
  <Application>Microsoft Office PowerPoint</Application>
  <PresentationFormat>Widescreen</PresentationFormat>
  <Paragraphs>855</Paragraphs>
  <Slides>44</Slides>
  <Notes>12</Notes>
  <HiddenSlides>8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Aptos</vt:lpstr>
      <vt:lpstr>Arial</vt:lpstr>
      <vt:lpstr>Calibri</vt:lpstr>
      <vt:lpstr>Century Gothic</vt:lpstr>
      <vt:lpstr>Wingdings</vt:lpstr>
      <vt:lpstr>1_Office Theme</vt:lpstr>
      <vt:lpstr>Worksheet</vt:lpstr>
      <vt:lpstr>Enigma 22.14   Project Strategy </vt:lpstr>
      <vt:lpstr>PowerPoint Presentation</vt:lpstr>
      <vt:lpstr>Strategy   Sessions</vt:lpstr>
      <vt:lpstr>Enigma – Customer backgroup</vt:lpstr>
      <vt:lpstr>Relationship Flow </vt:lpstr>
      <vt:lpstr>PO Information </vt:lpstr>
      <vt:lpstr>Project High-Level Scope </vt:lpstr>
      <vt:lpstr>Program Assumptions </vt:lpstr>
      <vt:lpstr>Program Guidelines </vt:lpstr>
      <vt:lpstr>Features &amp; Functionalities </vt:lpstr>
      <vt:lpstr>VX 22.14 – mains </vt:lpstr>
      <vt:lpstr>VX 22.14 – mains (Cont’d) </vt:lpstr>
      <vt:lpstr>VX 22.14 – Timeline  </vt:lpstr>
      <vt:lpstr>Features and Functionalities</vt:lpstr>
      <vt:lpstr>Service Providers </vt:lpstr>
      <vt:lpstr>Side By Side Operation</vt:lpstr>
      <vt:lpstr>V19  Cut-Off To V22</vt:lpstr>
      <vt:lpstr>Deployment Process</vt:lpstr>
      <vt:lpstr>Detailed Planning </vt:lpstr>
      <vt:lpstr>Side by Side Upgrade Scheme</vt:lpstr>
      <vt:lpstr>Timeline </vt:lpstr>
      <vt:lpstr>PowerPoint Presentation</vt:lpstr>
      <vt:lpstr>PowerPoint Presentation</vt:lpstr>
      <vt:lpstr>Program Management</vt:lpstr>
      <vt:lpstr>Program Routines</vt:lpstr>
      <vt:lpstr>Labs</vt:lpstr>
      <vt:lpstr>Labs</vt:lpstr>
      <vt:lpstr> Training </vt:lpstr>
      <vt:lpstr>Training for V22  </vt:lpstr>
      <vt:lpstr> Risks </vt:lpstr>
      <vt:lpstr>Main Risks </vt:lpstr>
      <vt:lpstr>PowerPoint Presentation</vt:lpstr>
      <vt:lpstr>HLP/Contractual Milestones</vt:lpstr>
      <vt:lpstr>Preliminary Risks</vt:lpstr>
      <vt:lpstr>Full Kit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Haver, Nesi</dc:creator>
  <cp:lastModifiedBy>Haver, Nesi</cp:lastModifiedBy>
  <cp:revision>11</cp:revision>
  <dcterms:created xsi:type="dcterms:W3CDTF">2026-03-06T14:20:06Z</dcterms:created>
  <dcterms:modified xsi:type="dcterms:W3CDTF">2026-03-15T16:30:03Z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5e00237-919f-4fc7-9a8c-91282f710a99_Enabled">
    <vt:lpwstr>true</vt:lpwstr>
  </property>
  <property fmtid="{D5CDD505-2E9C-101B-9397-08002B2CF9AE}" pid="3" name="MSIP_Label_05e00237-919f-4fc7-9a8c-91282f710a99_SetDate">
    <vt:lpwstr>2025-08-12T10:41:59Z</vt:lpwstr>
  </property>
  <property fmtid="{D5CDD505-2E9C-101B-9397-08002B2CF9AE}" pid="4" name="MSIP_Label_05e00237-919f-4fc7-9a8c-91282f710a99_Method">
    <vt:lpwstr>Privileged</vt:lpwstr>
  </property>
  <property fmtid="{D5CDD505-2E9C-101B-9397-08002B2CF9AE}" pid="5" name="MSIP_Label_05e00237-919f-4fc7-9a8c-91282f710a99_Name">
    <vt:lpwstr>Public</vt:lpwstr>
  </property>
  <property fmtid="{D5CDD505-2E9C-101B-9397-08002B2CF9AE}" pid="6" name="MSIP_Label_05e00237-919f-4fc7-9a8c-91282f710a99_SiteId">
    <vt:lpwstr>d689f9e5-4eb7-44b7-bd7d-705934cb0186</vt:lpwstr>
  </property>
  <property fmtid="{D5CDD505-2E9C-101B-9397-08002B2CF9AE}" pid="7" name="MSIP_Label_05e00237-919f-4fc7-9a8c-91282f710a99_ActionId">
    <vt:lpwstr>60d169f7-9295-4335-be19-b062139d2780</vt:lpwstr>
  </property>
  <property fmtid="{D5CDD505-2E9C-101B-9397-08002B2CF9AE}" pid="8" name="MSIP_Label_05e00237-919f-4fc7-9a8c-91282f710a99_ContentBits">
    <vt:lpwstr>0</vt:lpwstr>
  </property>
  <property fmtid="{D5CDD505-2E9C-101B-9397-08002B2CF9AE}" pid="9" name="MSIP_Label_05e00237-919f-4fc7-9a8c-91282f710a99_Tag">
    <vt:lpwstr>10, 0, 1, 1</vt:lpwstr>
  </property>
  <property fmtid="{D5CDD505-2E9C-101B-9397-08002B2CF9AE}" pid="10" name="ContentTypeId">
    <vt:lpwstr>0x010100AF0C39F0F82BB14E9FA42D705906CA8D</vt:lpwstr>
  </property>
</Properties>
</file>